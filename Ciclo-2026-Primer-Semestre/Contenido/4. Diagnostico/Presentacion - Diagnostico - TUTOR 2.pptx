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Archivo Light"/>
      <p:regular r:id="rId17"/>
      <p:bold r:id="rId18"/>
      <p:italic r:id="rId19"/>
      <p:boldItalic r:id="rId20"/>
    </p:embeddedFont>
    <p:embeddedFont>
      <p:font typeface="Noto Sans Symbols"/>
      <p:regular r:id="rId21"/>
      <p:bold r:id="rId22"/>
    </p:embeddedFont>
    <p:embeddedFont>
      <p:font typeface="Orbitron"/>
      <p:regular r:id="rId23"/>
      <p:bold r:id="rId24"/>
    </p:embeddedFont>
    <p:embeddedFont>
      <p:font typeface="Archivo"/>
      <p:regular r:id="rId25"/>
      <p:bold r:id="rId26"/>
      <p:italic r:id="rId27"/>
      <p:boldItalic r:id="rId28"/>
    </p:embeddedFont>
    <p:embeddedFont>
      <p:font typeface="Open Sans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3" roundtripDataSignature="AMtx7miVayk82suYCSv5uQ6mE6X+COAT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48F15DC-700A-4806-82DA-C4949D24A357}">
  <a:tblStyle styleId="{948F15DC-700A-4806-82DA-C4949D24A35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chivoLight-boldItalic.fntdata"/><Relationship Id="rId22" Type="http://schemas.openxmlformats.org/officeDocument/2006/relationships/font" Target="fonts/NotoSansSymbols-bold.fntdata"/><Relationship Id="rId21" Type="http://schemas.openxmlformats.org/officeDocument/2006/relationships/font" Target="fonts/NotoSansSymbols-regular.fntdata"/><Relationship Id="rId24" Type="http://schemas.openxmlformats.org/officeDocument/2006/relationships/font" Target="fonts/Orbitron-bold.fntdata"/><Relationship Id="rId23" Type="http://schemas.openxmlformats.org/officeDocument/2006/relationships/font" Target="fonts/Orbitron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Archivo-bold.fntdata"/><Relationship Id="rId25" Type="http://schemas.openxmlformats.org/officeDocument/2006/relationships/font" Target="fonts/Archivo-regular.fntdata"/><Relationship Id="rId28" Type="http://schemas.openxmlformats.org/officeDocument/2006/relationships/font" Target="fonts/Archivo-boldItalic.fntdata"/><Relationship Id="rId27" Type="http://schemas.openxmlformats.org/officeDocument/2006/relationships/font" Target="fonts/Archiv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penSans-italic.fntdata"/><Relationship Id="rId30" Type="http://schemas.openxmlformats.org/officeDocument/2006/relationships/font" Target="fonts/OpenSans-bold.fntdata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font" Target="fonts/Open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ArchivoLight-regular.fntdata"/><Relationship Id="rId16" Type="http://schemas.openxmlformats.org/officeDocument/2006/relationships/slide" Target="slides/slide11.xml"/><Relationship Id="rId19" Type="http://schemas.openxmlformats.org/officeDocument/2006/relationships/font" Target="fonts/ArchivoLight-italic.fntdata"/><Relationship Id="rId18" Type="http://schemas.openxmlformats.org/officeDocument/2006/relationships/font" Target="fonts/ArchivoLigh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9aa05ee8ab_0_1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g39aa05ee8ab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9aa05ee8ab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" name="Google Shape;30;g39aa05ee8ab_0_1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9aa05ee8ab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g39aa05ee8ab_0_1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aa05ee8ab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g39aa05ee8ab_0_2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aa05ee8ab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g39aa05ee8ab_0_2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107159de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g3e107159de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aa05ee8ab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" name="Google Shape;155;g39aa05ee8ab_0_2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9aa05ee8ab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" name="Google Shape;162;g39aa05ee8ab_0_2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tBDfr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g39aa05ee8ab_0_84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g39aa05ee8ab_0_84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g39aa05ee8ab_0_84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gradFill>
          <a:gsLst>
            <a:gs pos="0">
              <a:srgbClr val="0D092A"/>
            </a:gs>
            <a:gs pos="100000">
              <a:srgbClr val="3333B8"/>
            </a:gs>
          </a:gsLst>
          <a:lin ang="18900000" scaled="0"/>
        </a:gra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4"/>
          <p:cNvSpPr txBox="1"/>
          <p:nvPr>
            <p:ph type="title"/>
          </p:nvPr>
        </p:nvSpPr>
        <p:spPr>
          <a:xfrm>
            <a:off x="713160" y="1141560"/>
            <a:ext cx="463968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4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 type="tx">
  <p:cSld name="TITLE_AND_BODY">
    <p:bg>
      <p:bgPr>
        <a:gradFill>
          <a:gsLst>
            <a:gs pos="0">
              <a:srgbClr val="0D092A"/>
            </a:gs>
            <a:gs pos="100000">
              <a:srgbClr val="3333B8"/>
            </a:gs>
          </a:gsLst>
          <a:lin ang="18900000" scaled="0"/>
        </a:gra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5"/>
          <p:cNvSpPr txBox="1"/>
          <p:nvPr>
            <p:ph type="title"/>
          </p:nvPr>
        </p:nvSpPr>
        <p:spPr>
          <a:xfrm>
            <a:off x="720000" y="539280"/>
            <a:ext cx="7703640" cy="47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5"/>
          <p:cNvSpPr txBox="1"/>
          <p:nvPr>
            <p:ph idx="1" type="body"/>
          </p:nvPr>
        </p:nvSpPr>
        <p:spPr>
          <a:xfrm>
            <a:off x="720000" y="1215720"/>
            <a:ext cx="7703640" cy="4777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3" type="blank">
  <p:cSld name="BLANK">
    <p:bg>
      <p:bgPr>
        <a:gradFill>
          <a:gsLst>
            <a:gs pos="0">
              <a:srgbClr val="0D092A"/>
            </a:gs>
            <a:gs pos="100000">
              <a:srgbClr val="3333B8"/>
            </a:gs>
          </a:gsLst>
          <a:lin ang="18900000" scaled="0"/>
        </a:gra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6"/>
          <p:cNvSpPr txBox="1"/>
          <p:nvPr>
            <p:ph type="title"/>
          </p:nvPr>
        </p:nvSpPr>
        <p:spPr>
          <a:xfrm>
            <a:off x="726480" y="720360"/>
            <a:ext cx="4738320" cy="897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16"/>
          <p:cNvSpPr/>
          <p:nvPr/>
        </p:nvSpPr>
        <p:spPr>
          <a:xfrm flipH="1">
            <a:off x="713160" y="4205160"/>
            <a:ext cx="4284000" cy="47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CREDITS: This presentation template was created by </a:t>
            </a:r>
            <a:r>
              <a:rPr b="1" i="0" lang="en-US" sz="1000" u="sng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and includes icons, infographics and images by </a:t>
            </a:r>
            <a:r>
              <a:rPr b="1" i="0" lang="en-US" sz="1000" u="sng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0" i="0" sz="10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hyperlink" Target="https://create.kahoot.it/details/diagnostico-conocimientos-previos-2026/f13fafb9-0a1d-4e66-8192-1694223750f4" TargetMode="External"/><Relationship Id="rId5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hyperlink" Target="https://create.kahoot.it/details/diagnostico-conocimientos-nuevos-2026/8e029290-68cc-4c5a-8244-75521d44627a?drawer=" TargetMode="External"/><Relationship Id="rId5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g39aa05ee8ab_0_171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0" y="0"/>
            <a:ext cx="9144000" cy="5153025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g39aa05ee8ab_0_171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25" name="Google Shape;25;g39aa05ee8ab_0_171"/>
          <p:cNvGraphicFramePr/>
          <p:nvPr/>
        </p:nvGraphicFramePr>
        <p:xfrm>
          <a:off x="5696325" y="90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{948F15DC-700A-4806-82DA-C4949D24A357}</a:tableStyleId>
              </a:tblPr>
              <a:tblGrid>
                <a:gridCol w="1542325"/>
                <a:gridCol w="1556500"/>
              </a:tblGrid>
              <a:tr h="473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Día, Fecha:</a:t>
                      </a:r>
                      <a:endParaRPr b="1" sz="11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100" u="none" cap="none" strike="noStrike"/>
                        <a:t>DIA, DD/MM/2026</a:t>
                      </a:r>
                      <a:endParaRPr sz="1100" u="none" cap="none" strike="noStrike"/>
                    </a:p>
                  </a:txBody>
                  <a:tcPr marT="182850" marB="182850" marR="182850" marL="182850"/>
                </a:tc>
              </a:tr>
              <a:tr h="473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Hora de inicio:</a:t>
                      </a:r>
                      <a:endParaRPr b="1" sz="11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1100" u="none" cap="none" strike="noStrike"/>
                        <a:t>00:00</a:t>
                      </a:r>
                      <a:endParaRPr sz="1100" u="none" cap="none" strike="noStrike"/>
                    </a:p>
                  </a:txBody>
                  <a:tcPr marT="182850" marB="182850" marR="182850" marL="182850"/>
                </a:tc>
              </a:tr>
            </a:tbl>
          </a:graphicData>
        </a:graphic>
      </p:graphicFrame>
      <p:sp>
        <p:nvSpPr>
          <p:cNvPr id="26" name="Google Shape;26;g39aa05ee8ab_0_171"/>
          <p:cNvSpPr txBox="1"/>
          <p:nvPr/>
        </p:nvSpPr>
        <p:spPr>
          <a:xfrm>
            <a:off x="1075600" y="2152875"/>
            <a:ext cx="5034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Sistemas Operativos 2 [A]</a:t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g39aa05ee8ab_0_171"/>
          <p:cNvSpPr txBox="1"/>
          <p:nvPr/>
        </p:nvSpPr>
        <p:spPr>
          <a:xfrm>
            <a:off x="1075600" y="2953275"/>
            <a:ext cx="5499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NOMBRE_ESTUDIANTE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9aa05ee8ab_0_110"/>
          <p:cNvSpPr txBox="1"/>
          <p:nvPr>
            <p:ph idx="1" type="subTitle"/>
          </p:nvPr>
        </p:nvSpPr>
        <p:spPr>
          <a:xfrm>
            <a:off x="601350" y="3817050"/>
            <a:ext cx="42288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Escuela de Ingeniería de Ciencias Y Sistemas</a:t>
            </a:r>
            <a:endParaRPr b="1" i="0" sz="11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Facultad de Ingeniería</a:t>
            </a:r>
            <a:endParaRPr b="1" i="0" sz="11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Universidad de San Carlos de Guatemala</a:t>
            </a:r>
            <a:endParaRPr b="1" i="0" sz="11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3" name="Google Shape;33;g39aa05ee8ab_0_110"/>
          <p:cNvSpPr txBox="1"/>
          <p:nvPr>
            <p:ph type="title"/>
          </p:nvPr>
        </p:nvSpPr>
        <p:spPr>
          <a:xfrm>
            <a:off x="566077" y="1164175"/>
            <a:ext cx="5425200" cy="222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Orbitron"/>
              <a:buNone/>
            </a:pPr>
            <a:r>
              <a:rPr b="1" lang="en-US" sz="4500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rPr>
              <a:t>SISTEMAS OPERATIVOS 2</a:t>
            </a:r>
            <a:endParaRPr b="0" sz="45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g39aa05ee8ab_0_110"/>
          <p:cNvSpPr/>
          <p:nvPr/>
        </p:nvSpPr>
        <p:spPr>
          <a:xfrm>
            <a:off x="5080680" y="679680"/>
            <a:ext cx="859306" cy="928470"/>
          </a:xfrm>
          <a:custGeom>
            <a:rect b="b" l="l" r="r" t="t"/>
            <a:pathLst>
              <a:path extrusionOk="0" h="33625" w="31123">
                <a:moveTo>
                  <a:pt x="2402" y="0"/>
                </a:moveTo>
                <a:cubicBezTo>
                  <a:pt x="1101" y="0"/>
                  <a:pt x="0" y="1068"/>
                  <a:pt x="0" y="2402"/>
                </a:cubicBezTo>
                <a:lnTo>
                  <a:pt x="0" y="31256"/>
                </a:lnTo>
                <a:cubicBezTo>
                  <a:pt x="0" y="32557"/>
                  <a:pt x="1034" y="33624"/>
                  <a:pt x="2402" y="33624"/>
                </a:cubicBezTo>
                <a:lnTo>
                  <a:pt x="28687" y="33624"/>
                </a:lnTo>
                <a:cubicBezTo>
                  <a:pt x="30022" y="33624"/>
                  <a:pt x="31122" y="32557"/>
                  <a:pt x="31122" y="31256"/>
                </a:cubicBezTo>
                <a:lnTo>
                  <a:pt x="31122" y="2402"/>
                </a:lnTo>
                <a:cubicBezTo>
                  <a:pt x="31122" y="1101"/>
                  <a:pt x="30088" y="0"/>
                  <a:pt x="28754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5" name="Google Shape;35;g39aa05ee8ab_0_110"/>
          <p:cNvSpPr/>
          <p:nvPr/>
        </p:nvSpPr>
        <p:spPr>
          <a:xfrm>
            <a:off x="5124600" y="641160"/>
            <a:ext cx="858628" cy="928470"/>
          </a:xfrm>
          <a:custGeom>
            <a:rect b="b" l="l" r="r" t="t"/>
            <a:pathLst>
              <a:path extrusionOk="0" h="33625" w="31090">
                <a:moveTo>
                  <a:pt x="2369" y="0"/>
                </a:moveTo>
                <a:cubicBezTo>
                  <a:pt x="1068" y="0"/>
                  <a:pt x="0" y="1034"/>
                  <a:pt x="0" y="2369"/>
                </a:cubicBezTo>
                <a:lnTo>
                  <a:pt x="0" y="31223"/>
                </a:lnTo>
                <a:cubicBezTo>
                  <a:pt x="0" y="32524"/>
                  <a:pt x="1034" y="33624"/>
                  <a:pt x="2369" y="33624"/>
                </a:cubicBezTo>
                <a:lnTo>
                  <a:pt x="28721" y="33624"/>
                </a:lnTo>
                <a:cubicBezTo>
                  <a:pt x="30022" y="33624"/>
                  <a:pt x="31089" y="32524"/>
                  <a:pt x="31089" y="31223"/>
                </a:cubicBezTo>
                <a:lnTo>
                  <a:pt x="31089" y="2369"/>
                </a:lnTo>
                <a:cubicBezTo>
                  <a:pt x="31089" y="1068"/>
                  <a:pt x="30055" y="0"/>
                  <a:pt x="2872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6" name="Google Shape;36;g39aa05ee8ab_0_110"/>
          <p:cNvSpPr/>
          <p:nvPr/>
        </p:nvSpPr>
        <p:spPr>
          <a:xfrm>
            <a:off x="5195880" y="732240"/>
            <a:ext cx="317532" cy="745179"/>
          </a:xfrm>
          <a:custGeom>
            <a:rect b="b" l="l" r="r" t="t"/>
            <a:pathLst>
              <a:path extrusionOk="0" h="26987" w="11510">
                <a:moveTo>
                  <a:pt x="2136" y="1"/>
                </a:moveTo>
                <a:cubicBezTo>
                  <a:pt x="968" y="1"/>
                  <a:pt x="1" y="968"/>
                  <a:pt x="1" y="2102"/>
                </a:cubicBezTo>
                <a:lnTo>
                  <a:pt x="1" y="24852"/>
                </a:lnTo>
                <a:cubicBezTo>
                  <a:pt x="1" y="26019"/>
                  <a:pt x="968" y="26987"/>
                  <a:pt x="2136" y="26987"/>
                </a:cubicBezTo>
                <a:lnTo>
                  <a:pt x="9408" y="26987"/>
                </a:lnTo>
                <a:cubicBezTo>
                  <a:pt x="10575" y="26987"/>
                  <a:pt x="11476" y="26019"/>
                  <a:pt x="11509" y="24852"/>
                </a:cubicBezTo>
                <a:lnTo>
                  <a:pt x="11509" y="2102"/>
                </a:lnTo>
                <a:cubicBezTo>
                  <a:pt x="11509" y="935"/>
                  <a:pt x="10575" y="1"/>
                  <a:pt x="940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7" name="Google Shape;37;g39aa05ee8ab_0_110"/>
          <p:cNvSpPr/>
          <p:nvPr/>
        </p:nvSpPr>
        <p:spPr>
          <a:xfrm>
            <a:off x="5586480" y="778320"/>
            <a:ext cx="325076" cy="13320"/>
          </a:xfrm>
          <a:custGeom>
            <a:rect b="b" l="l" r="r" t="t"/>
            <a:pathLst>
              <a:path extrusionOk="0" h="501" w="11776">
                <a:moveTo>
                  <a:pt x="267" y="1"/>
                </a:moveTo>
                <a:cubicBezTo>
                  <a:pt x="134" y="1"/>
                  <a:pt x="0" y="134"/>
                  <a:pt x="0" y="234"/>
                </a:cubicBezTo>
                <a:cubicBezTo>
                  <a:pt x="0" y="367"/>
                  <a:pt x="134" y="501"/>
                  <a:pt x="267" y="501"/>
                </a:cubicBezTo>
                <a:lnTo>
                  <a:pt x="11508" y="501"/>
                </a:lnTo>
                <a:cubicBezTo>
                  <a:pt x="11642" y="501"/>
                  <a:pt x="11775" y="401"/>
                  <a:pt x="11775" y="234"/>
                </a:cubicBezTo>
                <a:cubicBezTo>
                  <a:pt x="11775" y="101"/>
                  <a:pt x="11642" y="1"/>
                  <a:pt x="11508" y="1"/>
                </a:cubicBezTo>
                <a:close/>
              </a:path>
            </a:pathLst>
          </a:custGeom>
          <a:solidFill>
            <a:srgbClr val="3F3FD8"/>
          </a:solidFill>
          <a:ln>
            <a:noFill/>
          </a:ln>
        </p:spPr>
        <p:txBody>
          <a:bodyPr anchorCtr="0" anchor="ctr" bIns="6825" lIns="91425" spcFirstLastPara="1" rIns="91425" wrap="square" tIns="6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8" name="Google Shape;38;g39aa05ee8ab_0_110"/>
          <p:cNvSpPr/>
          <p:nvPr/>
        </p:nvSpPr>
        <p:spPr>
          <a:xfrm>
            <a:off x="5586480" y="867960"/>
            <a:ext cx="325076" cy="13320"/>
          </a:xfrm>
          <a:custGeom>
            <a:rect b="b" l="l" r="r" t="t"/>
            <a:pathLst>
              <a:path extrusionOk="0" h="501" w="11776">
                <a:moveTo>
                  <a:pt x="267" y="0"/>
                </a:moveTo>
                <a:cubicBezTo>
                  <a:pt x="134" y="0"/>
                  <a:pt x="0" y="134"/>
                  <a:pt x="0" y="267"/>
                </a:cubicBezTo>
                <a:cubicBezTo>
                  <a:pt x="0" y="400"/>
                  <a:pt x="134" y="501"/>
                  <a:pt x="267" y="501"/>
                </a:cubicBezTo>
                <a:lnTo>
                  <a:pt x="11508" y="501"/>
                </a:lnTo>
                <a:cubicBezTo>
                  <a:pt x="11642" y="501"/>
                  <a:pt x="11775" y="434"/>
                  <a:pt x="11775" y="267"/>
                </a:cubicBezTo>
                <a:cubicBezTo>
                  <a:pt x="11775" y="134"/>
                  <a:pt x="11642" y="0"/>
                  <a:pt x="11508" y="0"/>
                </a:cubicBezTo>
                <a:close/>
              </a:path>
            </a:pathLst>
          </a:custGeom>
          <a:solidFill>
            <a:srgbClr val="3F3FD8"/>
          </a:solidFill>
          <a:ln>
            <a:noFill/>
          </a:ln>
        </p:spPr>
        <p:txBody>
          <a:bodyPr anchorCtr="0" anchor="ctr" bIns="6825" lIns="91425" spcFirstLastPara="1" rIns="91425" wrap="square" tIns="6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9" name="Google Shape;39;g39aa05ee8ab_0_110"/>
          <p:cNvSpPr/>
          <p:nvPr/>
        </p:nvSpPr>
        <p:spPr>
          <a:xfrm>
            <a:off x="5586480" y="957960"/>
            <a:ext cx="325076" cy="13320"/>
          </a:xfrm>
          <a:custGeom>
            <a:rect b="b" l="l" r="r" t="t"/>
            <a:pathLst>
              <a:path extrusionOk="0" h="501" w="11776">
                <a:moveTo>
                  <a:pt x="267" y="0"/>
                </a:moveTo>
                <a:cubicBezTo>
                  <a:pt x="134" y="0"/>
                  <a:pt x="0" y="134"/>
                  <a:pt x="0" y="234"/>
                </a:cubicBezTo>
                <a:cubicBezTo>
                  <a:pt x="0" y="367"/>
                  <a:pt x="134" y="501"/>
                  <a:pt x="267" y="501"/>
                </a:cubicBezTo>
                <a:lnTo>
                  <a:pt x="11508" y="501"/>
                </a:lnTo>
                <a:cubicBezTo>
                  <a:pt x="11642" y="501"/>
                  <a:pt x="11775" y="400"/>
                  <a:pt x="11775" y="234"/>
                </a:cubicBezTo>
                <a:cubicBezTo>
                  <a:pt x="11775" y="100"/>
                  <a:pt x="11642" y="0"/>
                  <a:pt x="11508" y="0"/>
                </a:cubicBezTo>
                <a:close/>
              </a:path>
            </a:pathLst>
          </a:custGeom>
          <a:solidFill>
            <a:srgbClr val="3F3FD8"/>
          </a:solidFill>
          <a:ln>
            <a:noFill/>
          </a:ln>
        </p:spPr>
        <p:txBody>
          <a:bodyPr anchorCtr="0" anchor="ctr" bIns="6825" lIns="91425" spcFirstLastPara="1" rIns="91425" wrap="square" tIns="6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0" name="Google Shape;40;g39aa05ee8ab_0_110"/>
          <p:cNvSpPr/>
          <p:nvPr/>
        </p:nvSpPr>
        <p:spPr>
          <a:xfrm>
            <a:off x="7441200" y="1595520"/>
            <a:ext cx="771810" cy="911129"/>
          </a:xfrm>
          <a:custGeom>
            <a:rect b="b" l="l" r="r" t="t"/>
            <a:pathLst>
              <a:path extrusionOk="0" h="32991" w="27954">
                <a:moveTo>
                  <a:pt x="2268" y="0"/>
                </a:moveTo>
                <a:cubicBezTo>
                  <a:pt x="1034" y="0"/>
                  <a:pt x="0" y="1034"/>
                  <a:pt x="0" y="2302"/>
                </a:cubicBezTo>
                <a:lnTo>
                  <a:pt x="0" y="30689"/>
                </a:lnTo>
                <a:cubicBezTo>
                  <a:pt x="0" y="31956"/>
                  <a:pt x="1034" y="32990"/>
                  <a:pt x="2268" y="32990"/>
                </a:cubicBezTo>
                <a:lnTo>
                  <a:pt x="25685" y="32990"/>
                </a:lnTo>
                <a:cubicBezTo>
                  <a:pt x="26919" y="32990"/>
                  <a:pt x="27953" y="31956"/>
                  <a:pt x="27953" y="30689"/>
                </a:cubicBezTo>
                <a:lnTo>
                  <a:pt x="27953" y="2302"/>
                </a:lnTo>
                <a:cubicBezTo>
                  <a:pt x="27953" y="1034"/>
                  <a:pt x="26919" y="0"/>
                  <a:pt x="2568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1" name="Google Shape;41;g39aa05ee8ab_0_110"/>
          <p:cNvSpPr/>
          <p:nvPr/>
        </p:nvSpPr>
        <p:spPr>
          <a:xfrm>
            <a:off x="7535160" y="1723680"/>
            <a:ext cx="240117" cy="439199"/>
          </a:xfrm>
          <a:custGeom>
            <a:rect b="b" l="l" r="r" t="t"/>
            <a:pathLst>
              <a:path extrusionOk="0" h="15913" w="8707">
                <a:moveTo>
                  <a:pt x="1668" y="1"/>
                </a:moveTo>
                <a:cubicBezTo>
                  <a:pt x="768" y="1"/>
                  <a:pt x="1" y="735"/>
                  <a:pt x="1" y="1669"/>
                </a:cubicBezTo>
                <a:lnTo>
                  <a:pt x="1" y="14244"/>
                </a:lnTo>
                <a:cubicBezTo>
                  <a:pt x="1" y="15178"/>
                  <a:pt x="768" y="15912"/>
                  <a:pt x="1668" y="15912"/>
                </a:cubicBezTo>
                <a:lnTo>
                  <a:pt x="7039" y="15912"/>
                </a:lnTo>
                <a:cubicBezTo>
                  <a:pt x="7973" y="15912"/>
                  <a:pt x="8707" y="15178"/>
                  <a:pt x="8707" y="14244"/>
                </a:cubicBezTo>
                <a:lnTo>
                  <a:pt x="8707" y="1669"/>
                </a:lnTo>
                <a:cubicBezTo>
                  <a:pt x="8707" y="735"/>
                  <a:pt x="7973" y="1"/>
                  <a:pt x="703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2" name="Google Shape;42;g39aa05ee8ab_0_110"/>
          <p:cNvSpPr/>
          <p:nvPr/>
        </p:nvSpPr>
        <p:spPr>
          <a:xfrm>
            <a:off x="7878600" y="1723680"/>
            <a:ext cx="240117" cy="439199"/>
          </a:xfrm>
          <a:custGeom>
            <a:rect b="b" l="l" r="r" t="t"/>
            <a:pathLst>
              <a:path extrusionOk="0" h="15913" w="8707">
                <a:moveTo>
                  <a:pt x="1669" y="1"/>
                </a:moveTo>
                <a:cubicBezTo>
                  <a:pt x="735" y="1"/>
                  <a:pt x="1" y="735"/>
                  <a:pt x="1" y="1669"/>
                </a:cubicBezTo>
                <a:lnTo>
                  <a:pt x="1" y="14244"/>
                </a:lnTo>
                <a:cubicBezTo>
                  <a:pt x="1" y="15178"/>
                  <a:pt x="735" y="15912"/>
                  <a:pt x="1669" y="15912"/>
                </a:cubicBezTo>
                <a:lnTo>
                  <a:pt x="7039" y="15912"/>
                </a:lnTo>
                <a:cubicBezTo>
                  <a:pt x="7940" y="15912"/>
                  <a:pt x="8707" y="15178"/>
                  <a:pt x="8707" y="14244"/>
                </a:cubicBezTo>
                <a:lnTo>
                  <a:pt x="8707" y="1669"/>
                </a:lnTo>
                <a:cubicBezTo>
                  <a:pt x="8707" y="735"/>
                  <a:pt x="7940" y="1"/>
                  <a:pt x="7039" y="1"/>
                </a:cubicBezTo>
                <a:close/>
              </a:path>
            </a:pathLst>
          </a:custGeom>
          <a:solidFill>
            <a:srgbClr val="35CF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3" name="Google Shape;43;g39aa05ee8ab_0_110"/>
          <p:cNvSpPr/>
          <p:nvPr/>
        </p:nvSpPr>
        <p:spPr>
          <a:xfrm>
            <a:off x="7576560" y="2225880"/>
            <a:ext cx="501129" cy="27360"/>
          </a:xfrm>
          <a:custGeom>
            <a:rect b="b" l="l" r="r" t="t"/>
            <a:pathLst>
              <a:path extrusionOk="0" h="1002" w="18147">
                <a:moveTo>
                  <a:pt x="501" y="0"/>
                </a:moveTo>
                <a:cubicBezTo>
                  <a:pt x="201" y="0"/>
                  <a:pt x="1" y="201"/>
                  <a:pt x="1" y="501"/>
                </a:cubicBezTo>
                <a:cubicBezTo>
                  <a:pt x="1" y="801"/>
                  <a:pt x="201" y="1001"/>
                  <a:pt x="501" y="1001"/>
                </a:cubicBezTo>
                <a:lnTo>
                  <a:pt x="17613" y="1001"/>
                </a:lnTo>
                <a:cubicBezTo>
                  <a:pt x="17880" y="1001"/>
                  <a:pt x="18147" y="734"/>
                  <a:pt x="18114" y="501"/>
                </a:cubicBezTo>
                <a:cubicBezTo>
                  <a:pt x="18114" y="201"/>
                  <a:pt x="17880" y="0"/>
                  <a:pt x="1761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13675" lIns="91425" spcFirstLastPara="1" rIns="91425" wrap="square" tIns="13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4" name="Google Shape;44;g39aa05ee8ab_0_110"/>
          <p:cNvSpPr/>
          <p:nvPr/>
        </p:nvSpPr>
        <p:spPr>
          <a:xfrm>
            <a:off x="7588440" y="2295000"/>
            <a:ext cx="478793" cy="27360"/>
          </a:xfrm>
          <a:custGeom>
            <a:rect b="b" l="l" r="r" t="t"/>
            <a:pathLst>
              <a:path extrusionOk="0" h="1001" w="17346">
                <a:moveTo>
                  <a:pt x="501" y="0"/>
                </a:moveTo>
                <a:cubicBezTo>
                  <a:pt x="200" y="0"/>
                  <a:pt x="0" y="200"/>
                  <a:pt x="0" y="501"/>
                </a:cubicBezTo>
                <a:cubicBezTo>
                  <a:pt x="0" y="801"/>
                  <a:pt x="200" y="1001"/>
                  <a:pt x="501" y="1001"/>
                </a:cubicBezTo>
                <a:lnTo>
                  <a:pt x="16779" y="1001"/>
                </a:lnTo>
                <a:cubicBezTo>
                  <a:pt x="17079" y="1001"/>
                  <a:pt x="17279" y="734"/>
                  <a:pt x="17346" y="501"/>
                </a:cubicBezTo>
                <a:cubicBezTo>
                  <a:pt x="17346" y="200"/>
                  <a:pt x="17112" y="0"/>
                  <a:pt x="1684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13675" lIns="91425" spcFirstLastPara="1" rIns="91425" wrap="square" tIns="13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5" name="Google Shape;45;g39aa05ee8ab_0_110"/>
          <p:cNvSpPr/>
          <p:nvPr/>
        </p:nvSpPr>
        <p:spPr>
          <a:xfrm>
            <a:off x="5290200" y="4839480"/>
            <a:ext cx="3840439" cy="281511"/>
          </a:xfrm>
          <a:custGeom>
            <a:rect b="b" l="l" r="r" t="t"/>
            <a:pathLst>
              <a:path extrusionOk="0" h="10208" w="139033">
                <a:moveTo>
                  <a:pt x="0" y="0"/>
                </a:moveTo>
                <a:lnTo>
                  <a:pt x="0" y="10207"/>
                </a:lnTo>
                <a:lnTo>
                  <a:pt x="139033" y="10207"/>
                </a:lnTo>
                <a:lnTo>
                  <a:pt x="139033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6" name="Google Shape;46;g39aa05ee8ab_0_110"/>
          <p:cNvSpPr/>
          <p:nvPr/>
        </p:nvSpPr>
        <p:spPr>
          <a:xfrm>
            <a:off x="5290200" y="4671000"/>
            <a:ext cx="3840439" cy="168480"/>
          </a:xfrm>
          <a:custGeom>
            <a:rect b="b" l="l" r="r" t="t"/>
            <a:pathLst>
              <a:path extrusionOk="0" h="6106" w="139033">
                <a:moveTo>
                  <a:pt x="6071" y="1"/>
                </a:moveTo>
                <a:cubicBezTo>
                  <a:pt x="2702" y="1"/>
                  <a:pt x="0" y="2769"/>
                  <a:pt x="0" y="6105"/>
                </a:cubicBezTo>
                <a:lnTo>
                  <a:pt x="139033" y="6105"/>
                </a:lnTo>
                <a:cubicBezTo>
                  <a:pt x="139033" y="2769"/>
                  <a:pt x="136298" y="34"/>
                  <a:pt x="13299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84225" lIns="91425" spcFirstLastPara="1" rIns="91425" wrap="square" tIns="842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7" name="Google Shape;47;g39aa05ee8ab_0_110"/>
          <p:cNvSpPr/>
          <p:nvPr/>
        </p:nvSpPr>
        <p:spPr>
          <a:xfrm>
            <a:off x="5416920" y="1119240"/>
            <a:ext cx="1178301" cy="893485"/>
          </a:xfrm>
          <a:custGeom>
            <a:rect b="b" l="l" r="r" t="t"/>
            <a:pathLst>
              <a:path extrusionOk="0" h="32358" w="42665">
                <a:moveTo>
                  <a:pt x="3970" y="1"/>
                </a:moveTo>
                <a:cubicBezTo>
                  <a:pt x="1768" y="1"/>
                  <a:pt x="1" y="1769"/>
                  <a:pt x="1" y="3970"/>
                </a:cubicBezTo>
                <a:lnTo>
                  <a:pt x="1" y="28388"/>
                </a:lnTo>
                <a:cubicBezTo>
                  <a:pt x="1" y="30589"/>
                  <a:pt x="1802" y="32357"/>
                  <a:pt x="3970" y="32357"/>
                </a:cubicBezTo>
                <a:lnTo>
                  <a:pt x="38695" y="32357"/>
                </a:lnTo>
                <a:cubicBezTo>
                  <a:pt x="40863" y="32357"/>
                  <a:pt x="42664" y="30589"/>
                  <a:pt x="42664" y="28388"/>
                </a:cubicBezTo>
                <a:lnTo>
                  <a:pt x="42664" y="3970"/>
                </a:lnTo>
                <a:cubicBezTo>
                  <a:pt x="42664" y="1735"/>
                  <a:pt x="40863" y="1"/>
                  <a:pt x="38695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8" name="Google Shape;48;g39aa05ee8ab_0_110"/>
          <p:cNvSpPr/>
          <p:nvPr/>
        </p:nvSpPr>
        <p:spPr>
          <a:xfrm>
            <a:off x="5467680" y="1061280"/>
            <a:ext cx="1178273" cy="893539"/>
          </a:xfrm>
          <a:custGeom>
            <a:rect b="b" l="l" r="r" t="t"/>
            <a:pathLst>
              <a:path extrusionOk="0" h="32357" w="42664">
                <a:moveTo>
                  <a:pt x="3970" y="0"/>
                </a:moveTo>
                <a:cubicBezTo>
                  <a:pt x="1768" y="0"/>
                  <a:pt x="0" y="1801"/>
                  <a:pt x="0" y="3970"/>
                </a:cubicBezTo>
                <a:lnTo>
                  <a:pt x="0" y="28421"/>
                </a:lnTo>
                <a:cubicBezTo>
                  <a:pt x="0" y="30622"/>
                  <a:pt x="1801" y="32357"/>
                  <a:pt x="3970" y="32357"/>
                </a:cubicBezTo>
                <a:lnTo>
                  <a:pt x="38661" y="32357"/>
                </a:lnTo>
                <a:cubicBezTo>
                  <a:pt x="40863" y="32357"/>
                  <a:pt x="42631" y="30622"/>
                  <a:pt x="42664" y="28421"/>
                </a:cubicBezTo>
                <a:lnTo>
                  <a:pt x="42664" y="3970"/>
                </a:lnTo>
                <a:cubicBezTo>
                  <a:pt x="42664" y="1768"/>
                  <a:pt x="40863" y="0"/>
                  <a:pt x="3869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9" name="Google Shape;49;g39aa05ee8ab_0_110"/>
          <p:cNvSpPr/>
          <p:nvPr/>
        </p:nvSpPr>
        <p:spPr>
          <a:xfrm>
            <a:off x="5467680" y="1063080"/>
            <a:ext cx="1177148" cy="128523"/>
          </a:xfrm>
          <a:custGeom>
            <a:rect b="b" l="l" r="r" t="t"/>
            <a:pathLst>
              <a:path extrusionOk="0" h="4671" w="42631">
                <a:moveTo>
                  <a:pt x="3970" y="1"/>
                </a:moveTo>
                <a:cubicBezTo>
                  <a:pt x="1801" y="1"/>
                  <a:pt x="0" y="1735"/>
                  <a:pt x="0" y="3937"/>
                </a:cubicBezTo>
                <a:lnTo>
                  <a:pt x="0" y="4671"/>
                </a:lnTo>
                <a:lnTo>
                  <a:pt x="42631" y="4671"/>
                </a:lnTo>
                <a:lnTo>
                  <a:pt x="42631" y="3937"/>
                </a:lnTo>
                <a:cubicBezTo>
                  <a:pt x="42631" y="1735"/>
                  <a:pt x="40863" y="1"/>
                  <a:pt x="3866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64425" lIns="91425" spcFirstLastPara="1" rIns="91425" wrap="square" tIns="64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0" name="Google Shape;50;g39aa05ee8ab_0_110"/>
          <p:cNvSpPr/>
          <p:nvPr/>
        </p:nvSpPr>
        <p:spPr>
          <a:xfrm>
            <a:off x="5572440" y="1096200"/>
            <a:ext cx="62277" cy="61563"/>
          </a:xfrm>
          <a:custGeom>
            <a:rect b="b" l="l" r="r" t="t"/>
            <a:pathLst>
              <a:path extrusionOk="0" h="2236" w="2270">
                <a:moveTo>
                  <a:pt x="1135" y="1"/>
                </a:moveTo>
                <a:cubicBezTo>
                  <a:pt x="501" y="1"/>
                  <a:pt x="1" y="501"/>
                  <a:pt x="1" y="1135"/>
                </a:cubicBezTo>
                <a:cubicBezTo>
                  <a:pt x="1" y="1735"/>
                  <a:pt x="501" y="2236"/>
                  <a:pt x="1135" y="2236"/>
                </a:cubicBezTo>
                <a:cubicBezTo>
                  <a:pt x="1769" y="2236"/>
                  <a:pt x="2269" y="1735"/>
                  <a:pt x="2269" y="1135"/>
                </a:cubicBezTo>
                <a:cubicBezTo>
                  <a:pt x="2269" y="501"/>
                  <a:pt x="1769" y="1"/>
                  <a:pt x="1135" y="1"/>
                </a:cubicBezTo>
                <a:close/>
              </a:path>
            </a:pathLst>
          </a:custGeom>
          <a:solidFill>
            <a:srgbClr val="92F7FF"/>
          </a:solidFill>
          <a:ln>
            <a:noFill/>
          </a:ln>
        </p:spPr>
        <p:txBody>
          <a:bodyPr anchorCtr="0" anchor="ctr" bIns="30950" lIns="91425" spcFirstLastPara="1" rIns="91425" wrap="square" tIns="3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1" name="Google Shape;51;g39aa05ee8ab_0_110"/>
          <p:cNvSpPr/>
          <p:nvPr/>
        </p:nvSpPr>
        <p:spPr>
          <a:xfrm>
            <a:off x="5697000" y="1096200"/>
            <a:ext cx="62278" cy="61563"/>
          </a:xfrm>
          <a:custGeom>
            <a:rect b="b" l="l" r="r" t="t"/>
            <a:pathLst>
              <a:path extrusionOk="0" h="2236" w="2269">
                <a:moveTo>
                  <a:pt x="1134" y="1"/>
                </a:moveTo>
                <a:cubicBezTo>
                  <a:pt x="500" y="1"/>
                  <a:pt x="0" y="501"/>
                  <a:pt x="0" y="1135"/>
                </a:cubicBezTo>
                <a:cubicBezTo>
                  <a:pt x="0" y="1735"/>
                  <a:pt x="500" y="2236"/>
                  <a:pt x="1134" y="2236"/>
                </a:cubicBezTo>
                <a:cubicBezTo>
                  <a:pt x="1768" y="2236"/>
                  <a:pt x="2268" y="1735"/>
                  <a:pt x="2268" y="1135"/>
                </a:cubicBezTo>
                <a:cubicBezTo>
                  <a:pt x="2268" y="501"/>
                  <a:pt x="1768" y="1"/>
                  <a:pt x="1134" y="1"/>
                </a:cubicBezTo>
                <a:close/>
              </a:path>
            </a:pathLst>
          </a:custGeom>
          <a:solidFill>
            <a:srgbClr val="92F7FF"/>
          </a:solidFill>
          <a:ln>
            <a:noFill/>
          </a:ln>
        </p:spPr>
        <p:txBody>
          <a:bodyPr anchorCtr="0" anchor="ctr" bIns="30950" lIns="91425" spcFirstLastPara="1" rIns="91425" wrap="square" tIns="3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2" name="Google Shape;52;g39aa05ee8ab_0_110"/>
          <p:cNvSpPr/>
          <p:nvPr/>
        </p:nvSpPr>
        <p:spPr>
          <a:xfrm>
            <a:off x="5822280" y="1096200"/>
            <a:ext cx="62278" cy="61563"/>
          </a:xfrm>
          <a:custGeom>
            <a:rect b="b" l="l" r="r" t="t"/>
            <a:pathLst>
              <a:path extrusionOk="0" h="2236" w="2269">
                <a:moveTo>
                  <a:pt x="1135" y="1"/>
                </a:moveTo>
                <a:cubicBezTo>
                  <a:pt x="501" y="1"/>
                  <a:pt x="1" y="501"/>
                  <a:pt x="1" y="1135"/>
                </a:cubicBezTo>
                <a:cubicBezTo>
                  <a:pt x="1" y="1735"/>
                  <a:pt x="501" y="2236"/>
                  <a:pt x="1135" y="2236"/>
                </a:cubicBezTo>
                <a:cubicBezTo>
                  <a:pt x="1769" y="2236"/>
                  <a:pt x="2269" y="1735"/>
                  <a:pt x="2269" y="1135"/>
                </a:cubicBezTo>
                <a:cubicBezTo>
                  <a:pt x="2269" y="501"/>
                  <a:pt x="1769" y="1"/>
                  <a:pt x="1135" y="1"/>
                </a:cubicBezTo>
                <a:close/>
              </a:path>
            </a:pathLst>
          </a:custGeom>
          <a:solidFill>
            <a:srgbClr val="92F7FF"/>
          </a:solidFill>
          <a:ln>
            <a:noFill/>
          </a:ln>
        </p:spPr>
        <p:txBody>
          <a:bodyPr anchorCtr="0" anchor="ctr" bIns="30950" lIns="91425" spcFirstLastPara="1" rIns="91425" wrap="square" tIns="3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3" name="Google Shape;53;g39aa05ee8ab_0_110"/>
          <p:cNvSpPr/>
          <p:nvPr/>
        </p:nvSpPr>
        <p:spPr>
          <a:xfrm>
            <a:off x="7658640" y="1180800"/>
            <a:ext cx="998649" cy="957282"/>
          </a:xfrm>
          <a:custGeom>
            <a:rect b="b" l="l" r="r" t="t"/>
            <a:pathLst>
              <a:path extrusionOk="0" h="34659" w="36160">
                <a:moveTo>
                  <a:pt x="4003" y="0"/>
                </a:moveTo>
                <a:cubicBezTo>
                  <a:pt x="1802" y="0"/>
                  <a:pt x="0" y="1802"/>
                  <a:pt x="0" y="4003"/>
                </a:cubicBezTo>
                <a:lnTo>
                  <a:pt x="0" y="30656"/>
                </a:lnTo>
                <a:cubicBezTo>
                  <a:pt x="0" y="32857"/>
                  <a:pt x="1802" y="34659"/>
                  <a:pt x="4003" y="34659"/>
                </a:cubicBezTo>
                <a:lnTo>
                  <a:pt x="32157" y="34659"/>
                </a:lnTo>
                <a:cubicBezTo>
                  <a:pt x="34358" y="34659"/>
                  <a:pt x="36160" y="32857"/>
                  <a:pt x="36160" y="30656"/>
                </a:cubicBezTo>
                <a:lnTo>
                  <a:pt x="36160" y="4003"/>
                </a:lnTo>
                <a:cubicBezTo>
                  <a:pt x="36160" y="1802"/>
                  <a:pt x="34358" y="0"/>
                  <a:pt x="3215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4" name="Google Shape;54;g39aa05ee8ab_0_110"/>
          <p:cNvSpPr/>
          <p:nvPr/>
        </p:nvSpPr>
        <p:spPr>
          <a:xfrm>
            <a:off x="7713720" y="1129320"/>
            <a:ext cx="999316" cy="957282"/>
          </a:xfrm>
          <a:custGeom>
            <a:rect b="b" l="l" r="r" t="t"/>
            <a:pathLst>
              <a:path extrusionOk="0" h="34659" w="36194">
                <a:moveTo>
                  <a:pt x="4004" y="0"/>
                </a:moveTo>
                <a:cubicBezTo>
                  <a:pt x="1802" y="0"/>
                  <a:pt x="1" y="1802"/>
                  <a:pt x="1" y="4003"/>
                </a:cubicBezTo>
                <a:lnTo>
                  <a:pt x="1" y="30656"/>
                </a:lnTo>
                <a:cubicBezTo>
                  <a:pt x="1" y="32857"/>
                  <a:pt x="1802" y="34659"/>
                  <a:pt x="4004" y="34659"/>
                </a:cubicBezTo>
                <a:lnTo>
                  <a:pt x="32157" y="34659"/>
                </a:lnTo>
                <a:cubicBezTo>
                  <a:pt x="34392" y="34659"/>
                  <a:pt x="36193" y="32857"/>
                  <a:pt x="36160" y="30656"/>
                </a:cubicBezTo>
                <a:lnTo>
                  <a:pt x="36160" y="4003"/>
                </a:lnTo>
                <a:cubicBezTo>
                  <a:pt x="36160" y="1768"/>
                  <a:pt x="34359" y="0"/>
                  <a:pt x="3215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5" name="Google Shape;55;g39aa05ee8ab_0_110"/>
          <p:cNvSpPr/>
          <p:nvPr/>
        </p:nvSpPr>
        <p:spPr>
          <a:xfrm>
            <a:off x="7794000" y="1189080"/>
            <a:ext cx="838053" cy="838053"/>
          </a:xfrm>
          <a:custGeom>
            <a:rect b="b" l="l" r="r" t="t"/>
            <a:pathLst>
              <a:path extrusionOk="0" h="30356" w="30356">
                <a:moveTo>
                  <a:pt x="15178" y="4437"/>
                </a:moveTo>
                <a:cubicBezTo>
                  <a:pt x="21116" y="4437"/>
                  <a:pt x="25919" y="9241"/>
                  <a:pt x="25919" y="15178"/>
                </a:cubicBezTo>
                <a:cubicBezTo>
                  <a:pt x="25919" y="21082"/>
                  <a:pt x="21116" y="25886"/>
                  <a:pt x="15178" y="25886"/>
                </a:cubicBezTo>
                <a:cubicBezTo>
                  <a:pt x="9274" y="25886"/>
                  <a:pt x="4471" y="21082"/>
                  <a:pt x="4471" y="15178"/>
                </a:cubicBezTo>
                <a:cubicBezTo>
                  <a:pt x="4471" y="9241"/>
                  <a:pt x="9274" y="4437"/>
                  <a:pt x="15178" y="4437"/>
                </a:cubicBezTo>
                <a:close/>
                <a:moveTo>
                  <a:pt x="15178" y="1"/>
                </a:moveTo>
                <a:cubicBezTo>
                  <a:pt x="6806" y="1"/>
                  <a:pt x="1" y="6805"/>
                  <a:pt x="1" y="15178"/>
                </a:cubicBezTo>
                <a:cubicBezTo>
                  <a:pt x="1" y="23551"/>
                  <a:pt x="6806" y="30356"/>
                  <a:pt x="15178" y="30356"/>
                </a:cubicBezTo>
                <a:cubicBezTo>
                  <a:pt x="23584" y="30356"/>
                  <a:pt x="30356" y="23551"/>
                  <a:pt x="30356" y="15178"/>
                </a:cubicBezTo>
                <a:cubicBezTo>
                  <a:pt x="30323" y="6805"/>
                  <a:pt x="23584" y="1"/>
                  <a:pt x="1517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6" name="Google Shape;56;g39aa05ee8ab_0_110"/>
          <p:cNvSpPr/>
          <p:nvPr/>
        </p:nvSpPr>
        <p:spPr>
          <a:xfrm>
            <a:off x="8498160" y="1526400"/>
            <a:ext cx="720" cy="2520"/>
          </a:xfrm>
          <a:custGeom>
            <a:rect b="b" l="l" r="r" t="t"/>
            <a:pathLst>
              <a:path extrusionOk="0" fill="none" h="101" w="35">
                <a:moveTo>
                  <a:pt x="34" y="100"/>
                </a:moveTo>
                <a:cubicBezTo>
                  <a:pt x="34" y="34"/>
                  <a:pt x="34" y="34"/>
                  <a:pt x="1" y="0"/>
                </a:cubicBezTo>
                <a:cubicBezTo>
                  <a:pt x="1" y="34"/>
                  <a:pt x="1" y="34"/>
                  <a:pt x="34" y="100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425" lIns="91425" spcFirstLastPara="1" rIns="91425" wrap="square" tIns="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7" name="Google Shape;57;g39aa05ee8ab_0_110"/>
          <p:cNvSpPr/>
          <p:nvPr/>
        </p:nvSpPr>
        <p:spPr>
          <a:xfrm>
            <a:off x="8493480" y="1511640"/>
            <a:ext cx="720" cy="3240"/>
          </a:xfrm>
          <a:custGeom>
            <a:rect b="b" l="l" r="r" t="t"/>
            <a:pathLst>
              <a:path extrusionOk="0" fill="none" h="135" w="35">
                <a:moveTo>
                  <a:pt x="34" y="134"/>
                </a:moveTo>
                <a:cubicBezTo>
                  <a:pt x="34" y="67"/>
                  <a:pt x="1" y="34"/>
                  <a:pt x="1" y="1"/>
                </a:cubicBezTo>
                <a:cubicBezTo>
                  <a:pt x="34" y="67"/>
                  <a:pt x="34" y="134"/>
                  <a:pt x="34" y="134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00" lIns="91425" spcFirstLastPara="1" rIns="91425" wrap="square" tIns="1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8" name="Google Shape;58;g39aa05ee8ab_0_110"/>
          <p:cNvSpPr/>
          <p:nvPr/>
        </p:nvSpPr>
        <p:spPr>
          <a:xfrm>
            <a:off x="8079840" y="1481400"/>
            <a:ext cx="552614" cy="545023"/>
          </a:xfrm>
          <a:custGeom>
            <a:rect b="b" l="l" r="r" t="t"/>
            <a:pathLst>
              <a:path extrusionOk="0" h="19749" w="20015">
                <a:moveTo>
                  <a:pt x="19314" y="1"/>
                </a:moveTo>
                <a:lnTo>
                  <a:pt x="19314" y="1"/>
                </a:lnTo>
                <a:cubicBezTo>
                  <a:pt x="19581" y="904"/>
                  <a:pt x="19772" y="1833"/>
                  <a:pt x="19888" y="2779"/>
                </a:cubicBezTo>
                <a:lnTo>
                  <a:pt x="19888" y="2779"/>
                </a:lnTo>
                <a:lnTo>
                  <a:pt x="19915" y="2769"/>
                </a:lnTo>
                <a:cubicBezTo>
                  <a:pt x="19781" y="1802"/>
                  <a:pt x="19615" y="901"/>
                  <a:pt x="19314" y="1"/>
                </a:cubicBezTo>
                <a:close/>
                <a:moveTo>
                  <a:pt x="19888" y="2779"/>
                </a:moveTo>
                <a:lnTo>
                  <a:pt x="15578" y="4271"/>
                </a:lnTo>
                <a:lnTo>
                  <a:pt x="15578" y="4571"/>
                </a:lnTo>
                <a:cubicBezTo>
                  <a:pt x="15578" y="10475"/>
                  <a:pt x="10775" y="15278"/>
                  <a:pt x="4837" y="15278"/>
                </a:cubicBezTo>
                <a:cubicBezTo>
                  <a:pt x="3303" y="15278"/>
                  <a:pt x="1902" y="14945"/>
                  <a:pt x="568" y="14411"/>
                </a:cubicBezTo>
                <a:lnTo>
                  <a:pt x="1" y="18948"/>
                </a:lnTo>
                <a:cubicBezTo>
                  <a:pt x="1502" y="19448"/>
                  <a:pt x="3136" y="19748"/>
                  <a:pt x="4837" y="19748"/>
                </a:cubicBezTo>
                <a:cubicBezTo>
                  <a:pt x="13243" y="19748"/>
                  <a:pt x="20015" y="12943"/>
                  <a:pt x="20015" y="4571"/>
                </a:cubicBezTo>
                <a:cubicBezTo>
                  <a:pt x="20002" y="3968"/>
                  <a:pt x="19960" y="3370"/>
                  <a:pt x="19888" y="277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9" name="Google Shape;59;g39aa05ee8ab_0_110"/>
          <p:cNvSpPr/>
          <p:nvPr/>
        </p:nvSpPr>
        <p:spPr>
          <a:xfrm>
            <a:off x="8488800" y="1498680"/>
            <a:ext cx="720" cy="3240"/>
          </a:xfrm>
          <a:custGeom>
            <a:rect b="b" l="l" r="r" t="t"/>
            <a:pathLst>
              <a:path extrusionOk="0" fill="none" h="135" w="34">
                <a:moveTo>
                  <a:pt x="34" y="134"/>
                </a:moveTo>
                <a:cubicBezTo>
                  <a:pt x="34" y="101"/>
                  <a:pt x="0" y="34"/>
                  <a:pt x="0" y="1"/>
                </a:cubicBezTo>
                <a:cubicBezTo>
                  <a:pt x="0" y="34"/>
                  <a:pt x="34" y="101"/>
                  <a:pt x="34" y="134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00" lIns="91425" spcFirstLastPara="1" rIns="91425" wrap="square" tIns="1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0" name="Google Shape;60;g39aa05ee8ab_0_110"/>
          <p:cNvSpPr/>
          <p:nvPr/>
        </p:nvSpPr>
        <p:spPr>
          <a:xfrm>
            <a:off x="8507160" y="1570680"/>
            <a:ext cx="360" cy="360"/>
          </a:xfrm>
          <a:custGeom>
            <a:rect b="b" l="l" r="r" t="t"/>
            <a:pathLst>
              <a:path extrusionOk="0" fill="none" h="1" w="1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50" lIns="91425" spcFirstLastPara="1" rIns="91425" wrap="square" tIns="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1" name="Google Shape;61;g39aa05ee8ab_0_110"/>
          <p:cNvSpPr/>
          <p:nvPr/>
        </p:nvSpPr>
        <p:spPr>
          <a:xfrm>
            <a:off x="8501760" y="1541160"/>
            <a:ext cx="720" cy="1440"/>
          </a:xfrm>
          <a:custGeom>
            <a:rect b="b" l="l" r="r" t="t"/>
            <a:pathLst>
              <a:path extrusionOk="0" fill="none" h="67" w="34">
                <a:moveTo>
                  <a:pt x="34" y="67"/>
                </a:moveTo>
                <a:lnTo>
                  <a:pt x="34" y="0"/>
                </a:lnTo>
                <a:cubicBezTo>
                  <a:pt x="0" y="0"/>
                  <a:pt x="0" y="0"/>
                  <a:pt x="34" y="6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700" lIns="91425" spcFirstLastPara="1" rIns="91425" wrap="square" tIns="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2" name="Google Shape;62;g39aa05ee8ab_0_110"/>
          <p:cNvSpPr/>
          <p:nvPr/>
        </p:nvSpPr>
        <p:spPr>
          <a:xfrm>
            <a:off x="8505360" y="1554840"/>
            <a:ext cx="360" cy="1440"/>
          </a:xfrm>
          <a:custGeom>
            <a:rect b="b" l="l" r="r" t="t"/>
            <a:pathLst>
              <a:path extrusionOk="0" fill="none" h="68" w="1">
                <a:moveTo>
                  <a:pt x="1" y="67"/>
                </a:moveTo>
                <a:cubicBezTo>
                  <a:pt x="1" y="67"/>
                  <a:pt x="1" y="0"/>
                  <a:pt x="1" y="67"/>
                </a:cubicBezTo>
                <a:cubicBezTo>
                  <a:pt x="1" y="0"/>
                  <a:pt x="1" y="67"/>
                  <a:pt x="1" y="67"/>
                </a:cubicBez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700" lIns="91425" spcFirstLastPara="1" rIns="91425" wrap="square" tIns="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3" name="Google Shape;63;g39aa05ee8ab_0_110"/>
          <p:cNvSpPr/>
          <p:nvPr/>
        </p:nvSpPr>
        <p:spPr>
          <a:xfrm>
            <a:off x="8234640" y="1189080"/>
            <a:ext cx="394216" cy="410744"/>
          </a:xfrm>
          <a:custGeom>
            <a:rect b="b" l="l" r="r" t="t"/>
            <a:pathLst>
              <a:path extrusionOk="0" h="14878" w="14278">
                <a:moveTo>
                  <a:pt x="1" y="1"/>
                </a:moveTo>
                <a:lnTo>
                  <a:pt x="1" y="4470"/>
                </a:lnTo>
                <a:cubicBezTo>
                  <a:pt x="5471" y="4837"/>
                  <a:pt x="9808" y="9341"/>
                  <a:pt x="9941" y="14878"/>
                </a:cubicBezTo>
                <a:lnTo>
                  <a:pt x="14277" y="13377"/>
                </a:lnTo>
                <a:cubicBezTo>
                  <a:pt x="13410" y="6072"/>
                  <a:pt x="7406" y="368"/>
                  <a:pt x="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4" name="Google Shape;64;g39aa05ee8ab_0_110"/>
          <p:cNvSpPr/>
          <p:nvPr/>
        </p:nvSpPr>
        <p:spPr>
          <a:xfrm>
            <a:off x="7844760" y="1189080"/>
            <a:ext cx="389534" cy="310307"/>
          </a:xfrm>
          <a:custGeom>
            <a:rect b="b" l="l" r="r" t="t"/>
            <a:pathLst>
              <a:path extrusionOk="0" h="11242" w="14111">
                <a:moveTo>
                  <a:pt x="13343" y="1"/>
                </a:moveTo>
                <a:cubicBezTo>
                  <a:pt x="7606" y="1"/>
                  <a:pt x="2602" y="3203"/>
                  <a:pt x="1" y="7906"/>
                </a:cubicBezTo>
                <a:lnTo>
                  <a:pt x="3336" y="11242"/>
                </a:lnTo>
                <a:cubicBezTo>
                  <a:pt x="4871" y="7239"/>
                  <a:pt x="8807" y="4404"/>
                  <a:pt x="13343" y="4404"/>
                </a:cubicBezTo>
                <a:cubicBezTo>
                  <a:pt x="13610" y="4404"/>
                  <a:pt x="13844" y="4404"/>
                  <a:pt x="14111" y="4470"/>
                </a:cubicBezTo>
                <a:lnTo>
                  <a:pt x="14111" y="34"/>
                </a:lnTo>
                <a:cubicBezTo>
                  <a:pt x="13844" y="34"/>
                  <a:pt x="13610" y="1"/>
                  <a:pt x="13343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5" name="Google Shape;65;g39aa05ee8ab_0_110"/>
          <p:cNvSpPr/>
          <p:nvPr/>
        </p:nvSpPr>
        <p:spPr>
          <a:xfrm>
            <a:off x="5733000" y="1652040"/>
            <a:ext cx="138958" cy="126358"/>
          </a:xfrm>
          <a:custGeom>
            <a:rect b="b" l="l" r="r" t="t"/>
            <a:pathLst>
              <a:path extrusionOk="0" h="4589" w="5037">
                <a:moveTo>
                  <a:pt x="2529" y="1"/>
                </a:moveTo>
                <a:cubicBezTo>
                  <a:pt x="2354" y="1"/>
                  <a:pt x="2178" y="22"/>
                  <a:pt x="2001" y="66"/>
                </a:cubicBezTo>
                <a:cubicBezTo>
                  <a:pt x="801" y="366"/>
                  <a:pt x="0" y="1567"/>
                  <a:pt x="300" y="2801"/>
                </a:cubicBezTo>
                <a:cubicBezTo>
                  <a:pt x="531" y="3870"/>
                  <a:pt x="1488" y="4589"/>
                  <a:pt x="2542" y="4589"/>
                </a:cubicBezTo>
                <a:cubicBezTo>
                  <a:pt x="2705" y="4589"/>
                  <a:pt x="2870" y="4571"/>
                  <a:pt x="3036" y="4536"/>
                </a:cubicBezTo>
                <a:cubicBezTo>
                  <a:pt x="4236" y="4236"/>
                  <a:pt x="5037" y="3035"/>
                  <a:pt x="4737" y="1767"/>
                </a:cubicBezTo>
                <a:cubicBezTo>
                  <a:pt x="4481" y="714"/>
                  <a:pt x="3544" y="1"/>
                  <a:pt x="2529" y="1"/>
                </a:cubicBezTo>
                <a:close/>
              </a:path>
            </a:pathLst>
          </a:custGeom>
          <a:solidFill>
            <a:srgbClr val="3F3FD8"/>
          </a:solidFill>
          <a:ln>
            <a:noFill/>
          </a:ln>
        </p:spPr>
        <p:txBody>
          <a:bodyPr anchorCtr="0" anchor="ctr" bIns="63350" lIns="91425" spcFirstLastPara="1" rIns="91425" wrap="square" tIns="63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6" name="Google Shape;66;g39aa05ee8ab_0_110"/>
          <p:cNvSpPr/>
          <p:nvPr/>
        </p:nvSpPr>
        <p:spPr>
          <a:xfrm>
            <a:off x="5210280" y="1212480"/>
            <a:ext cx="45718" cy="39241"/>
          </a:xfrm>
          <a:custGeom>
            <a:rect b="b" l="l" r="r" t="t"/>
            <a:pathLst>
              <a:path extrusionOk="0" h="1437" w="1669">
                <a:moveTo>
                  <a:pt x="318" y="0"/>
                </a:moveTo>
                <a:cubicBezTo>
                  <a:pt x="244" y="0"/>
                  <a:pt x="165" y="37"/>
                  <a:pt x="101" y="102"/>
                </a:cubicBezTo>
                <a:cubicBezTo>
                  <a:pt x="1" y="169"/>
                  <a:pt x="67" y="335"/>
                  <a:pt x="134" y="435"/>
                </a:cubicBezTo>
                <a:lnTo>
                  <a:pt x="1268" y="1369"/>
                </a:lnTo>
                <a:cubicBezTo>
                  <a:pt x="1301" y="1436"/>
                  <a:pt x="1402" y="1436"/>
                  <a:pt x="1435" y="1436"/>
                </a:cubicBezTo>
                <a:cubicBezTo>
                  <a:pt x="1535" y="1436"/>
                  <a:pt x="1568" y="1369"/>
                  <a:pt x="1602" y="1336"/>
                </a:cubicBezTo>
                <a:cubicBezTo>
                  <a:pt x="1668" y="1269"/>
                  <a:pt x="1635" y="1103"/>
                  <a:pt x="1568" y="1002"/>
                </a:cubicBezTo>
                <a:lnTo>
                  <a:pt x="434" y="35"/>
                </a:lnTo>
                <a:cubicBezTo>
                  <a:pt x="399" y="11"/>
                  <a:pt x="359" y="0"/>
                  <a:pt x="318" y="0"/>
                </a:cubicBezTo>
                <a:close/>
              </a:path>
            </a:pathLst>
          </a:custGeom>
          <a:solidFill>
            <a:srgbClr val="F5FDFF"/>
          </a:solidFill>
          <a:ln>
            <a:noFill/>
          </a:ln>
        </p:spPr>
        <p:txBody>
          <a:bodyPr anchorCtr="0" anchor="ctr" bIns="19800" lIns="91425" spcFirstLastPara="1" rIns="91425" wrap="square" tIns="19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7" name="Google Shape;67;g39aa05ee8ab_0_110"/>
          <p:cNvSpPr/>
          <p:nvPr/>
        </p:nvSpPr>
        <p:spPr>
          <a:xfrm>
            <a:off x="5304600" y="1291680"/>
            <a:ext cx="331566" cy="282232"/>
          </a:xfrm>
          <a:custGeom>
            <a:rect b="b" l="l" r="r" t="t"/>
            <a:pathLst>
              <a:path extrusionOk="0" h="10236" w="12010">
                <a:moveTo>
                  <a:pt x="277" y="1"/>
                </a:moveTo>
                <a:cubicBezTo>
                  <a:pt x="207" y="1"/>
                  <a:pt x="126" y="36"/>
                  <a:pt x="68" y="95"/>
                </a:cubicBezTo>
                <a:cubicBezTo>
                  <a:pt x="1" y="161"/>
                  <a:pt x="34" y="328"/>
                  <a:pt x="134" y="428"/>
                </a:cubicBezTo>
                <a:lnTo>
                  <a:pt x="2403" y="2396"/>
                </a:lnTo>
                <a:cubicBezTo>
                  <a:pt x="2469" y="2430"/>
                  <a:pt x="2536" y="2430"/>
                  <a:pt x="2569" y="2430"/>
                </a:cubicBezTo>
                <a:cubicBezTo>
                  <a:pt x="2670" y="2430"/>
                  <a:pt x="2736" y="2396"/>
                  <a:pt x="2736" y="2329"/>
                </a:cubicBezTo>
                <a:cubicBezTo>
                  <a:pt x="2836" y="2263"/>
                  <a:pt x="2803" y="2096"/>
                  <a:pt x="2703" y="1996"/>
                </a:cubicBezTo>
                <a:lnTo>
                  <a:pt x="401" y="61"/>
                </a:lnTo>
                <a:cubicBezTo>
                  <a:pt x="373" y="19"/>
                  <a:pt x="328" y="1"/>
                  <a:pt x="277" y="1"/>
                </a:cubicBezTo>
                <a:close/>
                <a:moveTo>
                  <a:pt x="4870" y="3928"/>
                </a:moveTo>
                <a:cubicBezTo>
                  <a:pt x="4792" y="3928"/>
                  <a:pt x="4712" y="3956"/>
                  <a:pt x="4671" y="3997"/>
                </a:cubicBezTo>
                <a:cubicBezTo>
                  <a:pt x="4571" y="4097"/>
                  <a:pt x="4638" y="4264"/>
                  <a:pt x="4704" y="4331"/>
                </a:cubicBezTo>
                <a:lnTo>
                  <a:pt x="7006" y="6299"/>
                </a:lnTo>
                <a:cubicBezTo>
                  <a:pt x="7039" y="6332"/>
                  <a:pt x="7139" y="6332"/>
                  <a:pt x="7173" y="6332"/>
                </a:cubicBezTo>
                <a:cubicBezTo>
                  <a:pt x="7239" y="6332"/>
                  <a:pt x="7306" y="6299"/>
                  <a:pt x="7340" y="6266"/>
                </a:cubicBezTo>
                <a:cubicBezTo>
                  <a:pt x="7406" y="6166"/>
                  <a:pt x="7373" y="5999"/>
                  <a:pt x="7306" y="5932"/>
                </a:cubicBezTo>
                <a:lnTo>
                  <a:pt x="5005" y="3964"/>
                </a:lnTo>
                <a:cubicBezTo>
                  <a:pt x="4966" y="3938"/>
                  <a:pt x="4918" y="3928"/>
                  <a:pt x="4870" y="3928"/>
                </a:cubicBezTo>
                <a:close/>
                <a:moveTo>
                  <a:pt x="9473" y="7799"/>
                </a:moveTo>
                <a:cubicBezTo>
                  <a:pt x="9398" y="7799"/>
                  <a:pt x="9305" y="7836"/>
                  <a:pt x="9241" y="7900"/>
                </a:cubicBezTo>
                <a:cubicBezTo>
                  <a:pt x="9174" y="7967"/>
                  <a:pt x="9208" y="8134"/>
                  <a:pt x="9308" y="8200"/>
                </a:cubicBezTo>
                <a:lnTo>
                  <a:pt x="11576" y="10168"/>
                </a:lnTo>
                <a:cubicBezTo>
                  <a:pt x="11643" y="10235"/>
                  <a:pt x="11709" y="10235"/>
                  <a:pt x="11743" y="10235"/>
                </a:cubicBezTo>
                <a:cubicBezTo>
                  <a:pt x="11809" y="10235"/>
                  <a:pt x="11876" y="10168"/>
                  <a:pt x="11909" y="10135"/>
                </a:cubicBezTo>
                <a:cubicBezTo>
                  <a:pt x="12010" y="10068"/>
                  <a:pt x="11976" y="9902"/>
                  <a:pt x="11876" y="9801"/>
                </a:cubicBezTo>
                <a:lnTo>
                  <a:pt x="9574" y="7833"/>
                </a:lnTo>
                <a:cubicBezTo>
                  <a:pt x="9551" y="7810"/>
                  <a:pt x="9515" y="7799"/>
                  <a:pt x="9473" y="7799"/>
                </a:cubicBezTo>
                <a:close/>
              </a:path>
            </a:pathLst>
          </a:custGeom>
          <a:solidFill>
            <a:srgbClr val="F5F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8" name="Google Shape;68;g39aa05ee8ab_0_110"/>
          <p:cNvSpPr/>
          <p:nvPr/>
        </p:nvSpPr>
        <p:spPr>
          <a:xfrm>
            <a:off x="5683320" y="1615680"/>
            <a:ext cx="45718" cy="38880"/>
          </a:xfrm>
          <a:custGeom>
            <a:rect b="b" l="l" r="r" t="t"/>
            <a:pathLst>
              <a:path extrusionOk="0" h="1420" w="1669">
                <a:moveTo>
                  <a:pt x="305" y="1"/>
                </a:moveTo>
                <a:cubicBezTo>
                  <a:pt x="225" y="1"/>
                  <a:pt x="143" y="43"/>
                  <a:pt x="101" y="85"/>
                </a:cubicBezTo>
                <a:cubicBezTo>
                  <a:pt x="1" y="185"/>
                  <a:pt x="34" y="352"/>
                  <a:pt x="134" y="418"/>
                </a:cubicBezTo>
                <a:lnTo>
                  <a:pt x="1235" y="1386"/>
                </a:lnTo>
                <a:cubicBezTo>
                  <a:pt x="1302" y="1419"/>
                  <a:pt x="1368" y="1419"/>
                  <a:pt x="1435" y="1419"/>
                </a:cubicBezTo>
                <a:cubicBezTo>
                  <a:pt x="1502" y="1419"/>
                  <a:pt x="1602" y="1386"/>
                  <a:pt x="1602" y="1319"/>
                </a:cubicBezTo>
                <a:cubicBezTo>
                  <a:pt x="1669" y="1252"/>
                  <a:pt x="1635" y="1086"/>
                  <a:pt x="1535" y="1019"/>
                </a:cubicBezTo>
                <a:lnTo>
                  <a:pt x="434" y="52"/>
                </a:lnTo>
                <a:cubicBezTo>
                  <a:pt x="398" y="15"/>
                  <a:pt x="352" y="1"/>
                  <a:pt x="305" y="1"/>
                </a:cubicBezTo>
                <a:close/>
              </a:path>
            </a:pathLst>
          </a:custGeom>
          <a:solidFill>
            <a:srgbClr val="F5FDFF"/>
          </a:solidFill>
          <a:ln>
            <a:noFill/>
          </a:ln>
        </p:spPr>
        <p:txBody>
          <a:bodyPr anchorCtr="0" anchor="ctr" bIns="19425" lIns="91425" spcFirstLastPara="1" rIns="91425" wrap="square" tIns="19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9" name="Google Shape;69;g39aa05ee8ab_0_110"/>
          <p:cNvSpPr/>
          <p:nvPr/>
        </p:nvSpPr>
        <p:spPr>
          <a:xfrm>
            <a:off x="5063760" y="1075320"/>
            <a:ext cx="149043" cy="136441"/>
          </a:xfrm>
          <a:custGeom>
            <a:rect b="b" l="l" r="r" t="t"/>
            <a:pathLst>
              <a:path extrusionOk="0" h="4948" w="5405">
                <a:moveTo>
                  <a:pt x="2714" y="0"/>
                </a:moveTo>
                <a:cubicBezTo>
                  <a:pt x="2535" y="0"/>
                  <a:pt x="2353" y="20"/>
                  <a:pt x="2169" y="61"/>
                </a:cubicBezTo>
                <a:cubicBezTo>
                  <a:pt x="835" y="328"/>
                  <a:pt x="1" y="1662"/>
                  <a:pt x="268" y="2997"/>
                </a:cubicBezTo>
                <a:cubicBezTo>
                  <a:pt x="530" y="4163"/>
                  <a:pt x="1583" y="4948"/>
                  <a:pt x="2736" y="4948"/>
                </a:cubicBezTo>
                <a:cubicBezTo>
                  <a:pt x="2901" y="4948"/>
                  <a:pt x="3069" y="4932"/>
                  <a:pt x="3236" y="4898"/>
                </a:cubicBezTo>
                <a:cubicBezTo>
                  <a:pt x="4571" y="4598"/>
                  <a:pt x="5405" y="3264"/>
                  <a:pt x="5104" y="1929"/>
                </a:cubicBezTo>
                <a:cubicBezTo>
                  <a:pt x="4817" y="779"/>
                  <a:pt x="3834" y="0"/>
                  <a:pt x="2714" y="0"/>
                </a:cubicBezTo>
                <a:close/>
              </a:path>
            </a:pathLst>
          </a:custGeom>
          <a:solidFill>
            <a:srgbClr val="35CFDB"/>
          </a:solidFill>
          <a:ln>
            <a:noFill/>
          </a:ln>
        </p:spPr>
        <p:txBody>
          <a:bodyPr anchorCtr="0" anchor="ctr" bIns="68400" lIns="91425" spcFirstLastPara="1" rIns="91425" wrap="square" tIns="68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0" name="Google Shape;70;g39aa05ee8ab_0_110"/>
          <p:cNvSpPr/>
          <p:nvPr/>
        </p:nvSpPr>
        <p:spPr>
          <a:xfrm>
            <a:off x="5142240" y="191880"/>
            <a:ext cx="371155" cy="345234"/>
          </a:xfrm>
          <a:custGeom>
            <a:rect b="b" l="l" r="r" t="t"/>
            <a:pathLst>
              <a:path extrusionOk="0" h="12513" w="13444">
                <a:moveTo>
                  <a:pt x="6759" y="0"/>
                </a:moveTo>
                <a:cubicBezTo>
                  <a:pt x="6422" y="0"/>
                  <a:pt x="6081" y="28"/>
                  <a:pt x="5738" y="85"/>
                </a:cubicBezTo>
                <a:cubicBezTo>
                  <a:pt x="2335" y="619"/>
                  <a:pt x="0" y="3854"/>
                  <a:pt x="567" y="7257"/>
                </a:cubicBezTo>
                <a:cubicBezTo>
                  <a:pt x="1047" y="10316"/>
                  <a:pt x="3684" y="12512"/>
                  <a:pt x="6708" y="12512"/>
                </a:cubicBezTo>
                <a:cubicBezTo>
                  <a:pt x="7048" y="12512"/>
                  <a:pt x="7392" y="12484"/>
                  <a:pt x="7739" y="12427"/>
                </a:cubicBezTo>
                <a:cubicBezTo>
                  <a:pt x="11141" y="11893"/>
                  <a:pt x="13443" y="8658"/>
                  <a:pt x="12909" y="5255"/>
                </a:cubicBezTo>
                <a:cubicBezTo>
                  <a:pt x="12399" y="2196"/>
                  <a:pt x="9759" y="0"/>
                  <a:pt x="6759" y="0"/>
                </a:cubicBezTo>
                <a:close/>
              </a:path>
            </a:pathLst>
          </a:custGeom>
          <a:solidFill>
            <a:srgbClr val="A6A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1" name="Google Shape;71;g39aa05ee8ab_0_110"/>
          <p:cNvSpPr/>
          <p:nvPr/>
        </p:nvSpPr>
        <p:spPr>
          <a:xfrm>
            <a:off x="5187240" y="223560"/>
            <a:ext cx="281511" cy="281511"/>
          </a:xfrm>
          <a:custGeom>
            <a:rect b="b" l="l" r="r" t="t"/>
            <a:pathLst>
              <a:path extrusionOk="0" h="10208" w="10208">
                <a:moveTo>
                  <a:pt x="5104" y="0"/>
                </a:moveTo>
                <a:cubicBezTo>
                  <a:pt x="2302" y="0"/>
                  <a:pt x="1" y="2302"/>
                  <a:pt x="1" y="5104"/>
                </a:cubicBezTo>
                <a:cubicBezTo>
                  <a:pt x="1" y="7906"/>
                  <a:pt x="2302" y="10208"/>
                  <a:pt x="5104" y="10208"/>
                </a:cubicBezTo>
                <a:cubicBezTo>
                  <a:pt x="7906" y="10208"/>
                  <a:pt x="10208" y="7906"/>
                  <a:pt x="10208" y="5104"/>
                </a:cubicBezTo>
                <a:cubicBezTo>
                  <a:pt x="10208" y="2269"/>
                  <a:pt x="7906" y="34"/>
                  <a:pt x="5104" y="0"/>
                </a:cubicBezTo>
                <a:close/>
              </a:path>
            </a:pathLst>
          </a:custGeom>
          <a:solidFill>
            <a:srgbClr val="7789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2" name="Google Shape;72;g39aa05ee8ab_0_110"/>
          <p:cNvSpPr/>
          <p:nvPr/>
        </p:nvSpPr>
        <p:spPr>
          <a:xfrm>
            <a:off x="8027280" y="568080"/>
            <a:ext cx="68757" cy="68757"/>
          </a:xfrm>
          <a:custGeom>
            <a:rect b="b" l="l" r="r" t="t"/>
            <a:pathLst>
              <a:path extrusionOk="0" h="2503" w="2503">
                <a:moveTo>
                  <a:pt x="1234" y="1"/>
                </a:moveTo>
                <a:cubicBezTo>
                  <a:pt x="534" y="1"/>
                  <a:pt x="0" y="535"/>
                  <a:pt x="0" y="1268"/>
                </a:cubicBezTo>
                <a:cubicBezTo>
                  <a:pt x="0" y="1969"/>
                  <a:pt x="534" y="2503"/>
                  <a:pt x="1234" y="2503"/>
                </a:cubicBezTo>
                <a:cubicBezTo>
                  <a:pt x="1968" y="2503"/>
                  <a:pt x="2502" y="1969"/>
                  <a:pt x="2502" y="1268"/>
                </a:cubicBezTo>
                <a:cubicBezTo>
                  <a:pt x="2502" y="601"/>
                  <a:pt x="1902" y="1"/>
                  <a:pt x="1234" y="1"/>
                </a:cubicBezTo>
                <a:close/>
              </a:path>
            </a:pathLst>
          </a:custGeom>
          <a:solidFill>
            <a:srgbClr val="B6F2FC"/>
          </a:solidFill>
          <a:ln>
            <a:noFill/>
          </a:ln>
        </p:spPr>
        <p:txBody>
          <a:bodyPr anchorCtr="0" anchor="ctr" bIns="34550" lIns="91425" spcFirstLastPara="1" rIns="91425" wrap="square" tIns="34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3" name="Google Shape;73;g39aa05ee8ab_0_110"/>
          <p:cNvSpPr/>
          <p:nvPr/>
        </p:nvSpPr>
        <p:spPr>
          <a:xfrm>
            <a:off x="8019000" y="559800"/>
            <a:ext cx="85317" cy="85317"/>
          </a:xfrm>
          <a:custGeom>
            <a:rect b="b" l="l" r="r" t="t"/>
            <a:pathLst>
              <a:path extrusionOk="0" h="3103" w="3103">
                <a:moveTo>
                  <a:pt x="1534" y="601"/>
                </a:moveTo>
                <a:cubicBezTo>
                  <a:pt x="2035" y="601"/>
                  <a:pt x="2502" y="1001"/>
                  <a:pt x="2502" y="1568"/>
                </a:cubicBezTo>
                <a:cubicBezTo>
                  <a:pt x="2502" y="2102"/>
                  <a:pt x="2102" y="2502"/>
                  <a:pt x="1534" y="2502"/>
                </a:cubicBezTo>
                <a:cubicBezTo>
                  <a:pt x="1001" y="2502"/>
                  <a:pt x="600" y="2102"/>
                  <a:pt x="600" y="1568"/>
                </a:cubicBezTo>
                <a:cubicBezTo>
                  <a:pt x="600" y="1001"/>
                  <a:pt x="1001" y="601"/>
                  <a:pt x="1534" y="601"/>
                </a:cubicBezTo>
                <a:close/>
                <a:moveTo>
                  <a:pt x="1534" y="1"/>
                </a:moveTo>
                <a:cubicBezTo>
                  <a:pt x="701" y="1"/>
                  <a:pt x="0" y="734"/>
                  <a:pt x="0" y="1568"/>
                </a:cubicBezTo>
                <a:cubicBezTo>
                  <a:pt x="0" y="2402"/>
                  <a:pt x="701" y="3103"/>
                  <a:pt x="1534" y="3103"/>
                </a:cubicBezTo>
                <a:cubicBezTo>
                  <a:pt x="2368" y="3103"/>
                  <a:pt x="3036" y="2436"/>
                  <a:pt x="3102" y="1568"/>
                </a:cubicBezTo>
                <a:cubicBezTo>
                  <a:pt x="3102" y="734"/>
                  <a:pt x="2368" y="1"/>
                  <a:pt x="153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2825" lIns="91425" spcFirstLastPara="1" rIns="91425" wrap="square" tIns="42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4" name="Google Shape;74;g39aa05ee8ab_0_110"/>
          <p:cNvSpPr/>
          <p:nvPr/>
        </p:nvSpPr>
        <p:spPr>
          <a:xfrm>
            <a:off x="7860240" y="738720"/>
            <a:ext cx="84602" cy="85321"/>
          </a:xfrm>
          <a:custGeom>
            <a:rect b="b" l="l" r="r" t="t"/>
            <a:pathLst>
              <a:path extrusionOk="0" h="3104" w="3070">
                <a:moveTo>
                  <a:pt x="1535" y="601"/>
                </a:moveTo>
                <a:cubicBezTo>
                  <a:pt x="2069" y="601"/>
                  <a:pt x="2536" y="1035"/>
                  <a:pt x="2502" y="1535"/>
                </a:cubicBezTo>
                <a:cubicBezTo>
                  <a:pt x="2502" y="2069"/>
                  <a:pt x="2069" y="2503"/>
                  <a:pt x="1535" y="2503"/>
                </a:cubicBezTo>
                <a:cubicBezTo>
                  <a:pt x="1001" y="2503"/>
                  <a:pt x="568" y="2069"/>
                  <a:pt x="568" y="1535"/>
                </a:cubicBezTo>
                <a:cubicBezTo>
                  <a:pt x="568" y="1002"/>
                  <a:pt x="1001" y="601"/>
                  <a:pt x="1535" y="601"/>
                </a:cubicBezTo>
                <a:close/>
                <a:moveTo>
                  <a:pt x="1535" y="1"/>
                </a:moveTo>
                <a:cubicBezTo>
                  <a:pt x="701" y="1"/>
                  <a:pt x="1" y="701"/>
                  <a:pt x="1" y="1535"/>
                </a:cubicBezTo>
                <a:cubicBezTo>
                  <a:pt x="1" y="2369"/>
                  <a:pt x="701" y="3103"/>
                  <a:pt x="1535" y="3103"/>
                </a:cubicBezTo>
                <a:cubicBezTo>
                  <a:pt x="2402" y="3103"/>
                  <a:pt x="3069" y="2369"/>
                  <a:pt x="3069" y="1535"/>
                </a:cubicBezTo>
                <a:cubicBezTo>
                  <a:pt x="3069" y="701"/>
                  <a:pt x="2369" y="1"/>
                  <a:pt x="153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2825" lIns="91425" spcFirstLastPara="1" rIns="91425" wrap="square" tIns="42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5" name="Google Shape;75;g39aa05ee8ab_0_110"/>
          <p:cNvSpPr/>
          <p:nvPr/>
        </p:nvSpPr>
        <p:spPr>
          <a:xfrm>
            <a:off x="7838280" y="496080"/>
            <a:ext cx="15479" cy="213489"/>
          </a:xfrm>
          <a:custGeom>
            <a:rect b="b" l="l" r="r" t="t"/>
            <a:pathLst>
              <a:path extrusionOk="0" h="7740" w="568">
                <a:moveTo>
                  <a:pt x="300" y="1"/>
                </a:moveTo>
                <a:cubicBezTo>
                  <a:pt x="133" y="1"/>
                  <a:pt x="0" y="134"/>
                  <a:pt x="0" y="301"/>
                </a:cubicBezTo>
                <a:lnTo>
                  <a:pt x="0" y="7440"/>
                </a:lnTo>
                <a:cubicBezTo>
                  <a:pt x="0" y="7606"/>
                  <a:pt x="133" y="7740"/>
                  <a:pt x="300" y="7740"/>
                </a:cubicBezTo>
                <a:cubicBezTo>
                  <a:pt x="400" y="7740"/>
                  <a:pt x="534" y="7606"/>
                  <a:pt x="567" y="7440"/>
                </a:cubicBezTo>
                <a:lnTo>
                  <a:pt x="567" y="301"/>
                </a:lnTo>
                <a:cubicBezTo>
                  <a:pt x="567" y="134"/>
                  <a:pt x="467" y="1"/>
                  <a:pt x="300" y="1"/>
                </a:cubicBezTo>
                <a:close/>
              </a:path>
            </a:pathLst>
          </a:custGeom>
          <a:solidFill>
            <a:srgbClr val="B6F2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6" name="Google Shape;76;g39aa05ee8ab_0_110"/>
          <p:cNvSpPr/>
          <p:nvPr/>
        </p:nvSpPr>
        <p:spPr>
          <a:xfrm>
            <a:off x="7738560" y="594720"/>
            <a:ext cx="213489" cy="15479"/>
          </a:xfrm>
          <a:custGeom>
            <a:rect b="b" l="l" r="r" t="t"/>
            <a:pathLst>
              <a:path extrusionOk="0" h="568" w="7740">
                <a:moveTo>
                  <a:pt x="301" y="0"/>
                </a:moveTo>
                <a:cubicBezTo>
                  <a:pt x="134" y="0"/>
                  <a:pt x="0" y="134"/>
                  <a:pt x="0" y="300"/>
                </a:cubicBezTo>
                <a:cubicBezTo>
                  <a:pt x="0" y="467"/>
                  <a:pt x="134" y="567"/>
                  <a:pt x="301" y="567"/>
                </a:cubicBezTo>
                <a:lnTo>
                  <a:pt x="7439" y="567"/>
                </a:lnTo>
                <a:cubicBezTo>
                  <a:pt x="7606" y="567"/>
                  <a:pt x="7739" y="467"/>
                  <a:pt x="7739" y="300"/>
                </a:cubicBezTo>
                <a:cubicBezTo>
                  <a:pt x="7739" y="100"/>
                  <a:pt x="7606" y="0"/>
                  <a:pt x="743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7900" lIns="91425" spcFirstLastPara="1" rIns="91425" wrap="square" tIns="7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7" name="Google Shape;77;g39aa05ee8ab_0_110"/>
          <p:cNvSpPr/>
          <p:nvPr/>
        </p:nvSpPr>
        <p:spPr>
          <a:xfrm>
            <a:off x="8411400" y="707400"/>
            <a:ext cx="547904" cy="547932"/>
          </a:xfrm>
          <a:custGeom>
            <a:rect b="b" l="l" r="r" t="t"/>
            <a:pathLst>
              <a:path extrusionOk="0" h="19849" w="19848">
                <a:moveTo>
                  <a:pt x="9640" y="935"/>
                </a:moveTo>
                <a:lnTo>
                  <a:pt x="9640" y="3803"/>
                </a:lnTo>
                <a:cubicBezTo>
                  <a:pt x="8907" y="3803"/>
                  <a:pt x="8173" y="3803"/>
                  <a:pt x="7506" y="3837"/>
                </a:cubicBezTo>
                <a:cubicBezTo>
                  <a:pt x="8306" y="2469"/>
                  <a:pt x="9140" y="1468"/>
                  <a:pt x="9640" y="935"/>
                </a:cubicBezTo>
                <a:close/>
                <a:moveTo>
                  <a:pt x="10241" y="801"/>
                </a:moveTo>
                <a:cubicBezTo>
                  <a:pt x="10741" y="1302"/>
                  <a:pt x="11742" y="2436"/>
                  <a:pt x="12643" y="4004"/>
                </a:cubicBezTo>
                <a:cubicBezTo>
                  <a:pt x="11809" y="3937"/>
                  <a:pt x="11008" y="3837"/>
                  <a:pt x="10241" y="3837"/>
                </a:cubicBezTo>
                <a:lnTo>
                  <a:pt x="10241" y="801"/>
                </a:lnTo>
                <a:close/>
                <a:moveTo>
                  <a:pt x="9073" y="768"/>
                </a:moveTo>
                <a:lnTo>
                  <a:pt x="9073" y="768"/>
                </a:lnTo>
                <a:cubicBezTo>
                  <a:pt x="8440" y="1435"/>
                  <a:pt x="7572" y="2503"/>
                  <a:pt x="6805" y="3937"/>
                </a:cubicBezTo>
                <a:cubicBezTo>
                  <a:pt x="5771" y="4004"/>
                  <a:pt x="4837" y="4170"/>
                  <a:pt x="4003" y="4337"/>
                </a:cubicBezTo>
                <a:cubicBezTo>
                  <a:pt x="5237" y="2636"/>
                  <a:pt x="6972" y="1402"/>
                  <a:pt x="9073" y="768"/>
                </a:cubicBezTo>
                <a:close/>
                <a:moveTo>
                  <a:pt x="10975" y="768"/>
                </a:moveTo>
                <a:lnTo>
                  <a:pt x="10975" y="768"/>
                </a:lnTo>
                <a:cubicBezTo>
                  <a:pt x="13176" y="1402"/>
                  <a:pt x="15011" y="2803"/>
                  <a:pt x="16245" y="4637"/>
                </a:cubicBezTo>
                <a:cubicBezTo>
                  <a:pt x="15244" y="4437"/>
                  <a:pt x="14277" y="4237"/>
                  <a:pt x="13310" y="4104"/>
                </a:cubicBezTo>
                <a:cubicBezTo>
                  <a:pt x="12509" y="2603"/>
                  <a:pt x="11608" y="1468"/>
                  <a:pt x="10975" y="768"/>
                </a:cubicBezTo>
                <a:close/>
                <a:moveTo>
                  <a:pt x="6805" y="1102"/>
                </a:moveTo>
                <a:lnTo>
                  <a:pt x="6805" y="1102"/>
                </a:lnTo>
                <a:cubicBezTo>
                  <a:pt x="5337" y="1935"/>
                  <a:pt x="4103" y="3103"/>
                  <a:pt x="3169" y="4571"/>
                </a:cubicBezTo>
                <a:cubicBezTo>
                  <a:pt x="2769" y="4671"/>
                  <a:pt x="2402" y="4771"/>
                  <a:pt x="2002" y="4871"/>
                </a:cubicBezTo>
                <a:cubicBezTo>
                  <a:pt x="3169" y="3136"/>
                  <a:pt x="4837" y="1802"/>
                  <a:pt x="6805" y="1102"/>
                </a:cubicBezTo>
                <a:close/>
                <a:moveTo>
                  <a:pt x="13543" y="1302"/>
                </a:moveTo>
                <a:lnTo>
                  <a:pt x="13543" y="1302"/>
                </a:lnTo>
                <a:cubicBezTo>
                  <a:pt x="15411" y="2069"/>
                  <a:pt x="16946" y="3437"/>
                  <a:pt x="17980" y="5138"/>
                </a:cubicBezTo>
                <a:cubicBezTo>
                  <a:pt x="17646" y="5038"/>
                  <a:pt x="17346" y="4971"/>
                  <a:pt x="17012" y="4871"/>
                </a:cubicBezTo>
                <a:cubicBezTo>
                  <a:pt x="16178" y="3437"/>
                  <a:pt x="14978" y="2169"/>
                  <a:pt x="13543" y="1302"/>
                </a:cubicBezTo>
                <a:close/>
                <a:moveTo>
                  <a:pt x="6505" y="4471"/>
                </a:moveTo>
                <a:lnTo>
                  <a:pt x="6505" y="4471"/>
                </a:lnTo>
                <a:cubicBezTo>
                  <a:pt x="5838" y="5838"/>
                  <a:pt x="5337" y="7506"/>
                  <a:pt x="5271" y="9341"/>
                </a:cubicBezTo>
                <a:lnTo>
                  <a:pt x="5271" y="9574"/>
                </a:lnTo>
                <a:lnTo>
                  <a:pt x="2268" y="9574"/>
                </a:lnTo>
                <a:cubicBezTo>
                  <a:pt x="2302" y="7906"/>
                  <a:pt x="2802" y="6339"/>
                  <a:pt x="3603" y="4971"/>
                </a:cubicBezTo>
                <a:cubicBezTo>
                  <a:pt x="4103" y="4871"/>
                  <a:pt x="4737" y="4771"/>
                  <a:pt x="5337" y="4637"/>
                </a:cubicBezTo>
                <a:cubicBezTo>
                  <a:pt x="5738" y="4604"/>
                  <a:pt x="6105" y="4504"/>
                  <a:pt x="6505" y="4471"/>
                </a:cubicBezTo>
                <a:close/>
                <a:moveTo>
                  <a:pt x="2802" y="5238"/>
                </a:moveTo>
                <a:cubicBezTo>
                  <a:pt x="2135" y="6539"/>
                  <a:pt x="1735" y="8006"/>
                  <a:pt x="1668" y="9608"/>
                </a:cubicBezTo>
                <a:lnTo>
                  <a:pt x="567" y="9608"/>
                </a:lnTo>
                <a:cubicBezTo>
                  <a:pt x="601" y="8173"/>
                  <a:pt x="968" y="6806"/>
                  <a:pt x="1601" y="5638"/>
                </a:cubicBezTo>
                <a:cubicBezTo>
                  <a:pt x="1935" y="5505"/>
                  <a:pt x="2335" y="5405"/>
                  <a:pt x="2802" y="5238"/>
                </a:cubicBezTo>
                <a:close/>
                <a:moveTo>
                  <a:pt x="8888" y="4376"/>
                </a:moveTo>
                <a:cubicBezTo>
                  <a:pt x="9135" y="4376"/>
                  <a:pt x="9386" y="4384"/>
                  <a:pt x="9640" y="4404"/>
                </a:cubicBezTo>
                <a:lnTo>
                  <a:pt x="9640" y="9608"/>
                </a:lnTo>
                <a:lnTo>
                  <a:pt x="5804" y="9608"/>
                </a:lnTo>
                <a:lnTo>
                  <a:pt x="5804" y="9441"/>
                </a:lnTo>
                <a:cubicBezTo>
                  <a:pt x="5904" y="7506"/>
                  <a:pt x="6471" y="5838"/>
                  <a:pt x="7172" y="4471"/>
                </a:cubicBezTo>
                <a:cubicBezTo>
                  <a:pt x="7714" y="4423"/>
                  <a:pt x="8290" y="4376"/>
                  <a:pt x="8888" y="4376"/>
                </a:cubicBezTo>
                <a:close/>
                <a:moveTo>
                  <a:pt x="10241" y="4404"/>
                </a:moveTo>
                <a:cubicBezTo>
                  <a:pt x="11075" y="4437"/>
                  <a:pt x="11975" y="4504"/>
                  <a:pt x="12943" y="4637"/>
                </a:cubicBezTo>
                <a:cubicBezTo>
                  <a:pt x="13610" y="5972"/>
                  <a:pt x="14144" y="7606"/>
                  <a:pt x="14244" y="9441"/>
                </a:cubicBezTo>
                <a:lnTo>
                  <a:pt x="14244" y="9608"/>
                </a:lnTo>
                <a:lnTo>
                  <a:pt x="10241" y="9608"/>
                </a:lnTo>
                <a:lnTo>
                  <a:pt x="10241" y="4404"/>
                </a:lnTo>
                <a:close/>
                <a:moveTo>
                  <a:pt x="13643" y="4737"/>
                </a:moveTo>
                <a:cubicBezTo>
                  <a:pt x="14611" y="4871"/>
                  <a:pt x="15611" y="5104"/>
                  <a:pt x="16679" y="5338"/>
                </a:cubicBezTo>
                <a:cubicBezTo>
                  <a:pt x="17313" y="6605"/>
                  <a:pt x="17746" y="8073"/>
                  <a:pt x="17813" y="9608"/>
                </a:cubicBezTo>
                <a:lnTo>
                  <a:pt x="14811" y="9608"/>
                </a:lnTo>
                <a:lnTo>
                  <a:pt x="14811" y="9407"/>
                </a:lnTo>
                <a:cubicBezTo>
                  <a:pt x="14744" y="7640"/>
                  <a:pt x="14277" y="6072"/>
                  <a:pt x="13643" y="4737"/>
                </a:cubicBezTo>
                <a:close/>
                <a:moveTo>
                  <a:pt x="17346" y="5571"/>
                </a:moveTo>
                <a:lnTo>
                  <a:pt x="17346" y="5571"/>
                </a:lnTo>
                <a:cubicBezTo>
                  <a:pt x="17679" y="5638"/>
                  <a:pt x="18013" y="5772"/>
                  <a:pt x="18347" y="5838"/>
                </a:cubicBezTo>
                <a:cubicBezTo>
                  <a:pt x="18914" y="6972"/>
                  <a:pt x="19247" y="8273"/>
                  <a:pt x="19314" y="9608"/>
                </a:cubicBezTo>
                <a:lnTo>
                  <a:pt x="18347" y="9608"/>
                </a:lnTo>
                <a:cubicBezTo>
                  <a:pt x="18313" y="8140"/>
                  <a:pt x="17946" y="6806"/>
                  <a:pt x="17346" y="5571"/>
                </a:cubicBezTo>
                <a:close/>
                <a:moveTo>
                  <a:pt x="1668" y="10108"/>
                </a:moveTo>
                <a:lnTo>
                  <a:pt x="1668" y="10141"/>
                </a:lnTo>
                <a:cubicBezTo>
                  <a:pt x="1735" y="11843"/>
                  <a:pt x="2168" y="13477"/>
                  <a:pt x="2969" y="14911"/>
                </a:cubicBezTo>
                <a:cubicBezTo>
                  <a:pt x="2602" y="14811"/>
                  <a:pt x="2235" y="14678"/>
                  <a:pt x="1801" y="14578"/>
                </a:cubicBezTo>
                <a:cubicBezTo>
                  <a:pt x="1068" y="13210"/>
                  <a:pt x="601" y="11742"/>
                  <a:pt x="567" y="10108"/>
                </a:cubicBezTo>
                <a:close/>
                <a:moveTo>
                  <a:pt x="19314" y="10141"/>
                </a:moveTo>
                <a:cubicBezTo>
                  <a:pt x="19281" y="11843"/>
                  <a:pt x="18780" y="13444"/>
                  <a:pt x="17946" y="14811"/>
                </a:cubicBezTo>
                <a:cubicBezTo>
                  <a:pt x="17646" y="14911"/>
                  <a:pt x="17313" y="15012"/>
                  <a:pt x="16946" y="15112"/>
                </a:cubicBezTo>
                <a:cubicBezTo>
                  <a:pt x="17813" y="13677"/>
                  <a:pt x="18313" y="11976"/>
                  <a:pt x="18347" y="10141"/>
                </a:cubicBezTo>
                <a:close/>
                <a:moveTo>
                  <a:pt x="5237" y="10141"/>
                </a:moveTo>
                <a:cubicBezTo>
                  <a:pt x="5271" y="12009"/>
                  <a:pt x="5771" y="13844"/>
                  <a:pt x="6738" y="15679"/>
                </a:cubicBezTo>
                <a:cubicBezTo>
                  <a:pt x="5771" y="15579"/>
                  <a:pt x="4770" y="15345"/>
                  <a:pt x="3736" y="15112"/>
                </a:cubicBezTo>
                <a:cubicBezTo>
                  <a:pt x="2802" y="13677"/>
                  <a:pt x="2268" y="11976"/>
                  <a:pt x="2235" y="10141"/>
                </a:cubicBezTo>
                <a:close/>
                <a:moveTo>
                  <a:pt x="17813" y="10141"/>
                </a:moveTo>
                <a:cubicBezTo>
                  <a:pt x="17780" y="12076"/>
                  <a:pt x="17179" y="13844"/>
                  <a:pt x="16145" y="15345"/>
                </a:cubicBezTo>
                <a:cubicBezTo>
                  <a:pt x="15645" y="15479"/>
                  <a:pt x="15111" y="15612"/>
                  <a:pt x="14511" y="15679"/>
                </a:cubicBezTo>
                <a:cubicBezTo>
                  <a:pt x="14110" y="15779"/>
                  <a:pt x="13677" y="15812"/>
                  <a:pt x="13243" y="15845"/>
                </a:cubicBezTo>
                <a:cubicBezTo>
                  <a:pt x="14244" y="13977"/>
                  <a:pt x="14777" y="12109"/>
                  <a:pt x="14811" y="10141"/>
                </a:cubicBezTo>
                <a:close/>
                <a:moveTo>
                  <a:pt x="9640" y="10141"/>
                </a:moveTo>
                <a:lnTo>
                  <a:pt x="9640" y="15946"/>
                </a:lnTo>
                <a:cubicBezTo>
                  <a:pt x="8940" y="15912"/>
                  <a:pt x="8173" y="15845"/>
                  <a:pt x="7439" y="15779"/>
                </a:cubicBezTo>
                <a:cubicBezTo>
                  <a:pt x="6405" y="13944"/>
                  <a:pt x="5838" y="12076"/>
                  <a:pt x="5804" y="10141"/>
                </a:cubicBezTo>
                <a:close/>
                <a:moveTo>
                  <a:pt x="14244" y="10141"/>
                </a:moveTo>
                <a:cubicBezTo>
                  <a:pt x="14177" y="12109"/>
                  <a:pt x="13610" y="14011"/>
                  <a:pt x="12509" y="15912"/>
                </a:cubicBezTo>
                <a:cubicBezTo>
                  <a:pt x="11809" y="15979"/>
                  <a:pt x="11075" y="15979"/>
                  <a:pt x="10241" y="15979"/>
                </a:cubicBezTo>
                <a:lnTo>
                  <a:pt x="10241" y="10141"/>
                </a:lnTo>
                <a:close/>
                <a:moveTo>
                  <a:pt x="17446" y="15612"/>
                </a:moveTo>
                <a:cubicBezTo>
                  <a:pt x="16445" y="16913"/>
                  <a:pt x="15111" y="17947"/>
                  <a:pt x="13577" y="18614"/>
                </a:cubicBezTo>
                <a:cubicBezTo>
                  <a:pt x="14744" y="17914"/>
                  <a:pt x="15745" y="16946"/>
                  <a:pt x="16512" y="15845"/>
                </a:cubicBezTo>
                <a:cubicBezTo>
                  <a:pt x="16846" y="15779"/>
                  <a:pt x="17146" y="15679"/>
                  <a:pt x="17446" y="15612"/>
                </a:cubicBezTo>
                <a:close/>
                <a:moveTo>
                  <a:pt x="2268" y="15312"/>
                </a:moveTo>
                <a:lnTo>
                  <a:pt x="2268" y="15312"/>
                </a:lnTo>
                <a:cubicBezTo>
                  <a:pt x="2635" y="15445"/>
                  <a:pt x="3002" y="15512"/>
                  <a:pt x="3403" y="15612"/>
                </a:cubicBezTo>
                <a:cubicBezTo>
                  <a:pt x="4270" y="16913"/>
                  <a:pt x="5437" y="18014"/>
                  <a:pt x="6805" y="18781"/>
                </a:cubicBezTo>
                <a:cubicBezTo>
                  <a:pt x="4970" y="18147"/>
                  <a:pt x="3336" y="16913"/>
                  <a:pt x="2268" y="15312"/>
                </a:cubicBezTo>
                <a:close/>
                <a:moveTo>
                  <a:pt x="7772" y="16413"/>
                </a:moveTo>
                <a:lnTo>
                  <a:pt x="7772" y="16413"/>
                </a:lnTo>
                <a:cubicBezTo>
                  <a:pt x="8440" y="16446"/>
                  <a:pt x="9073" y="16479"/>
                  <a:pt x="9640" y="16513"/>
                </a:cubicBezTo>
                <a:lnTo>
                  <a:pt x="9640" y="18914"/>
                </a:lnTo>
                <a:cubicBezTo>
                  <a:pt x="8940" y="18080"/>
                  <a:pt x="8306" y="17246"/>
                  <a:pt x="7772" y="16413"/>
                </a:cubicBezTo>
                <a:close/>
                <a:moveTo>
                  <a:pt x="12176" y="16479"/>
                </a:moveTo>
                <a:lnTo>
                  <a:pt x="12176" y="16479"/>
                </a:lnTo>
                <a:cubicBezTo>
                  <a:pt x="11642" y="17347"/>
                  <a:pt x="10975" y="18247"/>
                  <a:pt x="10241" y="19081"/>
                </a:cubicBezTo>
                <a:lnTo>
                  <a:pt x="10241" y="16513"/>
                </a:lnTo>
                <a:lnTo>
                  <a:pt x="10608" y="16513"/>
                </a:lnTo>
                <a:cubicBezTo>
                  <a:pt x="11141" y="16513"/>
                  <a:pt x="11675" y="16513"/>
                  <a:pt x="12176" y="16479"/>
                </a:cubicBezTo>
                <a:close/>
                <a:moveTo>
                  <a:pt x="4237" y="15812"/>
                </a:moveTo>
                <a:cubicBezTo>
                  <a:pt x="5237" y="16012"/>
                  <a:pt x="6171" y="16179"/>
                  <a:pt x="7105" y="16312"/>
                </a:cubicBezTo>
                <a:cubicBezTo>
                  <a:pt x="7639" y="17280"/>
                  <a:pt x="8339" y="18247"/>
                  <a:pt x="9140" y="19148"/>
                </a:cubicBezTo>
                <a:cubicBezTo>
                  <a:pt x="7139" y="18614"/>
                  <a:pt x="5437" y="17413"/>
                  <a:pt x="4237" y="15812"/>
                </a:cubicBezTo>
                <a:close/>
                <a:moveTo>
                  <a:pt x="15645" y="16012"/>
                </a:moveTo>
                <a:lnTo>
                  <a:pt x="15645" y="16012"/>
                </a:lnTo>
                <a:cubicBezTo>
                  <a:pt x="14444" y="17480"/>
                  <a:pt x="12809" y="18614"/>
                  <a:pt x="10908" y="19148"/>
                </a:cubicBezTo>
                <a:cubicBezTo>
                  <a:pt x="11675" y="18247"/>
                  <a:pt x="12342" y="17347"/>
                  <a:pt x="12909" y="16446"/>
                </a:cubicBezTo>
                <a:cubicBezTo>
                  <a:pt x="13943" y="16346"/>
                  <a:pt x="14844" y="16179"/>
                  <a:pt x="15645" y="16012"/>
                </a:cubicBezTo>
                <a:close/>
                <a:moveTo>
                  <a:pt x="9941" y="1"/>
                </a:moveTo>
                <a:cubicBezTo>
                  <a:pt x="4470" y="1"/>
                  <a:pt x="0" y="4471"/>
                  <a:pt x="0" y="9941"/>
                </a:cubicBezTo>
                <a:cubicBezTo>
                  <a:pt x="0" y="15412"/>
                  <a:pt x="4470" y="19848"/>
                  <a:pt x="9941" y="19848"/>
                </a:cubicBezTo>
                <a:lnTo>
                  <a:pt x="10174" y="19848"/>
                </a:lnTo>
                <a:cubicBezTo>
                  <a:pt x="15511" y="19782"/>
                  <a:pt x="19848" y="15345"/>
                  <a:pt x="19848" y="9941"/>
                </a:cubicBezTo>
                <a:cubicBezTo>
                  <a:pt x="19848" y="4504"/>
                  <a:pt x="15511" y="134"/>
                  <a:pt x="1014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8" name="Google Shape;78;g39aa05ee8ab_0_110"/>
          <p:cNvSpPr/>
          <p:nvPr/>
        </p:nvSpPr>
        <p:spPr>
          <a:xfrm>
            <a:off x="6626160" y="1986480"/>
            <a:ext cx="84602" cy="85317"/>
          </a:xfrm>
          <a:custGeom>
            <a:rect b="b" l="l" r="r" t="t"/>
            <a:pathLst>
              <a:path extrusionOk="0" h="3103" w="3070">
                <a:moveTo>
                  <a:pt x="1535" y="601"/>
                </a:moveTo>
                <a:cubicBezTo>
                  <a:pt x="2068" y="601"/>
                  <a:pt x="2502" y="1034"/>
                  <a:pt x="2502" y="1568"/>
                </a:cubicBezTo>
                <a:cubicBezTo>
                  <a:pt x="2502" y="2102"/>
                  <a:pt x="2068" y="2535"/>
                  <a:pt x="1535" y="2535"/>
                </a:cubicBezTo>
                <a:cubicBezTo>
                  <a:pt x="1001" y="2535"/>
                  <a:pt x="567" y="2102"/>
                  <a:pt x="567" y="1568"/>
                </a:cubicBezTo>
                <a:cubicBezTo>
                  <a:pt x="567" y="1034"/>
                  <a:pt x="1001" y="601"/>
                  <a:pt x="1535" y="601"/>
                </a:cubicBezTo>
                <a:close/>
                <a:moveTo>
                  <a:pt x="1535" y="0"/>
                </a:moveTo>
                <a:cubicBezTo>
                  <a:pt x="701" y="0"/>
                  <a:pt x="0" y="734"/>
                  <a:pt x="0" y="1568"/>
                </a:cubicBezTo>
                <a:cubicBezTo>
                  <a:pt x="0" y="2402"/>
                  <a:pt x="701" y="3102"/>
                  <a:pt x="1535" y="3102"/>
                </a:cubicBezTo>
                <a:cubicBezTo>
                  <a:pt x="2369" y="3102"/>
                  <a:pt x="3069" y="2402"/>
                  <a:pt x="3069" y="1568"/>
                </a:cubicBezTo>
                <a:cubicBezTo>
                  <a:pt x="3069" y="734"/>
                  <a:pt x="2369" y="0"/>
                  <a:pt x="1535" y="0"/>
                </a:cubicBezTo>
                <a:close/>
              </a:path>
            </a:pathLst>
          </a:custGeom>
          <a:solidFill>
            <a:srgbClr val="EDDEFF"/>
          </a:solidFill>
          <a:ln>
            <a:noFill/>
          </a:ln>
        </p:spPr>
        <p:txBody>
          <a:bodyPr anchorCtr="0" anchor="ctr" bIns="42825" lIns="91425" spcFirstLastPara="1" rIns="91425" wrap="square" tIns="42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9" name="Google Shape;79;g39aa05ee8ab_0_110"/>
          <p:cNvSpPr/>
          <p:nvPr/>
        </p:nvSpPr>
        <p:spPr>
          <a:xfrm>
            <a:off x="5553360" y="291960"/>
            <a:ext cx="448552" cy="449287"/>
          </a:xfrm>
          <a:custGeom>
            <a:rect b="b" l="l" r="r" t="t"/>
            <a:pathLst>
              <a:path extrusionOk="0" h="16280" w="16246">
                <a:moveTo>
                  <a:pt x="8106" y="1"/>
                </a:moveTo>
                <a:cubicBezTo>
                  <a:pt x="3636" y="1"/>
                  <a:pt x="0" y="3637"/>
                  <a:pt x="0" y="8140"/>
                </a:cubicBezTo>
                <a:cubicBezTo>
                  <a:pt x="0" y="12643"/>
                  <a:pt x="3636" y="16279"/>
                  <a:pt x="8106" y="16279"/>
                </a:cubicBezTo>
                <a:cubicBezTo>
                  <a:pt x="12609" y="16279"/>
                  <a:pt x="16245" y="12643"/>
                  <a:pt x="16245" y="8140"/>
                </a:cubicBezTo>
                <a:cubicBezTo>
                  <a:pt x="16245" y="3637"/>
                  <a:pt x="12609" y="1"/>
                  <a:pt x="810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0" name="Google Shape;80;g39aa05ee8ab_0_110"/>
          <p:cNvSpPr/>
          <p:nvPr/>
        </p:nvSpPr>
        <p:spPr>
          <a:xfrm>
            <a:off x="5595480" y="334080"/>
            <a:ext cx="363586" cy="364695"/>
          </a:xfrm>
          <a:custGeom>
            <a:rect b="b" l="l" r="r" t="t"/>
            <a:pathLst>
              <a:path extrusionOk="0" h="13210" w="13177">
                <a:moveTo>
                  <a:pt x="6572" y="0"/>
                </a:moveTo>
                <a:cubicBezTo>
                  <a:pt x="2936" y="0"/>
                  <a:pt x="1" y="2969"/>
                  <a:pt x="1" y="6605"/>
                </a:cubicBezTo>
                <a:cubicBezTo>
                  <a:pt x="1" y="10241"/>
                  <a:pt x="2936" y="13210"/>
                  <a:pt x="6572" y="13210"/>
                </a:cubicBezTo>
                <a:cubicBezTo>
                  <a:pt x="10241" y="13210"/>
                  <a:pt x="13177" y="10241"/>
                  <a:pt x="13177" y="6605"/>
                </a:cubicBezTo>
                <a:cubicBezTo>
                  <a:pt x="13177" y="2969"/>
                  <a:pt x="10241" y="0"/>
                  <a:pt x="657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1" name="Google Shape;81;g39aa05ee8ab_0_110"/>
          <p:cNvSpPr/>
          <p:nvPr/>
        </p:nvSpPr>
        <p:spPr>
          <a:xfrm>
            <a:off x="8084160" y="4689360"/>
            <a:ext cx="380176" cy="108364"/>
          </a:xfrm>
          <a:custGeom>
            <a:rect b="b" l="l" r="r" t="t"/>
            <a:pathLst>
              <a:path extrusionOk="0" h="3938" w="13777">
                <a:moveTo>
                  <a:pt x="6872" y="1"/>
                </a:moveTo>
                <a:cubicBezTo>
                  <a:pt x="3069" y="1"/>
                  <a:pt x="0" y="868"/>
                  <a:pt x="0" y="1969"/>
                </a:cubicBezTo>
                <a:cubicBezTo>
                  <a:pt x="0" y="3036"/>
                  <a:pt x="3069" y="3937"/>
                  <a:pt x="6872" y="3937"/>
                </a:cubicBezTo>
                <a:cubicBezTo>
                  <a:pt x="10674" y="3937"/>
                  <a:pt x="13777" y="3036"/>
                  <a:pt x="13777" y="1969"/>
                </a:cubicBezTo>
                <a:cubicBezTo>
                  <a:pt x="13777" y="868"/>
                  <a:pt x="10674" y="1"/>
                  <a:pt x="6872" y="1"/>
                </a:cubicBezTo>
                <a:close/>
              </a:path>
            </a:pathLst>
          </a:custGeom>
          <a:solidFill>
            <a:srgbClr val="3737B7"/>
          </a:solidFill>
          <a:ln>
            <a:noFill/>
          </a:ln>
        </p:spPr>
        <p:txBody>
          <a:bodyPr anchorCtr="0" anchor="ctr" bIns="54350" lIns="91425" spcFirstLastPara="1" rIns="91425" wrap="square" tIns="54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2" name="Google Shape;82;g39aa05ee8ab_0_110"/>
          <p:cNvSpPr/>
          <p:nvPr/>
        </p:nvSpPr>
        <p:spPr>
          <a:xfrm>
            <a:off x="8101440" y="4486680"/>
            <a:ext cx="207006" cy="262445"/>
          </a:xfrm>
          <a:custGeom>
            <a:rect b="b" l="l" r="r" t="t"/>
            <a:pathLst>
              <a:path extrusionOk="0" h="9508" w="7507">
                <a:moveTo>
                  <a:pt x="1" y="0"/>
                </a:moveTo>
                <a:lnTo>
                  <a:pt x="1969" y="7205"/>
                </a:lnTo>
                <a:cubicBezTo>
                  <a:pt x="2336" y="8606"/>
                  <a:pt x="3570" y="9507"/>
                  <a:pt x="5005" y="9507"/>
                </a:cubicBezTo>
                <a:lnTo>
                  <a:pt x="7506" y="9507"/>
                </a:lnTo>
                <a:cubicBezTo>
                  <a:pt x="4304" y="7539"/>
                  <a:pt x="3904" y="4037"/>
                  <a:pt x="4071" y="1668"/>
                </a:cubicBezTo>
                <a:cubicBezTo>
                  <a:pt x="2002" y="1435"/>
                  <a:pt x="468" y="801"/>
                  <a:pt x="1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3" name="Google Shape;83;g39aa05ee8ab_0_110"/>
          <p:cNvSpPr/>
          <p:nvPr/>
        </p:nvSpPr>
        <p:spPr>
          <a:xfrm>
            <a:off x="6204960" y="4708800"/>
            <a:ext cx="810739" cy="130686"/>
          </a:xfrm>
          <a:custGeom>
            <a:rect b="b" l="l" r="r" t="t"/>
            <a:pathLst>
              <a:path extrusionOk="0" h="4738" w="29356">
                <a:moveTo>
                  <a:pt x="1" y="0"/>
                </a:moveTo>
                <a:lnTo>
                  <a:pt x="1" y="4737"/>
                </a:lnTo>
                <a:lnTo>
                  <a:pt x="27020" y="4737"/>
                </a:lnTo>
                <a:cubicBezTo>
                  <a:pt x="28321" y="4737"/>
                  <a:pt x="29355" y="3670"/>
                  <a:pt x="29355" y="2335"/>
                </a:cubicBezTo>
                <a:cubicBezTo>
                  <a:pt x="29355" y="1068"/>
                  <a:pt x="28321" y="0"/>
                  <a:pt x="2702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65500" lIns="91425" spcFirstLastPara="1" rIns="91425" wrap="square" tIns="65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4" name="Google Shape;84;g39aa05ee8ab_0_110"/>
          <p:cNvSpPr/>
          <p:nvPr/>
        </p:nvSpPr>
        <p:spPr>
          <a:xfrm>
            <a:off x="5432760" y="4016520"/>
            <a:ext cx="1155970" cy="822623"/>
          </a:xfrm>
          <a:custGeom>
            <a:rect b="b" l="l" r="r" t="t"/>
            <a:pathLst>
              <a:path extrusionOk="0" h="29789" w="41864">
                <a:moveTo>
                  <a:pt x="3703" y="0"/>
                </a:moveTo>
                <a:cubicBezTo>
                  <a:pt x="1568" y="0"/>
                  <a:pt x="1" y="2002"/>
                  <a:pt x="434" y="4103"/>
                </a:cubicBezTo>
                <a:lnTo>
                  <a:pt x="5671" y="27186"/>
                </a:lnTo>
                <a:cubicBezTo>
                  <a:pt x="6005" y="28687"/>
                  <a:pt x="7373" y="29788"/>
                  <a:pt x="8907" y="29788"/>
                </a:cubicBezTo>
                <a:lnTo>
                  <a:pt x="38095" y="29788"/>
                </a:lnTo>
                <a:cubicBezTo>
                  <a:pt x="40263" y="29788"/>
                  <a:pt x="41864" y="27820"/>
                  <a:pt x="41364" y="25685"/>
                </a:cubicBezTo>
                <a:lnTo>
                  <a:pt x="36126" y="2602"/>
                </a:lnTo>
                <a:cubicBezTo>
                  <a:pt x="35793" y="1101"/>
                  <a:pt x="34425" y="0"/>
                  <a:pt x="3289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5" name="Google Shape;85;g39aa05ee8ab_0_110"/>
          <p:cNvSpPr/>
          <p:nvPr/>
        </p:nvSpPr>
        <p:spPr>
          <a:xfrm>
            <a:off x="6342480" y="4017600"/>
            <a:ext cx="338756" cy="822623"/>
          </a:xfrm>
          <a:custGeom>
            <a:rect b="b" l="l" r="r" t="t"/>
            <a:pathLst>
              <a:path extrusionOk="0" h="29789" w="12276">
                <a:moveTo>
                  <a:pt x="0" y="1"/>
                </a:moveTo>
                <a:cubicBezTo>
                  <a:pt x="1535" y="1"/>
                  <a:pt x="2936" y="1101"/>
                  <a:pt x="3269" y="2602"/>
                </a:cubicBezTo>
                <a:lnTo>
                  <a:pt x="8473" y="25686"/>
                </a:lnTo>
                <a:cubicBezTo>
                  <a:pt x="8940" y="27787"/>
                  <a:pt x="7339" y="29788"/>
                  <a:pt x="5204" y="29788"/>
                </a:cubicBezTo>
                <a:lnTo>
                  <a:pt x="8540" y="29788"/>
                </a:lnTo>
                <a:cubicBezTo>
                  <a:pt x="10674" y="29755"/>
                  <a:pt x="12276" y="27787"/>
                  <a:pt x="11809" y="25686"/>
                </a:cubicBezTo>
                <a:lnTo>
                  <a:pt x="6605" y="2602"/>
                </a:lnTo>
                <a:cubicBezTo>
                  <a:pt x="6271" y="1068"/>
                  <a:pt x="4870" y="1"/>
                  <a:pt x="3336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6" name="Google Shape;86;g39aa05ee8ab_0_110"/>
          <p:cNvSpPr/>
          <p:nvPr/>
        </p:nvSpPr>
        <p:spPr>
          <a:xfrm>
            <a:off x="5429160" y="4017600"/>
            <a:ext cx="1132941" cy="822623"/>
          </a:xfrm>
          <a:custGeom>
            <a:rect b="b" l="l" r="r" t="t"/>
            <a:pathLst>
              <a:path extrusionOk="0" h="29789" w="41030">
                <a:moveTo>
                  <a:pt x="3836" y="1"/>
                </a:moveTo>
                <a:cubicBezTo>
                  <a:pt x="1701" y="1"/>
                  <a:pt x="134" y="2002"/>
                  <a:pt x="567" y="4103"/>
                </a:cubicBezTo>
                <a:lnTo>
                  <a:pt x="5804" y="27187"/>
                </a:lnTo>
                <a:cubicBezTo>
                  <a:pt x="6138" y="28754"/>
                  <a:pt x="7506" y="29788"/>
                  <a:pt x="9040" y="29788"/>
                </a:cubicBezTo>
                <a:lnTo>
                  <a:pt x="38228" y="29788"/>
                </a:lnTo>
                <a:cubicBezTo>
                  <a:pt x="39395" y="29755"/>
                  <a:pt x="40396" y="29155"/>
                  <a:pt x="41030" y="28287"/>
                </a:cubicBezTo>
                <a:cubicBezTo>
                  <a:pt x="0" y="28287"/>
                  <a:pt x="10141" y="2135"/>
                  <a:pt x="11742" y="1"/>
                </a:cubicBez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7" name="Google Shape;87;g39aa05ee8ab_0_110"/>
          <p:cNvSpPr/>
          <p:nvPr/>
        </p:nvSpPr>
        <p:spPr>
          <a:xfrm>
            <a:off x="5803200" y="4273560"/>
            <a:ext cx="317533" cy="303848"/>
          </a:xfrm>
          <a:custGeom>
            <a:rect b="b" l="l" r="r" t="t"/>
            <a:pathLst>
              <a:path extrusionOk="0" h="11009" w="11509">
                <a:moveTo>
                  <a:pt x="10341" y="1"/>
                </a:moveTo>
                <a:cubicBezTo>
                  <a:pt x="9007" y="1"/>
                  <a:pt x="7706" y="568"/>
                  <a:pt x="6672" y="1569"/>
                </a:cubicBezTo>
                <a:cubicBezTo>
                  <a:pt x="6138" y="1368"/>
                  <a:pt x="5504" y="1235"/>
                  <a:pt x="4870" y="1235"/>
                </a:cubicBezTo>
                <a:cubicBezTo>
                  <a:pt x="2168" y="1235"/>
                  <a:pt x="0" y="3437"/>
                  <a:pt x="0" y="6139"/>
                </a:cubicBezTo>
                <a:cubicBezTo>
                  <a:pt x="0" y="8840"/>
                  <a:pt x="2202" y="11009"/>
                  <a:pt x="4870" y="11009"/>
                </a:cubicBezTo>
                <a:cubicBezTo>
                  <a:pt x="7572" y="11009"/>
                  <a:pt x="9741" y="8807"/>
                  <a:pt x="9741" y="6139"/>
                </a:cubicBezTo>
                <a:cubicBezTo>
                  <a:pt x="9741" y="5672"/>
                  <a:pt x="9674" y="5238"/>
                  <a:pt x="9574" y="4838"/>
                </a:cubicBezTo>
                <a:cubicBezTo>
                  <a:pt x="9707" y="4704"/>
                  <a:pt x="9841" y="4637"/>
                  <a:pt x="9974" y="4504"/>
                </a:cubicBezTo>
                <a:cubicBezTo>
                  <a:pt x="11041" y="3403"/>
                  <a:pt x="11508" y="1735"/>
                  <a:pt x="11108" y="301"/>
                </a:cubicBezTo>
                <a:cubicBezTo>
                  <a:pt x="11041" y="134"/>
                  <a:pt x="10875" y="1"/>
                  <a:pt x="10708" y="1"/>
                </a:cubicBezTo>
                <a:close/>
              </a:path>
            </a:pathLst>
          </a:custGeom>
          <a:solidFill>
            <a:srgbClr val="F5F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8" name="Google Shape;88;g39aa05ee8ab_0_110"/>
          <p:cNvSpPr/>
          <p:nvPr/>
        </p:nvSpPr>
        <p:spPr>
          <a:xfrm>
            <a:off x="5929560" y="4260960"/>
            <a:ext cx="204128" cy="186833"/>
          </a:xfrm>
          <a:custGeom>
            <a:rect b="b" l="l" r="r" t="t"/>
            <a:pathLst>
              <a:path extrusionOk="0" h="6773" w="7406">
                <a:moveTo>
                  <a:pt x="6138" y="835"/>
                </a:moveTo>
                <a:cubicBezTo>
                  <a:pt x="6538" y="2169"/>
                  <a:pt x="6105" y="3637"/>
                  <a:pt x="5137" y="4637"/>
                </a:cubicBezTo>
                <a:cubicBezTo>
                  <a:pt x="4303" y="5471"/>
                  <a:pt x="3069" y="5872"/>
                  <a:pt x="1601" y="5872"/>
                </a:cubicBezTo>
                <a:cubicBezTo>
                  <a:pt x="1401" y="5872"/>
                  <a:pt x="1168" y="5872"/>
                  <a:pt x="934" y="5838"/>
                </a:cubicBezTo>
                <a:cubicBezTo>
                  <a:pt x="801" y="3303"/>
                  <a:pt x="3202" y="835"/>
                  <a:pt x="5771" y="835"/>
                </a:cubicBezTo>
                <a:close/>
                <a:moveTo>
                  <a:pt x="5771" y="1"/>
                </a:moveTo>
                <a:cubicBezTo>
                  <a:pt x="4270" y="1"/>
                  <a:pt x="2802" y="668"/>
                  <a:pt x="1668" y="1835"/>
                </a:cubicBezTo>
                <a:cubicBezTo>
                  <a:pt x="601" y="3003"/>
                  <a:pt x="0" y="4471"/>
                  <a:pt x="100" y="5938"/>
                </a:cubicBezTo>
                <a:cubicBezTo>
                  <a:pt x="134" y="6339"/>
                  <a:pt x="467" y="6672"/>
                  <a:pt x="901" y="6706"/>
                </a:cubicBezTo>
                <a:cubicBezTo>
                  <a:pt x="1134" y="6706"/>
                  <a:pt x="1401" y="6772"/>
                  <a:pt x="1635" y="6772"/>
                </a:cubicBezTo>
                <a:cubicBezTo>
                  <a:pt x="3336" y="6772"/>
                  <a:pt x="4770" y="6205"/>
                  <a:pt x="5771" y="5271"/>
                </a:cubicBezTo>
                <a:cubicBezTo>
                  <a:pt x="6938" y="4104"/>
                  <a:pt x="7405" y="2236"/>
                  <a:pt x="6972" y="668"/>
                </a:cubicBezTo>
                <a:cubicBezTo>
                  <a:pt x="6905" y="334"/>
                  <a:pt x="6605" y="101"/>
                  <a:pt x="6238" y="34"/>
                </a:cubicBezTo>
                <a:cubicBezTo>
                  <a:pt x="6071" y="1"/>
                  <a:pt x="5904" y="1"/>
                  <a:pt x="577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aa05ee8ab_0_103"/>
          <p:cNvSpPr/>
          <p:nvPr/>
        </p:nvSpPr>
        <p:spPr>
          <a:xfrm>
            <a:off x="619200" y="619200"/>
            <a:ext cx="7905300" cy="8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rPr>
              <a:t>Agenda</a:t>
            </a:r>
            <a:endParaRPr b="0" i="0" sz="32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94" name="Google Shape;94;g39aa05ee8ab_0_103"/>
          <p:cNvSpPr/>
          <p:nvPr/>
        </p:nvSpPr>
        <p:spPr>
          <a:xfrm>
            <a:off x="3479950" y="1530650"/>
            <a:ext cx="4922700" cy="29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 Symbols"/>
              <a:buAutoNum type="arabicPeriod"/>
            </a:pPr>
            <a:r>
              <a:rPr b="1" i="0" lang="en-US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Conociendo al Auxiliar</a:t>
            </a:r>
            <a:endParaRPr b="1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 Symbols"/>
              <a:buAutoNum type="arabicPeriod"/>
            </a:pPr>
            <a:r>
              <a:rPr b="1" i="0" lang="en-US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¿Quienes son tus compañeros?</a:t>
            </a:r>
            <a:endParaRPr b="1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 Symbols"/>
              <a:buAutoNum type="arabicPeriod"/>
            </a:pPr>
            <a:r>
              <a:rPr b="1" i="0" lang="en-US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Evaluación de Conocimientos Previos</a:t>
            </a:r>
            <a:endParaRPr b="1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 Symbols"/>
              <a:buAutoNum type="arabicPeriod"/>
            </a:pPr>
            <a:r>
              <a:rPr b="1" i="0" lang="en-US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Lectura del Programa</a:t>
            </a:r>
            <a:endParaRPr b="1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 Symbols"/>
              <a:buAutoNum type="arabicPeriod"/>
            </a:pPr>
            <a:r>
              <a:rPr b="1" i="0" lang="en-US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Evaluación de Conocimientos Nuevos</a:t>
            </a:r>
            <a:endParaRPr b="1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95" name="Google Shape;95;g39aa05ee8ab_0_103" title="note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550" y="1663950"/>
            <a:ext cx="2438400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/>
          <p:nvPr/>
        </p:nvSpPr>
        <p:spPr>
          <a:xfrm>
            <a:off x="619200" y="619200"/>
            <a:ext cx="7905240" cy="809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rPr>
              <a:t>¿Quien soy?</a:t>
            </a:r>
            <a:endParaRPr b="0" i="0" sz="32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619175" y="1428471"/>
            <a:ext cx="7905300" cy="6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Conociendo el auxiliar</a:t>
            </a:r>
            <a:endParaRPr b="1" i="0" sz="20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102" name="Google Shape;102;p4" title="linkedin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7625" y="2394424"/>
            <a:ext cx="927450" cy="927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4"/>
          <p:cNvSpPr/>
          <p:nvPr/>
        </p:nvSpPr>
        <p:spPr>
          <a:xfrm>
            <a:off x="770850" y="3469625"/>
            <a:ext cx="2001000" cy="6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&lt;enlace&gt;</a:t>
            </a:r>
            <a:endParaRPr b="1" i="0" sz="12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3503488" y="3469625"/>
            <a:ext cx="2001000" cy="6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&lt;correo&gt;</a:t>
            </a:r>
            <a:endParaRPr b="1" i="0" sz="12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257250" y="3469625"/>
            <a:ext cx="2001000" cy="6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&lt;usuario&gt;</a:t>
            </a:r>
            <a:endParaRPr b="1" i="0" sz="12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106" name="Google Shape;106;p4" title="github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94025" y="2394425"/>
            <a:ext cx="927450" cy="92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4" title="gmail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22350" y="2365950"/>
            <a:ext cx="984400" cy="98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4"/>
          <p:cNvSpPr/>
          <p:nvPr/>
        </p:nvSpPr>
        <p:spPr>
          <a:xfrm>
            <a:off x="9770048" y="523112"/>
            <a:ext cx="3643344" cy="36035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p4"/>
          <p:cNvSpPr txBox="1"/>
          <p:nvPr/>
        </p:nvSpPr>
        <p:spPr>
          <a:xfrm>
            <a:off x="10154534" y="1003496"/>
            <a:ext cx="2696100" cy="31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62"/>
              <a:buFont typeface="Arial"/>
              <a:buNone/>
            </a:pPr>
            <a:r>
              <a:rPr b="0" i="0" lang="en-US" sz="1662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Saludo inicial y presentación personal.</a:t>
            </a:r>
            <a:endParaRPr b="0" i="0" sz="100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62"/>
              <a:buFont typeface="Arial"/>
              <a:buNone/>
            </a:pPr>
            <a:r>
              <a:rPr b="0" i="0" lang="en-US" sz="1662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debe dar una breve descripción de su experiencia ácademica y profesional.</a:t>
            </a:r>
            <a:endParaRPr b="0" i="0" sz="100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62"/>
              <a:buFont typeface="Arial"/>
              <a:buNone/>
            </a:pPr>
            <a:r>
              <a:rPr b="0" i="0" lang="en-US" sz="1662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Explicación del rol del auxiliar dentro del curso.</a:t>
            </a:r>
            <a:endParaRPr b="0" i="0" sz="100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62"/>
              <a:buFont typeface="Arial"/>
              <a:buNone/>
            </a:pPr>
            <a:r>
              <a:t/>
            </a:r>
            <a:endParaRPr b="0" i="0" sz="1762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0" name="Google Shape;110;p4"/>
          <p:cNvSpPr txBox="1"/>
          <p:nvPr/>
        </p:nvSpPr>
        <p:spPr>
          <a:xfrm>
            <a:off x="9768976" y="4187814"/>
            <a:ext cx="39945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11"/>
              <a:buFont typeface="Arial"/>
              <a:buNone/>
            </a:pPr>
            <a:r>
              <a:rPr b="0" i="0" lang="en-US" sz="2811" u="none" cap="none" strike="noStrike">
                <a:solidFill>
                  <a:srgbClr val="FF3131"/>
                </a:solidFill>
                <a:latin typeface="Arial"/>
                <a:ea typeface="Arial"/>
                <a:cs typeface="Arial"/>
                <a:sym typeface="Arial"/>
              </a:rPr>
              <a:t>Duracion: 10 minutos</a:t>
            </a:r>
            <a:endParaRPr b="0" i="0" sz="110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aa05ee8ab_0_258"/>
          <p:cNvSpPr/>
          <p:nvPr/>
        </p:nvSpPr>
        <p:spPr>
          <a:xfrm>
            <a:off x="619200" y="619200"/>
            <a:ext cx="7905300" cy="8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rPr>
              <a:t>¿Quienes son tus compañeros?</a:t>
            </a:r>
            <a:endParaRPr b="0" i="0" sz="32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6" name="Google Shape;116;g39aa05ee8ab_0_258"/>
          <p:cNvSpPr/>
          <p:nvPr/>
        </p:nvSpPr>
        <p:spPr>
          <a:xfrm>
            <a:off x="619175" y="1428471"/>
            <a:ext cx="7905300" cy="6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Conociendo el auxiliar</a:t>
            </a:r>
            <a:endParaRPr b="1" i="0" sz="20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117" name="Google Shape;117;g39aa05ee8ab_0_258" title="student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6163" y="2174896"/>
            <a:ext cx="2731329" cy="273132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39aa05ee8ab_0_258"/>
          <p:cNvSpPr/>
          <p:nvPr/>
        </p:nvSpPr>
        <p:spPr>
          <a:xfrm>
            <a:off x="9423673" y="619212"/>
            <a:ext cx="3643344" cy="36035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9" name="Google Shape;119;g39aa05ee8ab_0_258"/>
          <p:cNvSpPr txBox="1"/>
          <p:nvPr/>
        </p:nvSpPr>
        <p:spPr>
          <a:xfrm>
            <a:off x="9894734" y="1222071"/>
            <a:ext cx="2696100" cy="26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2"/>
              <a:buFont typeface="Arial"/>
              <a:buNone/>
            </a:pPr>
            <a:r>
              <a:rPr b="0" i="0" lang="en-US" sz="1062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¡Es tu turno! Conociendo a algunos compañeros</a:t>
            </a:r>
            <a:endParaRPr b="0" i="0" sz="1062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2"/>
              <a:buFont typeface="Arial"/>
              <a:buNone/>
            </a:pPr>
            <a:r>
              <a:rPr b="0" i="0" lang="en-US" sz="1062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Para fomentar un ambiente dinámico y participativo, cinco estudiantes serán seleccionados al azar para presentarse ante la clase.</a:t>
            </a:r>
            <a:endParaRPr b="0" i="0" sz="1062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2"/>
              <a:buFont typeface="Arial"/>
              <a:buNone/>
            </a:pPr>
            <a:r>
              <a:rPr b="0" i="0" lang="en-US" sz="1062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Cada estudiante deberá compartir:</a:t>
            </a:r>
            <a:endParaRPr b="0" i="0" sz="1062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2"/>
              <a:buFont typeface="Arial"/>
              <a:buNone/>
            </a:pPr>
            <a:r>
              <a:rPr b="0" i="0" lang="en-US" sz="1062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Nombre </a:t>
            </a:r>
            <a:endParaRPr b="0" i="0" sz="1062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2"/>
              <a:buFont typeface="Arial"/>
              <a:buNone/>
            </a:pPr>
            <a:r>
              <a:rPr b="0" i="0" lang="en-US" sz="1062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Intereses o expectativas sobre el curso.</a:t>
            </a:r>
            <a:endParaRPr b="0" i="0" sz="1062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2"/>
              <a:buFont typeface="Arial"/>
              <a:buNone/>
            </a:pPr>
            <a:r>
              <a:rPr b="0" i="0" lang="en-US" sz="1062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Experiencia previa relacionada con el tema (si aplica).</a:t>
            </a:r>
            <a:endParaRPr b="0" i="0" sz="1062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2"/>
              <a:buFont typeface="Arial"/>
              <a:buNone/>
            </a:pPr>
            <a:r>
              <a:rPr b="0" i="0" lang="en-US" sz="1062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 dato curioso sobre sí mismo.</a:t>
            </a:r>
            <a:endParaRPr b="0" i="0" sz="1862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/>
          <p:nvPr/>
        </p:nvSpPr>
        <p:spPr>
          <a:xfrm>
            <a:off x="-405525" y="-367800"/>
            <a:ext cx="9823629" cy="5741061"/>
          </a:xfrm>
          <a:custGeom>
            <a:rect b="b" l="l" r="r" t="t"/>
            <a:pathLst>
              <a:path extrusionOk="0" h="15728933" w="19075008">
                <a:moveTo>
                  <a:pt x="0" y="0"/>
                </a:moveTo>
                <a:lnTo>
                  <a:pt x="19075008" y="0"/>
                </a:lnTo>
                <a:lnTo>
                  <a:pt x="19075008" y="15728934"/>
                </a:lnTo>
                <a:lnTo>
                  <a:pt x="0" y="157289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5" name="Google Shape;125;p5"/>
          <p:cNvSpPr/>
          <p:nvPr/>
        </p:nvSpPr>
        <p:spPr>
          <a:xfrm>
            <a:off x="5048275" y="603551"/>
            <a:ext cx="3476100" cy="158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rPr>
              <a:t>Evaluación</a:t>
            </a:r>
            <a:endParaRPr b="1" i="0" sz="3200" u="none" cap="none" strike="noStrike">
              <a:solidFill>
                <a:schemeClr val="accent1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rPr>
              <a:t>conocimientos</a:t>
            </a:r>
            <a:endParaRPr b="1" i="0" sz="3200" u="none" cap="none" strike="noStrike">
              <a:solidFill>
                <a:schemeClr val="accent1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rPr>
              <a:t>previos</a:t>
            </a:r>
            <a:endParaRPr b="1" i="0" sz="3200" u="none" cap="none" strike="noStrike">
              <a:solidFill>
                <a:schemeClr val="accent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5048275" y="2480274"/>
            <a:ext cx="3476100" cy="20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hlink"/>
                </a:solidFill>
                <a:uFill>
                  <a:noFill/>
                </a:uFill>
                <a:latin typeface="Archivo Light"/>
                <a:ea typeface="Archivo Light"/>
                <a:cs typeface="Archivo Light"/>
                <a:sym typeface="Archivo Light"/>
                <a:hlinkClick r:id="rId4"/>
              </a:rPr>
              <a:t>Kahoot | Conocimientos Previos</a:t>
            </a:r>
            <a:endParaRPr b="0" i="0" sz="16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127" name="Google Shape;127;p5" title="question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1900" y="1099238"/>
            <a:ext cx="2945025" cy="294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/>
          <p:nvPr/>
        </p:nvSpPr>
        <p:spPr>
          <a:xfrm>
            <a:off x="-405525" y="-367800"/>
            <a:ext cx="9823629" cy="5741061"/>
          </a:xfrm>
          <a:custGeom>
            <a:rect b="b" l="l" r="r" t="t"/>
            <a:pathLst>
              <a:path extrusionOk="0" h="15728933" w="19075008">
                <a:moveTo>
                  <a:pt x="0" y="0"/>
                </a:moveTo>
                <a:lnTo>
                  <a:pt x="19075008" y="0"/>
                </a:lnTo>
                <a:lnTo>
                  <a:pt x="19075008" y="15728934"/>
                </a:lnTo>
                <a:lnTo>
                  <a:pt x="0" y="157289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3" name="Google Shape;133;p6"/>
          <p:cNvSpPr/>
          <p:nvPr/>
        </p:nvSpPr>
        <p:spPr>
          <a:xfrm>
            <a:off x="619200" y="619200"/>
            <a:ext cx="7905240" cy="809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rPr>
              <a:t>Programa del Curso</a:t>
            </a:r>
            <a:endParaRPr b="0" i="0" sz="32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619175" y="1428471"/>
            <a:ext cx="7905300" cy="6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Disponible en Uedi / Classroom</a:t>
            </a:r>
            <a:endParaRPr b="1" i="0" sz="20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978925" y="1971150"/>
            <a:ext cx="6884400" cy="21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 Symbols"/>
              <a:buAutoNum type="arabicPeriod"/>
            </a:pPr>
            <a:r>
              <a:rPr b="1" i="0" lang="en-US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Competencias y objetivos del curso</a:t>
            </a:r>
            <a:endParaRPr b="1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 Symbols"/>
              <a:buAutoNum type="arabicPeriod"/>
            </a:pPr>
            <a:r>
              <a:rPr b="1" i="0" lang="en-US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Temarios y Contenido</a:t>
            </a:r>
            <a:endParaRPr b="1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 Symbols"/>
              <a:buAutoNum type="arabicPeriod"/>
            </a:pPr>
            <a:r>
              <a:rPr b="1" i="0" lang="en-US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Ponderaciones</a:t>
            </a:r>
            <a:endParaRPr b="1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136" name="Google Shape;136;p6" title="pdf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59725" y="1467300"/>
            <a:ext cx="2465300" cy="246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aa05ee8ab_0_265"/>
          <p:cNvSpPr/>
          <p:nvPr/>
        </p:nvSpPr>
        <p:spPr>
          <a:xfrm>
            <a:off x="-405525" y="-367800"/>
            <a:ext cx="9823629" cy="5741061"/>
          </a:xfrm>
          <a:custGeom>
            <a:rect b="b" l="l" r="r" t="t"/>
            <a:pathLst>
              <a:path extrusionOk="0" h="15728933" w="19075008">
                <a:moveTo>
                  <a:pt x="0" y="0"/>
                </a:moveTo>
                <a:lnTo>
                  <a:pt x="19075008" y="0"/>
                </a:lnTo>
                <a:lnTo>
                  <a:pt x="19075008" y="15728934"/>
                </a:lnTo>
                <a:lnTo>
                  <a:pt x="0" y="157289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2" name="Google Shape;142;g39aa05ee8ab_0_265"/>
          <p:cNvSpPr/>
          <p:nvPr/>
        </p:nvSpPr>
        <p:spPr>
          <a:xfrm>
            <a:off x="5048275" y="603551"/>
            <a:ext cx="3476100" cy="158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rPr>
              <a:t>Evaluación</a:t>
            </a:r>
            <a:endParaRPr b="1" i="0" sz="3200" u="none" cap="none" strike="noStrike">
              <a:solidFill>
                <a:schemeClr val="accent1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rPr>
              <a:t>conocimientos</a:t>
            </a:r>
            <a:endParaRPr b="1" i="0" sz="3200" u="none" cap="none" strike="noStrike">
              <a:solidFill>
                <a:schemeClr val="accent1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rPr>
              <a:t>nuevos</a:t>
            </a:r>
            <a:endParaRPr b="1" i="0" sz="3200" u="none" cap="none" strike="noStrike">
              <a:solidFill>
                <a:schemeClr val="accent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143" name="Google Shape;143;g39aa05ee8ab_0_265"/>
          <p:cNvSpPr/>
          <p:nvPr/>
        </p:nvSpPr>
        <p:spPr>
          <a:xfrm>
            <a:off x="5048275" y="2480274"/>
            <a:ext cx="3476100" cy="20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sng" cap="none" strike="noStrike">
                <a:solidFill>
                  <a:schemeClr val="hlink"/>
                </a:solidFill>
                <a:latin typeface="Archivo Light"/>
                <a:ea typeface="Archivo Light"/>
                <a:cs typeface="Archivo Light"/>
                <a:sym typeface="Archivo Light"/>
                <a:hlinkClick r:id="rId4"/>
              </a:rPr>
              <a:t>Kahoot | Conocimientos Nuevos</a:t>
            </a:r>
            <a:endParaRPr b="0" i="0" sz="12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144" name="Google Shape;144;g39aa05ee8ab_0_265" title="linux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8150" y="1176200"/>
            <a:ext cx="3001600" cy="300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107159de7_0_0"/>
          <p:cNvSpPr/>
          <p:nvPr/>
        </p:nvSpPr>
        <p:spPr>
          <a:xfrm>
            <a:off x="-405525" y="-367800"/>
            <a:ext cx="9823629" cy="5741061"/>
          </a:xfrm>
          <a:custGeom>
            <a:rect b="b" l="l" r="r" t="t"/>
            <a:pathLst>
              <a:path extrusionOk="0" h="15728933" w="19075008">
                <a:moveTo>
                  <a:pt x="0" y="0"/>
                </a:moveTo>
                <a:lnTo>
                  <a:pt x="19075008" y="0"/>
                </a:lnTo>
                <a:lnTo>
                  <a:pt x="19075008" y="15728934"/>
                </a:lnTo>
                <a:lnTo>
                  <a:pt x="0" y="157289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0" name="Google Shape;150;g3e107159de7_0_0"/>
          <p:cNvSpPr/>
          <p:nvPr/>
        </p:nvSpPr>
        <p:spPr>
          <a:xfrm>
            <a:off x="4374750" y="817850"/>
            <a:ext cx="3951600" cy="158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rPr>
              <a:t>Tarea de fortalecimiento</a:t>
            </a:r>
            <a:endParaRPr b="1" i="0" sz="3200" u="none" cap="none" strike="noStrike">
              <a:solidFill>
                <a:schemeClr val="accent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151" name="Google Shape;151;g3e107159de7_0_0"/>
          <p:cNvSpPr/>
          <p:nvPr/>
        </p:nvSpPr>
        <p:spPr>
          <a:xfrm>
            <a:off x="5048275" y="2480274"/>
            <a:ext cx="3476100" cy="20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200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Entrega: XX</a:t>
            </a:r>
            <a:endParaRPr b="0" i="0" sz="12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152" name="Google Shape;152;g3e107159de7_0_0" title="linux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8150" y="1176200"/>
            <a:ext cx="3001600" cy="300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aa05ee8ab_0_212"/>
          <p:cNvSpPr/>
          <p:nvPr/>
        </p:nvSpPr>
        <p:spPr>
          <a:xfrm>
            <a:off x="-405525" y="-367800"/>
            <a:ext cx="9823629" cy="5741061"/>
          </a:xfrm>
          <a:custGeom>
            <a:rect b="b" l="l" r="r" t="t"/>
            <a:pathLst>
              <a:path extrusionOk="0" h="15728933" w="19075008">
                <a:moveTo>
                  <a:pt x="0" y="0"/>
                </a:moveTo>
                <a:lnTo>
                  <a:pt x="19075008" y="0"/>
                </a:lnTo>
                <a:lnTo>
                  <a:pt x="19075008" y="15728934"/>
                </a:lnTo>
                <a:lnTo>
                  <a:pt x="0" y="157289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8" name="Google Shape;158;g39aa05ee8ab_0_212"/>
          <p:cNvSpPr txBox="1"/>
          <p:nvPr>
            <p:ph type="title"/>
          </p:nvPr>
        </p:nvSpPr>
        <p:spPr>
          <a:xfrm>
            <a:off x="1001695" y="3168825"/>
            <a:ext cx="7009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Orbitron"/>
              <a:buNone/>
            </a:pPr>
            <a:r>
              <a:rPr b="1" lang="en-US" sz="5600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rPr>
              <a:t>¿DUDAS?</a:t>
            </a:r>
            <a:endParaRPr b="0" sz="56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g39aa05ee8ab_0_212" title="question_mar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52800" y="610350"/>
            <a:ext cx="2438400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9aa05ee8ab_0_242"/>
          <p:cNvSpPr/>
          <p:nvPr/>
        </p:nvSpPr>
        <p:spPr>
          <a:xfrm>
            <a:off x="-405525" y="-367800"/>
            <a:ext cx="9823629" cy="5741061"/>
          </a:xfrm>
          <a:custGeom>
            <a:rect b="b" l="l" r="r" t="t"/>
            <a:pathLst>
              <a:path extrusionOk="0" h="15728933" w="19075008">
                <a:moveTo>
                  <a:pt x="0" y="0"/>
                </a:moveTo>
                <a:lnTo>
                  <a:pt x="19075008" y="0"/>
                </a:lnTo>
                <a:lnTo>
                  <a:pt x="19075008" y="15728934"/>
                </a:lnTo>
                <a:lnTo>
                  <a:pt x="0" y="157289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5" name="Google Shape;165;g39aa05ee8ab_0_242"/>
          <p:cNvSpPr txBox="1"/>
          <p:nvPr>
            <p:ph type="title"/>
          </p:nvPr>
        </p:nvSpPr>
        <p:spPr>
          <a:xfrm>
            <a:off x="978570" y="1367575"/>
            <a:ext cx="70092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Orbitron"/>
              <a:buNone/>
            </a:pPr>
            <a:r>
              <a:rPr b="1" lang="en-US" sz="5600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rPr>
              <a:t>Gracias por la atención</a:t>
            </a:r>
            <a:endParaRPr b="0" sz="56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9aa05ee8ab_0_242"/>
          <p:cNvSpPr txBox="1"/>
          <p:nvPr>
            <p:ph idx="1" type="subTitle"/>
          </p:nvPr>
        </p:nvSpPr>
        <p:spPr>
          <a:xfrm>
            <a:off x="1292000" y="3741600"/>
            <a:ext cx="66486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RECUERDA QUE TENEMOS NUESTRO FORO SEMANAL DONDE PUEDES CONSULTAR CUALQUIER DUDA QUE TE SURJA EN LA SEMANA</a:t>
            </a:r>
            <a:endParaRPr b="1" i="0" sz="18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irtual Metaverse Project Proposal by Slidesgo">
  <a:themeElements>
    <a:clrScheme name="Simple Light">
      <a:dk1>
        <a:srgbClr val="FFFFFF"/>
      </a:dk1>
      <a:lt1>
        <a:srgbClr val="0D092A"/>
      </a:lt1>
      <a:dk2>
        <a:srgbClr val="3333B8"/>
      </a:dk2>
      <a:lt2>
        <a:srgbClr val="35CFDB"/>
      </a:lt2>
      <a:accent1>
        <a:srgbClr val="92F7FF"/>
      </a:accent1>
      <a:accent2>
        <a:srgbClr val="3F3FD8"/>
      </a:accent2>
      <a:accent3>
        <a:srgbClr val="A6ABFF"/>
      </a:accent3>
      <a:accent4>
        <a:srgbClr val="0F89A5"/>
      </a:accent4>
      <a:accent5>
        <a:srgbClr val="EDDEFF"/>
      </a:accent5>
      <a:accent6>
        <a:srgbClr val="09066A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2026-05-06T23:45:45Z</dcterms:created>
  <dc:creator>Unknown Creator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12.0</vt:r8>
  </property>
</Properties>
</file>