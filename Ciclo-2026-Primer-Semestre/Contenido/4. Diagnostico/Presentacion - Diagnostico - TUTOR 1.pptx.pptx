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10287000" cx="18288000"/>
  <p:notesSz cx="6858000" cy="9144000"/>
  <p:embeddedFontLst>
    <p:embeddedFont>
      <p:font typeface="Archivo Narrow"/>
      <p:bold r:id="rId18"/>
      <p:boldItalic r:id="rId19"/>
    </p:embeddedFont>
    <p:embeddedFont>
      <p:font typeface="Arimo"/>
      <p:bold r:id="rId20"/>
      <p:boldItalic r:id="rId21"/>
    </p:embeddedFont>
    <p:embeddedFont>
      <p:font typeface="Noto Sans"/>
      <p:bold r:id="rId22"/>
      <p:boldItalic r:id="rId23"/>
    </p:embeddedFont>
    <p:embeddedFont>
      <p:font typeface="Poppins Black"/>
      <p:bold r:id="rId24"/>
      <p:boldItalic r:id="rId25"/>
    </p:embeddedFont>
    <p:embeddedFont>
      <p:font typeface="Open Sans"/>
      <p:regular r:id="rId26"/>
      <p:bold r:id="rId27"/>
      <p:italic r:id="rId28"/>
      <p:boldItalic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30" roundtripDataSignature="AMtx7mhjAhGCmPkC8E+q4ZcuEqH3j9OF3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BBD41D5-340C-4540-9239-6413B44DC39A}">
  <a:tblStyle styleId="{ABBD41D5-340C-4540-9239-6413B44DC39A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mo-bold.fntdata"/><Relationship Id="rId22" Type="http://schemas.openxmlformats.org/officeDocument/2006/relationships/font" Target="fonts/NotoSans-bold.fntdata"/><Relationship Id="rId21" Type="http://schemas.openxmlformats.org/officeDocument/2006/relationships/font" Target="fonts/Arimo-boldItalic.fntdata"/><Relationship Id="rId24" Type="http://schemas.openxmlformats.org/officeDocument/2006/relationships/font" Target="fonts/PoppinsBlack-bold.fntdata"/><Relationship Id="rId23" Type="http://schemas.openxmlformats.org/officeDocument/2006/relationships/font" Target="fonts/NotoSans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OpenSans-regular.fntdata"/><Relationship Id="rId25" Type="http://schemas.openxmlformats.org/officeDocument/2006/relationships/font" Target="fonts/PoppinsBlack-boldItalic.fntdata"/><Relationship Id="rId28" Type="http://schemas.openxmlformats.org/officeDocument/2006/relationships/font" Target="fonts/OpenSans-italic.fntdata"/><Relationship Id="rId27" Type="http://schemas.openxmlformats.org/officeDocument/2006/relationships/font" Target="fonts/OpenSans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OpenSans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customschemas.google.com/relationships/presentationmetadata" Target="meta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ArchivoNarrow-boldItalic.fntdata"/><Relationship Id="rId18" Type="http://schemas.openxmlformats.org/officeDocument/2006/relationships/font" Target="fonts/ArchivoNarrow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86" name="Google Shape;86;p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87" name="Google Shape;87;p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8" name="Google Shape;88;p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0" name="Google Shape;90;p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99" name="Google Shape;99;p2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00" name="Google Shape;100;p2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1" name="Google Shape;101;p2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2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03" name="Google Shape;103;p2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3" name="Google Shape;123;p3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24" name="Google Shape;124;p3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3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27" name="Google Shape;127;p3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4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0" name="Google Shape;140;p4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41" name="Google Shape;141;p4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p4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4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44" name="Google Shape;144;p4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5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5" name="Google Shape;175;p5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76" name="Google Shape;176;p5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7" name="Google Shape;177;p5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79" name="Google Shape;179;p5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6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4" name="Google Shape;194;p6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195" name="Google Shape;195;p6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6" name="Google Shape;196;p6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6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198" name="Google Shape;198;p6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7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0" name="Google Shape;210;p7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11" name="Google Shape;211;p7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7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7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14" name="Google Shape;214;p7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8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28" name="Google Shape;228;p8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29" name="Google Shape;229;p8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0" name="Google Shape;230;p8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1" name="Google Shape;231;p8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32" name="Google Shape;232;p8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9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4" name="Google Shape;244;p9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45" name="Google Shape;245;p9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6" name="Google Shape;246;p9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9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48" name="Google Shape;248;p9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p10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1" name="Google Shape;261;p10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62" name="Google Shape;262;p10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0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10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65" name="Google Shape;265;p10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1:notes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77" name="Google Shape;277;p11:notes"/>
          <p:cNvSpPr txBox="1"/>
          <p:nvPr>
            <p:ph idx="10" type="dt"/>
          </p:nvPr>
        </p:nvSpPr>
        <p:spPr>
          <a:xfrm>
            <a:off x="5180013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1.7.2013</a:t>
            </a:r>
            <a:endParaRPr/>
          </a:p>
        </p:txBody>
      </p:sp>
      <p:sp>
        <p:nvSpPr>
          <p:cNvPr id="278" name="Google Shape;278;p11:notes"/>
          <p:cNvSpPr/>
          <p:nvPr>
            <p:ph idx="3" type="sldImg"/>
          </p:nvPr>
        </p:nvSpPr>
        <p:spPr>
          <a:xfrm>
            <a:off x="2857500" y="512763"/>
            <a:ext cx="3429000" cy="256698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11:notes"/>
          <p:cNvSpPr txBox="1"/>
          <p:nvPr>
            <p:ph idx="1" type="body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1:notes"/>
          <p:cNvSpPr txBox="1"/>
          <p:nvPr>
            <p:ph idx="11" type="ftr"/>
          </p:nvPr>
        </p:nvSpPr>
        <p:spPr>
          <a:xfrm>
            <a:off x="0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/>
          </a:p>
        </p:txBody>
      </p:sp>
      <p:sp>
        <p:nvSpPr>
          <p:cNvPr id="281" name="Google Shape;281;p11:notes"/>
          <p:cNvSpPr txBox="1"/>
          <p:nvPr>
            <p:ph idx="12" type="sldNum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" name="Google Shape;18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5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8" name="Google Shape;2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6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6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4" name="Google Shape;3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7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0" name="Google Shape;40;p17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41" name="Google Shape;41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7" name="Google Shape;47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8" name="Google Shape;48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9" name="Google Shape;49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50" name="Google Shape;50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0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0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61" name="Google Shape;61;p20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2" name="Google Shape;62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21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21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9" name="Google Shape;69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4" name="Google Shape;74;p22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5" name="Google Shape;7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23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23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1" name="Google Shape;8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1" name="Google Shape;11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2" name="Google Shape;12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3" name="Google Shape;13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4" name="Google Shape;14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Relationship Id="rId4" Type="http://schemas.openxmlformats.org/officeDocument/2006/relationships/image" Target="../media/image20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7.png"/><Relationship Id="rId5" Type="http://schemas.openxmlformats.org/officeDocument/2006/relationships/image" Target="../media/image2.jpg"/><Relationship Id="rId6" Type="http://schemas.openxmlformats.org/officeDocument/2006/relationships/image" Target="../media/image1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1" Type="http://schemas.openxmlformats.org/officeDocument/2006/relationships/image" Target="../media/image4.png"/><Relationship Id="rId10" Type="http://schemas.openxmlformats.org/officeDocument/2006/relationships/image" Target="../media/image11.png"/><Relationship Id="rId13" Type="http://schemas.openxmlformats.org/officeDocument/2006/relationships/image" Target="../media/image24.png"/><Relationship Id="rId12" Type="http://schemas.openxmlformats.org/officeDocument/2006/relationships/image" Target="../media/image19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9" Type="http://schemas.openxmlformats.org/officeDocument/2006/relationships/image" Target="../media/image8.png"/><Relationship Id="rId15" Type="http://schemas.openxmlformats.org/officeDocument/2006/relationships/image" Target="../media/image25.png"/><Relationship Id="rId14" Type="http://schemas.openxmlformats.org/officeDocument/2006/relationships/image" Target="../media/image14.png"/><Relationship Id="rId17" Type="http://schemas.openxmlformats.org/officeDocument/2006/relationships/image" Target="../media/image23.png"/><Relationship Id="rId16" Type="http://schemas.openxmlformats.org/officeDocument/2006/relationships/hyperlink" Target="https://www.linkedin.com/in/javier-alejandro-avila-flores/" TargetMode="External"/><Relationship Id="rId5" Type="http://schemas.openxmlformats.org/officeDocument/2006/relationships/image" Target="../media/image12.png"/><Relationship Id="rId6" Type="http://schemas.openxmlformats.org/officeDocument/2006/relationships/image" Target="../media/image9.png"/><Relationship Id="rId18" Type="http://schemas.openxmlformats.org/officeDocument/2006/relationships/image" Target="../media/image27.png"/><Relationship Id="rId7" Type="http://schemas.openxmlformats.org/officeDocument/2006/relationships/image" Target="../media/image5.png"/><Relationship Id="rId8" Type="http://schemas.openxmlformats.org/officeDocument/2006/relationships/image" Target="../media/image6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6.png"/><Relationship Id="rId6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1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1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2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.jpg"/><Relationship Id="rId5" Type="http://schemas.openxmlformats.org/officeDocument/2006/relationships/image" Target="../media/image2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"/>
          <p:cNvSpPr/>
          <p:nvPr/>
        </p:nvSpPr>
        <p:spPr>
          <a:xfrm>
            <a:off x="0" y="0"/>
            <a:ext cx="18288000" cy="10306050"/>
          </a:xfrm>
          <a:custGeom>
            <a:rect b="b" l="l" r="r" t="t"/>
            <a:pathLst>
              <a:path extrusionOk="0" h="13741400" w="24384000">
                <a:moveTo>
                  <a:pt x="0" y="0"/>
                </a:moveTo>
                <a:lnTo>
                  <a:pt x="24384000" y="0"/>
                </a:lnTo>
                <a:lnTo>
                  <a:pt x="24384000" y="13741400"/>
                </a:lnTo>
                <a:lnTo>
                  <a:pt x="0" y="13741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62000"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93" name="Google Shape;93;p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3716000" w="24384000">
                <a:moveTo>
                  <a:pt x="0" y="0"/>
                </a:moveTo>
                <a:lnTo>
                  <a:pt x="24384000" y="0"/>
                </a:lnTo>
                <a:lnTo>
                  <a:pt x="24384000" y="13716000"/>
                </a:lnTo>
                <a:lnTo>
                  <a:pt x="0" y="13716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43" l="0" r="0" t="-43"/>
            </a:stretch>
          </a:blipFill>
          <a:ln>
            <a:noFill/>
          </a:ln>
        </p:spPr>
      </p:sp>
      <p:graphicFrame>
        <p:nvGraphicFramePr>
          <p:cNvPr id="94" name="Google Shape;94;p1"/>
          <p:cNvGraphicFramePr/>
          <p:nvPr/>
        </p:nvGraphicFramePr>
        <p:xfrm>
          <a:off x="11392650" y="1805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{ABBD41D5-340C-4540-9239-6413B44DC39A}</a:tableStyleId>
              </a:tblPr>
              <a:tblGrid>
                <a:gridCol w="3071975"/>
                <a:gridCol w="3100225"/>
              </a:tblGrid>
              <a:tr h="9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Día, Fecha:</a:t>
                      </a:r>
                      <a:endParaRPr sz="1100" u="none" cap="none" strike="noStrike"/>
                    </a:p>
                  </a:txBody>
                  <a:tcPr marT="182850" marB="182850" marR="182850" marL="1828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DIA, 17/07/2026</a:t>
                      </a:r>
                      <a:endParaRPr sz="1100" u="none" cap="none" strike="noStrike"/>
                    </a:p>
                  </a:txBody>
                  <a:tcPr marT="182850" marB="182850" marR="182850" marL="1828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9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Hora de inicio:</a:t>
                      </a:r>
                      <a:endParaRPr sz="1100" u="none" cap="none" strike="noStrike"/>
                    </a:p>
                  </a:txBody>
                  <a:tcPr marT="182850" marB="182850" marR="182850" marL="1828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2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2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17:20</a:t>
                      </a:r>
                      <a:endParaRPr sz="1100" u="none" cap="none" strike="noStrike"/>
                    </a:p>
                  </a:txBody>
                  <a:tcPr marT="182850" marB="182850" marR="182850" marL="182850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95" name="Google Shape;95;p1"/>
          <p:cNvSpPr txBox="1"/>
          <p:nvPr/>
        </p:nvSpPr>
        <p:spPr>
          <a:xfrm>
            <a:off x="2334054" y="4450499"/>
            <a:ext cx="9703498" cy="127319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599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Sistemas Operativos 2 [A]</a:t>
            </a:r>
            <a:endParaRPr/>
          </a:p>
        </p:txBody>
      </p:sp>
      <p:sp>
        <p:nvSpPr>
          <p:cNvPr id="96" name="Google Shape;96;p1"/>
          <p:cNvSpPr txBox="1"/>
          <p:nvPr/>
        </p:nvSpPr>
        <p:spPr>
          <a:xfrm>
            <a:off x="2334054" y="6070349"/>
            <a:ext cx="10633500" cy="119234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Javier Alejandro Avila Flores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"/>
          <p:cNvSpPr/>
          <p:nvPr/>
        </p:nvSpPr>
        <p:spPr>
          <a:xfrm>
            <a:off x="0" y="0"/>
            <a:ext cx="18481002" cy="10287000"/>
          </a:xfrm>
          <a:custGeom>
            <a:rect b="b" l="l" r="r" t="t"/>
            <a:pathLst>
              <a:path extrusionOk="0" h="10287000" w="18481002">
                <a:moveTo>
                  <a:pt x="0" y="0"/>
                </a:moveTo>
                <a:lnTo>
                  <a:pt x="18481002" y="0"/>
                </a:lnTo>
                <a:lnTo>
                  <a:pt x="18481002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528" l="0" r="0" t="-528"/>
            </a:stretch>
          </a:blipFill>
          <a:ln>
            <a:noFill/>
          </a:ln>
        </p:spPr>
      </p:sp>
      <p:grpSp>
        <p:nvGrpSpPr>
          <p:cNvPr id="106" name="Google Shape;106;p2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107" name="Google Shape;107;p2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08" name="Google Shape;108;p2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2"/>
          <p:cNvGrpSpPr/>
          <p:nvPr/>
        </p:nvGrpSpPr>
        <p:grpSpPr>
          <a:xfrm>
            <a:off x="3838739" y="-975607"/>
            <a:ext cx="10326665" cy="4823987"/>
            <a:chOff x="0" y="-133350"/>
            <a:chExt cx="815934" cy="381154"/>
          </a:xfrm>
        </p:grpSpPr>
        <p:sp>
          <p:nvSpPr>
            <p:cNvPr id="110" name="Google Shape;110;p2"/>
            <p:cNvSpPr/>
            <p:nvPr/>
          </p:nvSpPr>
          <p:spPr>
            <a:xfrm>
              <a:off x="0" y="0"/>
              <a:ext cx="815934" cy="247804"/>
            </a:xfrm>
            <a:custGeom>
              <a:rect b="b" l="l" r="r" t="t"/>
              <a:pathLst>
                <a:path extrusionOk="0" h="247804" w="815934">
                  <a:moveTo>
                    <a:pt x="815934" y="9746"/>
                  </a:moveTo>
                  <a:lnTo>
                    <a:pt x="815934" y="238058"/>
                  </a:lnTo>
                  <a:cubicBezTo>
                    <a:pt x="815934" y="240643"/>
                    <a:pt x="814907" y="243122"/>
                    <a:pt x="813079" y="244950"/>
                  </a:cubicBezTo>
                  <a:cubicBezTo>
                    <a:pt x="811252" y="246778"/>
                    <a:pt x="808773" y="247804"/>
                    <a:pt x="806188" y="247804"/>
                  </a:cubicBezTo>
                  <a:lnTo>
                    <a:pt x="9746" y="247804"/>
                  </a:lnTo>
                  <a:cubicBezTo>
                    <a:pt x="7161" y="247804"/>
                    <a:pt x="4682" y="246778"/>
                    <a:pt x="2855" y="244950"/>
                  </a:cubicBezTo>
                  <a:cubicBezTo>
                    <a:pt x="1027" y="243122"/>
                    <a:pt x="0" y="240643"/>
                    <a:pt x="0" y="238058"/>
                  </a:cubicBezTo>
                  <a:lnTo>
                    <a:pt x="0" y="9746"/>
                  </a:lnTo>
                  <a:cubicBezTo>
                    <a:pt x="0" y="7161"/>
                    <a:pt x="1027" y="4682"/>
                    <a:pt x="2855" y="2855"/>
                  </a:cubicBezTo>
                  <a:cubicBezTo>
                    <a:pt x="4682" y="1027"/>
                    <a:pt x="7161" y="0"/>
                    <a:pt x="9746" y="0"/>
                  </a:cubicBezTo>
                  <a:lnTo>
                    <a:pt x="806188" y="0"/>
                  </a:lnTo>
                  <a:cubicBezTo>
                    <a:pt x="808773" y="0"/>
                    <a:pt x="811252" y="1027"/>
                    <a:pt x="813079" y="2855"/>
                  </a:cubicBezTo>
                  <a:cubicBezTo>
                    <a:pt x="814907" y="4682"/>
                    <a:pt x="815934" y="7161"/>
                    <a:pt x="815934" y="9746"/>
                  </a:cubicBezTo>
                  <a:close/>
                </a:path>
              </a:pathLst>
            </a:custGeom>
            <a:solidFill>
              <a:srgbClr val="000000">
                <a:alpha val="41961"/>
              </a:srgbClr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2"/>
            <p:cNvSpPr txBox="1"/>
            <p:nvPr/>
          </p:nvSpPr>
          <p:spPr>
            <a:xfrm>
              <a:off x="0" y="-133350"/>
              <a:ext cx="815934" cy="38115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2" name="Google Shape;112;p2"/>
          <p:cNvGrpSpPr/>
          <p:nvPr/>
        </p:nvGrpSpPr>
        <p:grpSpPr>
          <a:xfrm>
            <a:off x="4341026" y="522819"/>
            <a:ext cx="9200227" cy="3614162"/>
            <a:chOff x="-18" y="0"/>
            <a:chExt cx="15456146" cy="6071700"/>
          </a:xfrm>
        </p:grpSpPr>
        <p:sp>
          <p:nvSpPr>
            <p:cNvPr id="113" name="Google Shape;113;p2"/>
            <p:cNvSpPr/>
            <p:nvPr/>
          </p:nvSpPr>
          <p:spPr>
            <a:xfrm>
              <a:off x="0" y="0"/>
              <a:ext cx="15456128" cy="6071700"/>
            </a:xfrm>
            <a:custGeom>
              <a:rect b="b" l="l" r="r" t="t"/>
              <a:pathLst>
                <a:path extrusionOk="0" h="6071700" w="15456128">
                  <a:moveTo>
                    <a:pt x="0" y="0"/>
                  </a:moveTo>
                  <a:lnTo>
                    <a:pt x="15456128" y="0"/>
                  </a:lnTo>
                  <a:lnTo>
                    <a:pt x="15456128" y="6071700"/>
                  </a:lnTo>
                  <a:lnTo>
                    <a:pt x="0" y="6071700"/>
                  </a:lnTo>
                  <a:close/>
                </a:path>
              </a:pathLst>
            </a:custGeom>
            <a:solidFill>
              <a:srgbClr val="FFFFFF">
                <a:alpha val="0"/>
              </a:srgbClr>
            </a:solidFill>
            <a:ln>
              <a:noFill/>
            </a:ln>
          </p:spPr>
        </p:sp>
        <p:sp>
          <p:nvSpPr>
            <p:cNvPr id="114" name="Google Shape;114;p2"/>
            <p:cNvSpPr txBox="1"/>
            <p:nvPr/>
          </p:nvSpPr>
          <p:spPr>
            <a:xfrm>
              <a:off x="-18" y="508998"/>
              <a:ext cx="14680500" cy="4968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b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9000" u="none" cap="none" strike="noStrike">
                  <a:solidFill>
                    <a:srgbClr val="FFFFFF"/>
                  </a:solidFill>
                  <a:latin typeface="Poppins Black"/>
                  <a:ea typeface="Poppins Black"/>
                  <a:cs typeface="Poppins Black"/>
                  <a:sym typeface="Poppins Black"/>
                </a:rPr>
                <a:t>SISTEMAS OPERATIVOS 2</a:t>
              </a:r>
              <a:endParaRPr/>
            </a:p>
          </p:txBody>
        </p:sp>
      </p:grpSp>
      <p:sp>
        <p:nvSpPr>
          <p:cNvPr id="115" name="Google Shape;115;p2"/>
          <p:cNvSpPr/>
          <p:nvPr/>
        </p:nvSpPr>
        <p:spPr>
          <a:xfrm>
            <a:off x="16986799" y="3043276"/>
            <a:ext cx="20488" cy="24089"/>
          </a:xfrm>
          <a:custGeom>
            <a:rect b="b" l="l" r="r" t="t"/>
            <a:pathLst>
              <a:path extrusionOk="0" h="24089" w="20488">
                <a:moveTo>
                  <a:pt x="0" y="0"/>
                </a:moveTo>
                <a:lnTo>
                  <a:pt x="20489" y="0"/>
                </a:lnTo>
                <a:lnTo>
                  <a:pt x="20489" y="24088"/>
                </a:lnTo>
                <a:lnTo>
                  <a:pt x="0" y="2408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p2"/>
          <p:cNvSpPr/>
          <p:nvPr/>
        </p:nvSpPr>
        <p:spPr>
          <a:xfrm>
            <a:off x="16978007" y="3013949"/>
            <a:ext cx="19335" cy="25146"/>
          </a:xfrm>
          <a:custGeom>
            <a:rect b="b" l="l" r="r" t="t"/>
            <a:pathLst>
              <a:path extrusionOk="0" h="33528" w="25781">
                <a:moveTo>
                  <a:pt x="25781" y="33528"/>
                </a:moveTo>
                <a:cubicBezTo>
                  <a:pt x="25781" y="16637"/>
                  <a:pt x="0" y="8382"/>
                  <a:pt x="0" y="0"/>
                </a:cubicBezTo>
                <a:cubicBezTo>
                  <a:pt x="25781" y="16637"/>
                  <a:pt x="25781" y="33528"/>
                  <a:pt x="25781" y="33528"/>
                </a:cubicBez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-757" l="-119364" r="-119412" t="-757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2"/>
          <p:cNvSpPr/>
          <p:nvPr/>
        </p:nvSpPr>
        <p:spPr>
          <a:xfrm>
            <a:off x="16968073" y="2987831"/>
            <a:ext cx="20488" cy="25527"/>
          </a:xfrm>
          <a:custGeom>
            <a:rect b="b" l="l" r="r" t="t"/>
            <a:pathLst>
              <a:path extrusionOk="0" h="25527" w="20488">
                <a:moveTo>
                  <a:pt x="0" y="0"/>
                </a:moveTo>
                <a:lnTo>
                  <a:pt x="20488" y="0"/>
                </a:lnTo>
                <a:lnTo>
                  <a:pt x="20488" y="25527"/>
                </a:lnTo>
                <a:lnTo>
                  <a:pt x="0" y="2552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2"/>
          <p:cNvSpPr/>
          <p:nvPr/>
        </p:nvSpPr>
        <p:spPr>
          <a:xfrm>
            <a:off x="16999110" y="3072794"/>
            <a:ext cx="15359" cy="21908"/>
          </a:xfrm>
          <a:custGeom>
            <a:rect b="b" l="l" r="r" t="t"/>
            <a:pathLst>
              <a:path extrusionOk="0" h="29210" w="20479">
                <a:moveTo>
                  <a:pt x="20479" y="29210"/>
                </a:moveTo>
                <a:lnTo>
                  <a:pt x="20479" y="0"/>
                </a:lnTo>
                <a:cubicBezTo>
                  <a:pt x="-6826" y="0"/>
                  <a:pt x="-6826" y="0"/>
                  <a:pt x="20479" y="29210"/>
                </a:cubicBez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-86" l="-149798" r="-116529" t="0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9" name="Google Shape;119;p2"/>
          <p:cNvSpPr/>
          <p:nvPr/>
        </p:nvSpPr>
        <p:spPr>
          <a:xfrm>
            <a:off x="17021004" y="3112171"/>
            <a:ext cx="0" cy="9610"/>
          </a:xfrm>
          <a:custGeom>
            <a:rect b="b" l="l" r="r" t="t"/>
            <a:pathLst>
              <a:path extrusionOk="0" h="12813" w="120000">
                <a:moveTo>
                  <a:pt x="0" y="12813"/>
                </a:moveTo>
                <a:cubicBezTo>
                  <a:pt x="0" y="12813"/>
                  <a:pt x="0" y="-16016"/>
                  <a:pt x="0" y="12813"/>
                </a:cubicBezTo>
                <a:cubicBezTo>
                  <a:pt x="0" y="-16016"/>
                  <a:pt x="0" y="12813"/>
                  <a:pt x="0" y="12813"/>
                </a:cubicBezTo>
                <a:close/>
              </a:path>
            </a:pathLst>
          </a:custGeom>
          <a:blipFill rotWithShape="1">
            <a:blip r:embed="rId5">
              <a:alphaModFix amt="0"/>
            </a:blip>
            <a:stretch>
              <a:fillRect b="-3172" l="-2147483648" r="-2147483648" t="-124998"/>
            </a:stretch>
          </a:blipFill>
          <a:ln cap="sq" cmpd="sng" w="19050">
            <a:solidFill>
              <a:srgbClr val="000000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2"/>
          <p:cNvSpPr txBox="1"/>
          <p:nvPr/>
        </p:nvSpPr>
        <p:spPr>
          <a:xfrm>
            <a:off x="1120422" y="8712675"/>
            <a:ext cx="8274749" cy="111030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Escuela de Ingeniería de Ciencias Y Sistemas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Facultad de Ingeniería</a:t>
            </a:r>
            <a:endParaRPr/>
          </a:p>
          <a:p>
            <a:pPr indent="0" lvl="0" marL="0" marR="0" rtl="0"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200" u="none" cap="none" strike="noStrike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Universidad de San Carlos de Guatemala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30" name="Google Shape;130;p3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131" name="Google Shape;131;p3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88888">
                    <a:alpha val="41961"/>
                  </a:srgbClr>
                </a:gs>
                <a:gs pos="100000">
                  <a:srgbClr val="000000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32" name="Google Shape;132;p3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3" name="Google Shape;133;p3"/>
          <p:cNvGrpSpPr/>
          <p:nvPr/>
        </p:nvGrpSpPr>
        <p:grpSpPr>
          <a:xfrm>
            <a:off x="2669590" y="1135004"/>
            <a:ext cx="3484552" cy="1640231"/>
            <a:chOff x="0" y="-28575"/>
            <a:chExt cx="4646069" cy="2186975"/>
          </a:xfrm>
        </p:grpSpPr>
        <p:sp>
          <p:nvSpPr>
            <p:cNvPr id="134" name="Google Shape;134;p3"/>
            <p:cNvSpPr/>
            <p:nvPr/>
          </p:nvSpPr>
          <p:spPr>
            <a:xfrm>
              <a:off x="0" y="0"/>
              <a:ext cx="4646068" cy="2158397"/>
            </a:xfrm>
            <a:custGeom>
              <a:rect b="b" l="l" r="r" t="t"/>
              <a:pathLst>
                <a:path extrusionOk="0" h="2158397" w="4646068">
                  <a:moveTo>
                    <a:pt x="0" y="0"/>
                  </a:moveTo>
                  <a:lnTo>
                    <a:pt x="4646068" y="0"/>
                  </a:lnTo>
                  <a:lnTo>
                    <a:pt x="4646068" y="2158397"/>
                  </a:lnTo>
                  <a:lnTo>
                    <a:pt x="0" y="2158397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0311" l="0" r="-353741" t="-140308"/>
              </a:stretch>
            </a:blipFill>
            <a:ln>
              <a:noFill/>
            </a:ln>
          </p:spPr>
        </p:sp>
        <p:sp>
          <p:nvSpPr>
            <p:cNvPr id="135" name="Google Shape;135;p3"/>
            <p:cNvSpPr txBox="1"/>
            <p:nvPr/>
          </p:nvSpPr>
          <p:spPr>
            <a:xfrm>
              <a:off x="0" y="-28575"/>
              <a:ext cx="4646069" cy="21869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Agenda</a:t>
              </a:r>
              <a:endParaRPr/>
            </a:p>
          </p:txBody>
        </p:sp>
      </p:grpSp>
      <p:sp>
        <p:nvSpPr>
          <p:cNvPr id="136" name="Google Shape;136;p3"/>
          <p:cNvSpPr/>
          <p:nvPr/>
        </p:nvSpPr>
        <p:spPr>
          <a:xfrm>
            <a:off x="1947095" y="3379363"/>
            <a:ext cx="4384811" cy="4384811"/>
          </a:xfrm>
          <a:custGeom>
            <a:rect b="b" l="l" r="r" t="t"/>
            <a:pathLst>
              <a:path extrusionOk="0" h="4384811" w="4384811">
                <a:moveTo>
                  <a:pt x="0" y="0"/>
                </a:moveTo>
                <a:lnTo>
                  <a:pt x="4384811" y="0"/>
                </a:lnTo>
                <a:lnTo>
                  <a:pt x="4384811" y="4384811"/>
                </a:lnTo>
                <a:lnTo>
                  <a:pt x="0" y="438481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7" name="Google Shape;137;p3"/>
          <p:cNvSpPr txBox="1"/>
          <p:nvPr/>
        </p:nvSpPr>
        <p:spPr>
          <a:xfrm>
            <a:off x="7051329" y="2906973"/>
            <a:ext cx="9662551" cy="596882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Conociendo al Auxiliar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¿Quienes son tus compañeros?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Evaluación de Conocimientos Previos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Lectura del Programa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Evaluación de Conocimientos Nuevos</a:t>
            </a:r>
            <a:endParaRPr/>
          </a:p>
          <a:p>
            <a:pPr indent="-426720" lvl="1" marL="853440" marR="0" rtl="0" algn="l">
              <a:lnSpc>
                <a:spcPct val="13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26720" lvl="1" marL="853440" marR="0" rtl="0" algn="l">
              <a:lnSpc>
                <a:spcPct val="13997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4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147" name="Google Shape;147;p4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148" name="Google Shape;148;p4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888888">
                    <a:alpha val="41961"/>
                  </a:srgbClr>
                </a:gs>
                <a:gs pos="100000">
                  <a:srgbClr val="000000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49" name="Google Shape;149;p4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0" name="Google Shape;150;p4"/>
          <p:cNvGrpSpPr/>
          <p:nvPr/>
        </p:nvGrpSpPr>
        <p:grpSpPr>
          <a:xfrm>
            <a:off x="1238402" y="1216973"/>
            <a:ext cx="6445315" cy="1639991"/>
            <a:chOff x="0" y="-28575"/>
            <a:chExt cx="8593754" cy="2186655"/>
          </a:xfrm>
        </p:grpSpPr>
        <p:sp>
          <p:nvSpPr>
            <p:cNvPr id="151" name="Google Shape;151;p4"/>
            <p:cNvSpPr/>
            <p:nvPr/>
          </p:nvSpPr>
          <p:spPr>
            <a:xfrm>
              <a:off x="0" y="0"/>
              <a:ext cx="8593754" cy="2158074"/>
            </a:xfrm>
            <a:custGeom>
              <a:rect b="b" l="l" r="r" t="t"/>
              <a:pathLst>
                <a:path extrusionOk="0" h="2158074" w="8593754">
                  <a:moveTo>
                    <a:pt x="0" y="0"/>
                  </a:moveTo>
                  <a:lnTo>
                    <a:pt x="8593754" y="0"/>
                  </a:lnTo>
                  <a:lnTo>
                    <a:pt x="8593754" y="2158074"/>
                  </a:lnTo>
                  <a:lnTo>
                    <a:pt x="0" y="2158074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0331" l="0" r="-145302" t="-140331"/>
              </a:stretch>
            </a:blipFill>
            <a:ln>
              <a:noFill/>
            </a:ln>
          </p:spPr>
        </p:sp>
        <p:sp>
          <p:nvSpPr>
            <p:cNvPr id="152" name="Google Shape;152;p4"/>
            <p:cNvSpPr txBox="1"/>
            <p:nvPr/>
          </p:nvSpPr>
          <p:spPr>
            <a:xfrm>
              <a:off x="0" y="-28575"/>
              <a:ext cx="8593754" cy="218665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¿Quien soy?</a:t>
              </a:r>
              <a:endParaRPr/>
            </a:p>
          </p:txBody>
        </p:sp>
      </p:grpSp>
      <p:sp>
        <p:nvSpPr>
          <p:cNvPr id="153" name="Google Shape;153;p4"/>
          <p:cNvSpPr/>
          <p:nvPr/>
        </p:nvSpPr>
        <p:spPr>
          <a:xfrm>
            <a:off x="1852581" y="7214696"/>
            <a:ext cx="1381325" cy="1381325"/>
          </a:xfrm>
          <a:custGeom>
            <a:rect b="b" l="l" r="r" t="t"/>
            <a:pathLst>
              <a:path extrusionOk="0" h="2473198" w="2473198">
                <a:moveTo>
                  <a:pt x="0" y="0"/>
                </a:moveTo>
                <a:lnTo>
                  <a:pt x="2473198" y="0"/>
                </a:lnTo>
                <a:lnTo>
                  <a:pt x="2473198" y="2473198"/>
                </a:lnTo>
                <a:lnTo>
                  <a:pt x="0" y="247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4" name="Google Shape;154;p4"/>
          <p:cNvSpPr/>
          <p:nvPr/>
        </p:nvSpPr>
        <p:spPr>
          <a:xfrm>
            <a:off x="11164697" y="7271646"/>
            <a:ext cx="1435875" cy="1435875"/>
          </a:xfrm>
          <a:custGeom>
            <a:rect b="b" l="l" r="r" t="t"/>
            <a:pathLst>
              <a:path extrusionOk="0" h="2473198" w="2473198">
                <a:moveTo>
                  <a:pt x="0" y="0"/>
                </a:moveTo>
                <a:lnTo>
                  <a:pt x="2473198" y="0"/>
                </a:lnTo>
                <a:lnTo>
                  <a:pt x="2473198" y="2473198"/>
                </a:lnTo>
                <a:lnTo>
                  <a:pt x="0" y="247319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5" name="Google Shape;155;p4"/>
          <p:cNvSpPr/>
          <p:nvPr/>
        </p:nvSpPr>
        <p:spPr>
          <a:xfrm>
            <a:off x="6004011" y="7214696"/>
            <a:ext cx="1492839" cy="1492839"/>
          </a:xfrm>
          <a:custGeom>
            <a:rect b="b" l="l" r="r" t="t"/>
            <a:pathLst>
              <a:path extrusionOk="0" h="2625090" w="2625090">
                <a:moveTo>
                  <a:pt x="0" y="0"/>
                </a:moveTo>
                <a:lnTo>
                  <a:pt x="2625090" y="0"/>
                </a:lnTo>
                <a:lnTo>
                  <a:pt x="2625090" y="2625090"/>
                </a:lnTo>
                <a:lnTo>
                  <a:pt x="0" y="2625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6" name="Google Shape;156;p4"/>
          <p:cNvSpPr/>
          <p:nvPr/>
        </p:nvSpPr>
        <p:spPr>
          <a:xfrm>
            <a:off x="19540099" y="1046226"/>
            <a:ext cx="7286721" cy="7207186"/>
          </a:xfrm>
          <a:custGeom>
            <a:rect b="b" l="l" r="r" t="t"/>
            <a:pathLst>
              <a:path extrusionOk="0" h="9609582" w="9715627">
                <a:moveTo>
                  <a:pt x="0" y="0"/>
                </a:moveTo>
                <a:lnTo>
                  <a:pt x="9715627" y="0"/>
                </a:lnTo>
                <a:lnTo>
                  <a:pt x="9715627" y="9609582"/>
                </a:lnTo>
                <a:lnTo>
                  <a:pt x="0" y="9609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157" name="Google Shape;157;p4"/>
          <p:cNvSpPr/>
          <p:nvPr/>
        </p:nvSpPr>
        <p:spPr>
          <a:xfrm>
            <a:off x="14109771" y="6863686"/>
            <a:ext cx="2471886" cy="2471886"/>
          </a:xfrm>
          <a:custGeom>
            <a:rect b="b" l="l" r="r" t="t"/>
            <a:pathLst>
              <a:path extrusionOk="0" h="2471886" w="2471886">
                <a:moveTo>
                  <a:pt x="0" y="0"/>
                </a:moveTo>
                <a:lnTo>
                  <a:pt x="2471886" y="0"/>
                </a:lnTo>
                <a:lnTo>
                  <a:pt x="2471886" y="2471886"/>
                </a:lnTo>
                <a:lnTo>
                  <a:pt x="0" y="247188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58" name="Google Shape;158;p4"/>
          <p:cNvSpPr/>
          <p:nvPr/>
        </p:nvSpPr>
        <p:spPr>
          <a:xfrm>
            <a:off x="1786780" y="3887704"/>
            <a:ext cx="2582125" cy="2936467"/>
          </a:xfrm>
          <a:custGeom>
            <a:rect b="b" l="l" r="r" t="t"/>
            <a:pathLst>
              <a:path extrusionOk="0" h="2936467" w="2582125">
                <a:moveTo>
                  <a:pt x="0" y="0"/>
                </a:moveTo>
                <a:lnTo>
                  <a:pt x="2582125" y="0"/>
                </a:lnTo>
                <a:lnTo>
                  <a:pt x="2582125" y="2936467"/>
                </a:lnTo>
                <a:lnTo>
                  <a:pt x="0" y="29364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0" l="0" r="-13722" t="0"/>
            </a:stretch>
          </a:blipFill>
          <a:ln>
            <a:noFill/>
          </a:ln>
        </p:spPr>
      </p:sp>
      <p:sp>
        <p:nvSpPr>
          <p:cNvPr id="159" name="Google Shape;159;p4"/>
          <p:cNvSpPr/>
          <p:nvPr/>
        </p:nvSpPr>
        <p:spPr>
          <a:xfrm>
            <a:off x="13210451" y="1225132"/>
            <a:ext cx="2097679" cy="1563724"/>
          </a:xfrm>
          <a:custGeom>
            <a:rect b="b" l="l" r="r" t="t"/>
            <a:pathLst>
              <a:path extrusionOk="0" h="1563724" w="2097679">
                <a:moveTo>
                  <a:pt x="0" y="0"/>
                </a:moveTo>
                <a:lnTo>
                  <a:pt x="2097678" y="0"/>
                </a:lnTo>
                <a:lnTo>
                  <a:pt x="2097678" y="1563724"/>
                </a:lnTo>
                <a:lnTo>
                  <a:pt x="0" y="156372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0" name="Google Shape;160;p4"/>
          <p:cNvSpPr/>
          <p:nvPr/>
        </p:nvSpPr>
        <p:spPr>
          <a:xfrm>
            <a:off x="11739218" y="3360386"/>
            <a:ext cx="1697359" cy="1913008"/>
          </a:xfrm>
          <a:custGeom>
            <a:rect b="b" l="l" r="r" t="t"/>
            <a:pathLst>
              <a:path extrusionOk="0" h="1913008" w="1697359">
                <a:moveTo>
                  <a:pt x="0" y="0"/>
                </a:moveTo>
                <a:lnTo>
                  <a:pt x="1697360" y="0"/>
                </a:lnTo>
                <a:lnTo>
                  <a:pt x="1697360" y="1913008"/>
                </a:lnTo>
                <a:lnTo>
                  <a:pt x="0" y="191300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1" name="Google Shape;161;p4"/>
          <p:cNvSpPr/>
          <p:nvPr/>
        </p:nvSpPr>
        <p:spPr>
          <a:xfrm>
            <a:off x="9658733" y="1028700"/>
            <a:ext cx="1977782" cy="1977782"/>
          </a:xfrm>
          <a:custGeom>
            <a:rect b="b" l="l" r="r" t="t"/>
            <a:pathLst>
              <a:path extrusionOk="0" h="1977782" w="1977782">
                <a:moveTo>
                  <a:pt x="0" y="0"/>
                </a:moveTo>
                <a:lnTo>
                  <a:pt x="1977782" y="0"/>
                </a:lnTo>
                <a:lnTo>
                  <a:pt x="1977782" y="1977782"/>
                </a:lnTo>
                <a:lnTo>
                  <a:pt x="0" y="19777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2" name="Google Shape;162;p4"/>
          <p:cNvSpPr/>
          <p:nvPr/>
        </p:nvSpPr>
        <p:spPr>
          <a:xfrm>
            <a:off x="14479374" y="3597405"/>
            <a:ext cx="1853295" cy="2059217"/>
          </a:xfrm>
          <a:custGeom>
            <a:rect b="b" l="l" r="r" t="t"/>
            <a:pathLst>
              <a:path extrusionOk="0" h="2059217" w="1853295">
                <a:moveTo>
                  <a:pt x="0" y="0"/>
                </a:moveTo>
                <a:lnTo>
                  <a:pt x="1853295" y="0"/>
                </a:lnTo>
                <a:lnTo>
                  <a:pt x="1853295" y="2059217"/>
                </a:lnTo>
                <a:lnTo>
                  <a:pt x="0" y="205921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3" name="Google Shape;163;p4"/>
          <p:cNvSpPr/>
          <p:nvPr/>
        </p:nvSpPr>
        <p:spPr>
          <a:xfrm>
            <a:off x="7683718" y="3621122"/>
            <a:ext cx="2123026" cy="2057405"/>
          </a:xfrm>
          <a:custGeom>
            <a:rect b="b" l="l" r="r" t="t"/>
            <a:pathLst>
              <a:path extrusionOk="0" h="2057405" w="2123026">
                <a:moveTo>
                  <a:pt x="0" y="0"/>
                </a:moveTo>
                <a:lnTo>
                  <a:pt x="2123025" y="0"/>
                </a:lnTo>
                <a:lnTo>
                  <a:pt x="2123025" y="2057404"/>
                </a:lnTo>
                <a:lnTo>
                  <a:pt x="0" y="20574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4" name="Google Shape;164;p4"/>
          <p:cNvSpPr txBox="1"/>
          <p:nvPr/>
        </p:nvSpPr>
        <p:spPr>
          <a:xfrm>
            <a:off x="1238402" y="2853094"/>
            <a:ext cx="9574800" cy="3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4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Conociendo a</a:t>
            </a:r>
            <a:r>
              <a:rPr b="1" lang="en-US" sz="24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l</a:t>
            </a:r>
            <a:r>
              <a:rPr b="1" i="0" lang="en-US" sz="245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 </a:t>
            </a:r>
            <a:r>
              <a:rPr b="1" lang="en-US" sz="245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aux</a:t>
            </a:r>
            <a:endParaRPr/>
          </a:p>
        </p:txBody>
      </p:sp>
      <p:sp>
        <p:nvSpPr>
          <p:cNvPr id="165" name="Google Shape;165;p4"/>
          <p:cNvSpPr txBox="1"/>
          <p:nvPr/>
        </p:nvSpPr>
        <p:spPr>
          <a:xfrm>
            <a:off x="1028700" y="8869805"/>
            <a:ext cx="3029088" cy="82650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3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03" u="sng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  <a:hlinkClick r:id="rId1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javier-alejandro-avila-flores</a:t>
            </a:r>
            <a:endParaRPr/>
          </a:p>
        </p:txBody>
      </p:sp>
      <p:sp>
        <p:nvSpPr>
          <p:cNvPr id="166" name="Google Shape;166;p4"/>
          <p:cNvSpPr txBox="1"/>
          <p:nvPr/>
        </p:nvSpPr>
        <p:spPr>
          <a:xfrm>
            <a:off x="4368905" y="9140193"/>
            <a:ext cx="5289828" cy="4173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6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3017077070101@ingenieria.usac.edu.gt</a:t>
            </a:r>
            <a:endParaRPr/>
          </a:p>
        </p:txBody>
      </p:sp>
      <p:sp>
        <p:nvSpPr>
          <p:cNvPr id="167" name="Google Shape;167;p4"/>
          <p:cNvSpPr txBox="1"/>
          <p:nvPr/>
        </p:nvSpPr>
        <p:spPr>
          <a:xfrm>
            <a:off x="9973058" y="9064102"/>
            <a:ext cx="3819154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xX-Ale-Xx</a:t>
            </a:r>
            <a:endParaRPr/>
          </a:p>
        </p:txBody>
      </p:sp>
      <p:sp>
        <p:nvSpPr>
          <p:cNvPr id="168" name="Google Shape;168;p4"/>
          <p:cNvSpPr txBox="1"/>
          <p:nvPr/>
        </p:nvSpPr>
        <p:spPr>
          <a:xfrm>
            <a:off x="20309072" y="1854594"/>
            <a:ext cx="5392198" cy="64254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Saludo inicial y presentación personal.</a:t>
            </a:r>
            <a:endParaRPr/>
          </a:p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Se debe dar una breve descripción de su experiencia ácademica y profesional.</a:t>
            </a:r>
            <a:endParaRPr/>
          </a:p>
          <a:p>
            <a:pPr indent="0" lvl="0" marL="0" marR="0" rtl="0" algn="l">
              <a:lnSpc>
                <a:spcPct val="167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Explicación del rol del auxiliar dentro del curso.</a:t>
            </a:r>
            <a:endParaRPr/>
          </a:p>
          <a:p>
            <a:pPr indent="0" lvl="0" marL="0" marR="0" rtl="0" algn="l">
              <a:lnSpc>
                <a:spcPct val="14148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24" u="none" cap="none" strike="noStrike">
              <a:solidFill>
                <a:srgbClr val="131416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9" name="Google Shape;169;p4"/>
          <p:cNvSpPr txBox="1"/>
          <p:nvPr/>
        </p:nvSpPr>
        <p:spPr>
          <a:xfrm>
            <a:off x="19537956" y="7870803"/>
            <a:ext cx="7988999" cy="13700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20763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5622" u="none" cap="none" strike="noStrike">
                <a:solidFill>
                  <a:srgbClr val="FF3131"/>
                </a:solidFill>
                <a:latin typeface="Arial"/>
                <a:ea typeface="Arial"/>
                <a:cs typeface="Arial"/>
                <a:sym typeface="Arial"/>
              </a:rPr>
              <a:t>Duracion: 10 minutos</a:t>
            </a:r>
            <a:endParaRPr/>
          </a:p>
        </p:txBody>
      </p:sp>
      <p:sp>
        <p:nvSpPr>
          <p:cNvPr id="170" name="Google Shape;170;p4"/>
          <p:cNvSpPr txBox="1"/>
          <p:nvPr/>
        </p:nvSpPr>
        <p:spPr>
          <a:xfrm>
            <a:off x="13210451" y="9022200"/>
            <a:ext cx="3819154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___jaavierrrrr</a:t>
            </a:r>
            <a:endParaRPr/>
          </a:p>
        </p:txBody>
      </p:sp>
      <p:pic>
        <p:nvPicPr>
          <p:cNvPr id="171" name="Google Shape;171;p4"/>
          <p:cNvPicPr preferRelativeResize="0"/>
          <p:nvPr/>
        </p:nvPicPr>
        <p:blipFill>
          <a:blip r:embed="rId17">
            <a:alphaModFix/>
          </a:blip>
          <a:stretch>
            <a:fillRect/>
          </a:stretch>
        </p:blipFill>
        <p:spPr>
          <a:xfrm>
            <a:off x="6669975" y="882725"/>
            <a:ext cx="2308500" cy="2308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4"/>
          <p:cNvPicPr preferRelativeResize="0"/>
          <p:nvPr/>
        </p:nvPicPr>
        <p:blipFill>
          <a:blip r:embed="rId18">
            <a:alphaModFix/>
          </a:blip>
          <a:stretch>
            <a:fillRect/>
          </a:stretch>
        </p:blipFill>
        <p:spPr>
          <a:xfrm>
            <a:off x="4964800" y="3565499"/>
            <a:ext cx="2123025" cy="21230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5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26" l="0" r="0" t="-26"/>
            </a:stretch>
          </a:blipFill>
          <a:ln>
            <a:noFill/>
          </a:ln>
        </p:spPr>
      </p:sp>
      <p:grpSp>
        <p:nvGrpSpPr>
          <p:cNvPr id="182" name="Google Shape;182;p5"/>
          <p:cNvGrpSpPr/>
          <p:nvPr/>
        </p:nvGrpSpPr>
        <p:grpSpPr>
          <a:xfrm>
            <a:off x="-350" y="-1687718"/>
            <a:ext cx="18287931" cy="11974758"/>
            <a:chOff x="0" y="-133350"/>
            <a:chExt cx="1444978" cy="946150"/>
          </a:xfrm>
        </p:grpSpPr>
        <p:sp>
          <p:nvSpPr>
            <p:cNvPr id="183" name="Google Shape;183;p5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184" name="Google Shape;184;p5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5" name="Google Shape;185;p5"/>
          <p:cNvGrpSpPr/>
          <p:nvPr/>
        </p:nvGrpSpPr>
        <p:grpSpPr>
          <a:xfrm>
            <a:off x="1238402" y="1216971"/>
            <a:ext cx="15810605" cy="1640233"/>
            <a:chOff x="0" y="-28575"/>
            <a:chExt cx="21080806" cy="2186978"/>
          </a:xfrm>
        </p:grpSpPr>
        <p:sp>
          <p:nvSpPr>
            <p:cNvPr id="186" name="Google Shape;186;p5"/>
            <p:cNvSpPr/>
            <p:nvPr/>
          </p:nvSpPr>
          <p:spPr>
            <a:xfrm>
              <a:off x="0" y="0"/>
              <a:ext cx="21080800" cy="2158400"/>
            </a:xfrm>
            <a:custGeom>
              <a:rect b="b" l="l" r="r" t="t"/>
              <a:pathLst>
                <a:path extrusionOk="0" h="2158400" w="21080800">
                  <a:moveTo>
                    <a:pt x="0" y="0"/>
                  </a:moveTo>
                  <a:lnTo>
                    <a:pt x="21080800" y="0"/>
                  </a:lnTo>
                  <a:lnTo>
                    <a:pt x="21080800" y="2158400"/>
                  </a:lnTo>
                  <a:lnTo>
                    <a:pt x="0" y="21584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0302" l="0" r="0" t="-140302"/>
              </a:stretch>
            </a:blipFill>
            <a:ln>
              <a:noFill/>
            </a:ln>
          </p:spPr>
        </p:sp>
        <p:sp>
          <p:nvSpPr>
            <p:cNvPr id="187" name="Google Shape;187;p5"/>
            <p:cNvSpPr txBox="1"/>
            <p:nvPr/>
          </p:nvSpPr>
          <p:spPr>
            <a:xfrm>
              <a:off x="0" y="-28575"/>
              <a:ext cx="21080806" cy="218697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chemeClr val="lt1"/>
                  </a:solidFill>
                  <a:latin typeface="Arimo"/>
                  <a:ea typeface="Arimo"/>
                  <a:cs typeface="Arimo"/>
                  <a:sym typeface="Arimo"/>
                </a:rPr>
                <a:t>¿Quienes son tus compañeros?</a:t>
              </a:r>
              <a:endParaRPr>
                <a:solidFill>
                  <a:schemeClr val="lt1"/>
                </a:solidFill>
              </a:endParaRPr>
            </a:p>
          </p:txBody>
        </p:sp>
      </p:grpSp>
      <p:sp>
        <p:nvSpPr>
          <p:cNvPr id="188" name="Google Shape;188;p5"/>
          <p:cNvSpPr/>
          <p:nvPr/>
        </p:nvSpPr>
        <p:spPr>
          <a:xfrm>
            <a:off x="18847346" y="1238421"/>
            <a:ext cx="7286721" cy="7207186"/>
          </a:xfrm>
          <a:custGeom>
            <a:rect b="b" l="l" r="r" t="t"/>
            <a:pathLst>
              <a:path extrusionOk="0" h="9609582" w="9715627">
                <a:moveTo>
                  <a:pt x="0" y="0"/>
                </a:moveTo>
                <a:lnTo>
                  <a:pt x="9715627" y="0"/>
                </a:lnTo>
                <a:lnTo>
                  <a:pt x="9715627" y="9609582"/>
                </a:lnTo>
                <a:lnTo>
                  <a:pt x="0" y="960958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22" l="0" r="0" t="-22"/>
            </a:stretch>
          </a:blipFill>
          <a:ln>
            <a:noFill/>
          </a:ln>
        </p:spPr>
      </p:sp>
      <p:sp>
        <p:nvSpPr>
          <p:cNvPr id="189" name="Google Shape;189;p5"/>
          <p:cNvSpPr/>
          <p:nvPr/>
        </p:nvSpPr>
        <p:spPr>
          <a:xfrm>
            <a:off x="12065219" y="3002235"/>
            <a:ext cx="5778062" cy="5089265"/>
          </a:xfrm>
          <a:custGeom>
            <a:rect b="b" l="l" r="r" t="t"/>
            <a:pathLst>
              <a:path extrusionOk="0" h="5089265" w="5778062">
                <a:moveTo>
                  <a:pt x="0" y="0"/>
                </a:moveTo>
                <a:lnTo>
                  <a:pt x="5778062" y="0"/>
                </a:lnTo>
                <a:lnTo>
                  <a:pt x="5778062" y="5089265"/>
                </a:lnTo>
                <a:lnTo>
                  <a:pt x="0" y="50892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-4731" l="0" r="0" t="-8802"/>
            </a:stretch>
          </a:blipFill>
          <a:ln>
            <a:noFill/>
          </a:ln>
        </p:spPr>
      </p:sp>
      <p:sp>
        <p:nvSpPr>
          <p:cNvPr id="190" name="Google Shape;190;p5"/>
          <p:cNvSpPr txBox="1"/>
          <p:nvPr/>
        </p:nvSpPr>
        <p:spPr>
          <a:xfrm>
            <a:off x="1329775" y="2664525"/>
            <a:ext cx="14059500" cy="41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38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Noto Sans"/>
              <a:buChar char="-"/>
            </a:pPr>
            <a:r>
              <a:rPr b="1" lang="en-US" sz="3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Nombre </a:t>
            </a:r>
            <a:endParaRPr b="1" sz="33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38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Noto Sans"/>
              <a:buChar char="-"/>
            </a:pPr>
            <a:r>
              <a:rPr b="1" lang="en-US" sz="3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Intereses </a:t>
            </a:r>
            <a:endParaRPr b="1" sz="33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38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Noto Sans"/>
              <a:buChar char="-"/>
            </a:pPr>
            <a:r>
              <a:rPr b="1" lang="en-US" sz="3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Expectativas sobre el curso.</a:t>
            </a:r>
            <a:endParaRPr b="1" sz="33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-438150" lvl="0" marL="45720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00"/>
              <a:buFont typeface="Noto Sans"/>
              <a:buChar char="-"/>
            </a:pPr>
            <a:r>
              <a:rPr b="1" lang="en-US" sz="33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Experiencia previa relacionada (si aplica).</a:t>
            </a:r>
            <a:endParaRPr b="1" sz="33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300">
              <a:solidFill>
                <a:srgbClr val="FFFFFF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91" name="Google Shape;191;p5"/>
          <p:cNvSpPr txBox="1"/>
          <p:nvPr/>
        </p:nvSpPr>
        <p:spPr>
          <a:xfrm>
            <a:off x="19789464" y="2348894"/>
            <a:ext cx="5392198" cy="545805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¡Es tu turno! Conociendo a algunos compañeros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Para fomentar un ambiente dinámico y participativo, cinco estudiantes serán seleccionados al azar para presentarse ante la clase.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Cada estudiante deberá compartir: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Nombre 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Intereses o expectativas sobre el curso.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Experiencia previa relacionada con el tema (si aplica).</a:t>
            </a:r>
            <a:endParaRPr/>
          </a:p>
          <a:p>
            <a:pPr indent="0" lvl="0" marL="0" marR="0" rtl="0" algn="l">
              <a:lnSpc>
                <a:spcPct val="16793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24" u="none" cap="none" strike="noStrike">
                <a:solidFill>
                  <a:srgbClr val="131416"/>
                </a:solidFill>
                <a:latin typeface="Open Sans"/>
                <a:ea typeface="Open Sans"/>
                <a:cs typeface="Open Sans"/>
                <a:sym typeface="Open Sans"/>
              </a:rPr>
              <a:t>Un dato curioso sobre sí mismo.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6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01" name="Google Shape;201;p6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02" name="Google Shape;202;p6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03" name="Google Shape;203;p6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6"/>
          <p:cNvGrpSpPr/>
          <p:nvPr/>
        </p:nvGrpSpPr>
        <p:grpSpPr>
          <a:xfrm>
            <a:off x="9991792" y="3176032"/>
            <a:ext cx="6952202" cy="3190031"/>
            <a:chOff x="0" y="-28575"/>
            <a:chExt cx="9269603" cy="4253375"/>
          </a:xfrm>
        </p:grpSpPr>
        <p:sp>
          <p:nvSpPr>
            <p:cNvPr id="205" name="Google Shape;205;p6"/>
            <p:cNvSpPr/>
            <p:nvPr/>
          </p:nvSpPr>
          <p:spPr>
            <a:xfrm>
              <a:off x="0" y="0"/>
              <a:ext cx="9269600" cy="4224800"/>
            </a:xfrm>
            <a:custGeom>
              <a:rect b="b" l="l" r="r" t="t"/>
              <a:pathLst>
                <a:path extrusionOk="0" h="4224800" w="9269600">
                  <a:moveTo>
                    <a:pt x="0" y="0"/>
                  </a:moveTo>
                  <a:lnTo>
                    <a:pt x="9269600" y="0"/>
                  </a:lnTo>
                  <a:lnTo>
                    <a:pt x="9269600" y="4224800"/>
                  </a:lnTo>
                  <a:lnTo>
                    <a:pt x="0" y="4224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475" r="-8475" t="0"/>
              </a:stretch>
            </a:blipFill>
            <a:ln>
              <a:noFill/>
            </a:ln>
          </p:spPr>
        </p:sp>
        <p:sp>
          <p:nvSpPr>
            <p:cNvPr id="206" name="Google Shape;206;p6"/>
            <p:cNvSpPr txBox="1"/>
            <p:nvPr/>
          </p:nvSpPr>
          <p:spPr>
            <a:xfrm>
              <a:off x="0" y="-28575"/>
              <a:ext cx="9269603" cy="4253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Evaluación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conocimientos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previos</a:t>
              </a:r>
              <a:endParaRPr/>
            </a:p>
          </p:txBody>
        </p:sp>
      </p:grpSp>
      <p:sp>
        <p:nvSpPr>
          <p:cNvPr id="207" name="Google Shape;207;p6"/>
          <p:cNvSpPr/>
          <p:nvPr/>
        </p:nvSpPr>
        <p:spPr>
          <a:xfrm>
            <a:off x="2127592" y="2631590"/>
            <a:ext cx="5778062" cy="5778062"/>
          </a:xfrm>
          <a:custGeom>
            <a:rect b="b" l="l" r="r" t="t"/>
            <a:pathLst>
              <a:path extrusionOk="0" h="5778062" w="5778062">
                <a:moveTo>
                  <a:pt x="0" y="0"/>
                </a:moveTo>
                <a:lnTo>
                  <a:pt x="5778062" y="0"/>
                </a:lnTo>
                <a:lnTo>
                  <a:pt x="5778062" y="5778062"/>
                </a:lnTo>
                <a:lnTo>
                  <a:pt x="0" y="577806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7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17" name="Google Shape;217;p7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18" name="Google Shape;218;p7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19" name="Google Shape;219;p7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0" name="Google Shape;220;p7"/>
          <p:cNvGrpSpPr/>
          <p:nvPr/>
        </p:nvGrpSpPr>
        <p:grpSpPr>
          <a:xfrm>
            <a:off x="1238402" y="1216971"/>
            <a:ext cx="15810481" cy="1639995"/>
            <a:chOff x="0" y="-28575"/>
            <a:chExt cx="21080641" cy="2186661"/>
          </a:xfrm>
        </p:grpSpPr>
        <p:sp>
          <p:nvSpPr>
            <p:cNvPr id="221" name="Google Shape;221;p7"/>
            <p:cNvSpPr/>
            <p:nvPr/>
          </p:nvSpPr>
          <p:spPr>
            <a:xfrm>
              <a:off x="0" y="0"/>
              <a:ext cx="21080640" cy="2158080"/>
            </a:xfrm>
            <a:custGeom>
              <a:rect b="b" l="l" r="r" t="t"/>
              <a:pathLst>
                <a:path extrusionOk="0" h="2158080" w="21080640">
                  <a:moveTo>
                    <a:pt x="0" y="0"/>
                  </a:moveTo>
                  <a:lnTo>
                    <a:pt x="21080640" y="0"/>
                  </a:lnTo>
                  <a:lnTo>
                    <a:pt x="21080640" y="2158080"/>
                  </a:lnTo>
                  <a:lnTo>
                    <a:pt x="0" y="215808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140331" l="0" r="0" t="-140331"/>
              </a:stretch>
            </a:blipFill>
            <a:ln>
              <a:noFill/>
            </a:ln>
          </p:spPr>
        </p:sp>
        <p:sp>
          <p:nvSpPr>
            <p:cNvPr id="222" name="Google Shape;222;p7"/>
            <p:cNvSpPr txBox="1"/>
            <p:nvPr/>
          </p:nvSpPr>
          <p:spPr>
            <a:xfrm>
              <a:off x="0" y="-28575"/>
              <a:ext cx="21080641" cy="218666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E5FDFF"/>
                  </a:solidFill>
                  <a:latin typeface="Arimo"/>
                  <a:ea typeface="Arimo"/>
                  <a:cs typeface="Arimo"/>
                  <a:sym typeface="Arimo"/>
                </a:rPr>
                <a:t>Programa del Curso</a:t>
              </a:r>
              <a:endParaRPr/>
            </a:p>
          </p:txBody>
        </p:sp>
      </p:grpSp>
      <p:sp>
        <p:nvSpPr>
          <p:cNvPr id="223" name="Google Shape;223;p7"/>
          <p:cNvSpPr txBox="1"/>
          <p:nvPr/>
        </p:nvSpPr>
        <p:spPr>
          <a:xfrm>
            <a:off x="1329776" y="2664514"/>
            <a:ext cx="156279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0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Disponible en </a:t>
            </a:r>
            <a:r>
              <a:rPr b="1" lang="en-US" sz="4000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UEDI</a:t>
            </a:r>
            <a:endParaRPr/>
          </a:p>
        </p:txBody>
      </p:sp>
      <p:sp>
        <p:nvSpPr>
          <p:cNvPr id="224" name="Google Shape;224;p7"/>
          <p:cNvSpPr txBox="1"/>
          <p:nvPr/>
        </p:nvSpPr>
        <p:spPr>
          <a:xfrm>
            <a:off x="2049275" y="3787978"/>
            <a:ext cx="13585946" cy="44304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Competencias y objetivos del curso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Temarios y Contenido</a:t>
            </a:r>
            <a:endParaRPr/>
          </a:p>
          <a:p>
            <a:pPr indent="-548640" lvl="1" marL="109728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Noto Sans"/>
              <a:buAutoNum type="arabicPeriod"/>
            </a:pPr>
            <a:r>
              <a:rPr b="1" i="0" lang="en-US" sz="36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Ponderaciones</a:t>
            </a:r>
            <a:endParaRPr/>
          </a:p>
        </p:txBody>
      </p:sp>
      <p:sp>
        <p:nvSpPr>
          <p:cNvPr id="225" name="Google Shape;225;p7"/>
          <p:cNvSpPr/>
          <p:nvPr/>
        </p:nvSpPr>
        <p:spPr>
          <a:xfrm>
            <a:off x="11719446" y="2934595"/>
            <a:ext cx="4930616" cy="4930616"/>
          </a:xfrm>
          <a:custGeom>
            <a:rect b="b" l="l" r="r" t="t"/>
            <a:pathLst>
              <a:path extrusionOk="0" h="6574155" w="6574155">
                <a:moveTo>
                  <a:pt x="0" y="0"/>
                </a:moveTo>
                <a:lnTo>
                  <a:pt x="6574155" y="0"/>
                </a:lnTo>
                <a:lnTo>
                  <a:pt x="6574155" y="6574155"/>
                </a:lnTo>
                <a:lnTo>
                  <a:pt x="0" y="6574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8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35" name="Google Shape;235;p8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36" name="Google Shape;236;p8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37" name="Google Shape;237;p8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8" name="Google Shape;238;p8"/>
          <p:cNvGrpSpPr/>
          <p:nvPr/>
        </p:nvGrpSpPr>
        <p:grpSpPr>
          <a:xfrm>
            <a:off x="10180352" y="3537771"/>
            <a:ext cx="6952202" cy="3190031"/>
            <a:chOff x="0" y="-28575"/>
            <a:chExt cx="9269603" cy="4253375"/>
          </a:xfrm>
        </p:grpSpPr>
        <p:sp>
          <p:nvSpPr>
            <p:cNvPr id="239" name="Google Shape;239;p8"/>
            <p:cNvSpPr/>
            <p:nvPr/>
          </p:nvSpPr>
          <p:spPr>
            <a:xfrm>
              <a:off x="0" y="0"/>
              <a:ext cx="9269600" cy="4224800"/>
            </a:xfrm>
            <a:custGeom>
              <a:rect b="b" l="l" r="r" t="t"/>
              <a:pathLst>
                <a:path extrusionOk="0" h="4224800" w="9269600">
                  <a:moveTo>
                    <a:pt x="0" y="0"/>
                  </a:moveTo>
                  <a:lnTo>
                    <a:pt x="9269600" y="0"/>
                  </a:lnTo>
                  <a:lnTo>
                    <a:pt x="9269600" y="4224800"/>
                  </a:lnTo>
                  <a:lnTo>
                    <a:pt x="0" y="4224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8475" r="-8475" t="0"/>
              </a:stretch>
            </a:blipFill>
            <a:ln>
              <a:noFill/>
            </a:ln>
          </p:spPr>
        </p:sp>
        <p:sp>
          <p:nvSpPr>
            <p:cNvPr id="240" name="Google Shape;240;p8"/>
            <p:cNvSpPr txBox="1"/>
            <p:nvPr/>
          </p:nvSpPr>
          <p:spPr>
            <a:xfrm>
              <a:off x="0" y="-28575"/>
              <a:ext cx="9269603" cy="4253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Evaluación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conocimientos</a:t>
              </a:r>
              <a:endParaRPr/>
            </a:p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nuevos</a:t>
              </a:r>
              <a:endParaRPr/>
            </a:p>
          </p:txBody>
        </p:sp>
      </p:grpSp>
      <p:sp>
        <p:nvSpPr>
          <p:cNvPr id="241" name="Google Shape;241;p8"/>
          <p:cNvSpPr/>
          <p:nvPr/>
        </p:nvSpPr>
        <p:spPr>
          <a:xfrm>
            <a:off x="3555750" y="3227949"/>
            <a:ext cx="4423398" cy="3718185"/>
          </a:xfrm>
          <a:custGeom>
            <a:rect b="b" l="l" r="r" t="t"/>
            <a:pathLst>
              <a:path extrusionOk="0" h="4374335" w="5128577">
                <a:moveTo>
                  <a:pt x="0" y="0"/>
                </a:moveTo>
                <a:lnTo>
                  <a:pt x="5128576" y="0"/>
                </a:lnTo>
                <a:lnTo>
                  <a:pt x="5128576" y="4374335"/>
                </a:lnTo>
                <a:lnTo>
                  <a:pt x="0" y="437433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-15804" l="-5310" r="-7354" t="-16284"/>
            </a:stretch>
          </a:blipFill>
          <a:ln>
            <a:noFill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9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51" name="Google Shape;251;p9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52" name="Google Shape;252;p9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53" name="Google Shape;253;p9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54" name="Google Shape;254;p9"/>
          <p:cNvGrpSpPr/>
          <p:nvPr/>
        </p:nvGrpSpPr>
        <p:grpSpPr>
          <a:xfrm>
            <a:off x="8797754" y="2338026"/>
            <a:ext cx="7903200" cy="3190031"/>
            <a:chOff x="0" y="-28575"/>
            <a:chExt cx="10537600" cy="4253375"/>
          </a:xfrm>
        </p:grpSpPr>
        <p:sp>
          <p:nvSpPr>
            <p:cNvPr id="255" name="Google Shape;255;p9"/>
            <p:cNvSpPr/>
            <p:nvPr/>
          </p:nvSpPr>
          <p:spPr>
            <a:xfrm>
              <a:off x="0" y="0"/>
              <a:ext cx="10537600" cy="4224800"/>
            </a:xfrm>
            <a:custGeom>
              <a:rect b="b" l="l" r="r" t="t"/>
              <a:pathLst>
                <a:path extrusionOk="0" h="4224800" w="10537600">
                  <a:moveTo>
                    <a:pt x="0" y="0"/>
                  </a:moveTo>
                  <a:lnTo>
                    <a:pt x="10537600" y="0"/>
                  </a:lnTo>
                  <a:lnTo>
                    <a:pt x="10537600" y="4224800"/>
                  </a:lnTo>
                  <a:lnTo>
                    <a:pt x="0" y="42248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0" l="-1440" r="-1440" t="0"/>
              </a:stretch>
            </a:blipFill>
            <a:ln>
              <a:noFill/>
            </a:ln>
          </p:spPr>
        </p:sp>
        <p:sp>
          <p:nvSpPr>
            <p:cNvPr id="256" name="Google Shape;256;p9"/>
            <p:cNvSpPr txBox="1"/>
            <p:nvPr/>
          </p:nvSpPr>
          <p:spPr>
            <a:xfrm>
              <a:off x="0" y="-28575"/>
              <a:ext cx="10537596" cy="425337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l">
                <a:lnSpc>
                  <a:spcPct val="12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6400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Tarea de fortalecimiento</a:t>
              </a:r>
              <a:endParaRPr/>
            </a:p>
          </p:txBody>
        </p:sp>
      </p:grpSp>
      <p:sp>
        <p:nvSpPr>
          <p:cNvPr id="257" name="Google Shape;257;p9"/>
          <p:cNvSpPr/>
          <p:nvPr/>
        </p:nvSpPr>
        <p:spPr>
          <a:xfrm>
            <a:off x="1996748" y="2830950"/>
            <a:ext cx="5242707" cy="5242707"/>
          </a:xfrm>
          <a:custGeom>
            <a:rect b="b" l="l" r="r" t="t"/>
            <a:pathLst>
              <a:path extrusionOk="0" h="5242707" w="5242707">
                <a:moveTo>
                  <a:pt x="0" y="0"/>
                </a:moveTo>
                <a:lnTo>
                  <a:pt x="5242707" y="0"/>
                </a:lnTo>
                <a:lnTo>
                  <a:pt x="5242707" y="5242707"/>
                </a:lnTo>
                <a:lnTo>
                  <a:pt x="0" y="52427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58" name="Google Shape;258;p9"/>
          <p:cNvSpPr txBox="1"/>
          <p:nvPr/>
        </p:nvSpPr>
        <p:spPr>
          <a:xfrm>
            <a:off x="10139728" y="5837905"/>
            <a:ext cx="6769351" cy="4933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FFFFFF"/>
                </a:solidFill>
                <a:latin typeface="Noto Sans"/>
                <a:ea typeface="Noto Sans"/>
                <a:cs typeface="Noto Sans"/>
                <a:sym typeface="Noto Sans"/>
              </a:rPr>
              <a:t>Entrega: Jueves 23 de Julio - 23:59 hrs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10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68" name="Google Shape;268;p10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69" name="Google Shape;269;p10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70" name="Google Shape;270;p10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71" name="Google Shape;271;p10"/>
          <p:cNvGrpSpPr/>
          <p:nvPr/>
        </p:nvGrpSpPr>
        <p:grpSpPr>
          <a:xfrm>
            <a:off x="2003393" y="6301930"/>
            <a:ext cx="14018400" cy="2129123"/>
            <a:chOff x="0" y="-47625"/>
            <a:chExt cx="18691200" cy="2838831"/>
          </a:xfrm>
        </p:grpSpPr>
        <p:sp>
          <p:nvSpPr>
            <p:cNvPr id="272" name="Google Shape;272;p10"/>
            <p:cNvSpPr/>
            <p:nvPr/>
          </p:nvSpPr>
          <p:spPr>
            <a:xfrm>
              <a:off x="0" y="0"/>
              <a:ext cx="18691200" cy="2791200"/>
            </a:xfrm>
            <a:custGeom>
              <a:rect b="b" l="l" r="r" t="t"/>
              <a:pathLst>
                <a:path extrusionOk="0" h="2791200" w="18691200">
                  <a:moveTo>
                    <a:pt x="0" y="0"/>
                  </a:moveTo>
                  <a:lnTo>
                    <a:pt x="18691200" y="0"/>
                  </a:lnTo>
                  <a:lnTo>
                    <a:pt x="18691200" y="2791200"/>
                  </a:lnTo>
                  <a:lnTo>
                    <a:pt x="0" y="27912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80480" l="0" r="0" t="-80480"/>
              </a:stretch>
            </a:blipFill>
            <a:ln>
              <a:noFill/>
            </a:ln>
          </p:spPr>
        </p:sp>
        <p:sp>
          <p:nvSpPr>
            <p:cNvPr id="273" name="Google Shape;273;p10"/>
            <p:cNvSpPr txBox="1"/>
            <p:nvPr/>
          </p:nvSpPr>
          <p:spPr>
            <a:xfrm>
              <a:off x="0" y="-47625"/>
              <a:ext cx="18691200" cy="2838831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¿DUDAS?</a:t>
              </a:r>
              <a:endParaRPr/>
            </a:p>
          </p:txBody>
        </p:sp>
      </p:grpSp>
      <p:sp>
        <p:nvSpPr>
          <p:cNvPr id="274" name="Google Shape;274;p10"/>
          <p:cNvSpPr/>
          <p:nvPr/>
        </p:nvSpPr>
        <p:spPr>
          <a:xfrm>
            <a:off x="6705600" y="1220695"/>
            <a:ext cx="4876800" cy="4876800"/>
          </a:xfrm>
          <a:custGeom>
            <a:rect b="b" l="l" r="r" t="t"/>
            <a:pathLst>
              <a:path extrusionOk="0" h="6502400" w="6502400">
                <a:moveTo>
                  <a:pt x="0" y="0"/>
                </a:moveTo>
                <a:lnTo>
                  <a:pt x="6502400" y="0"/>
                </a:lnTo>
                <a:lnTo>
                  <a:pt x="6502400" y="6502400"/>
                </a:lnTo>
                <a:lnTo>
                  <a:pt x="0" y="65024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1"/>
          <p:cNvSpPr/>
          <p:nvPr/>
        </p:nvSpPr>
        <p:spPr>
          <a:xfrm>
            <a:off x="0" y="0"/>
            <a:ext cx="18288000" cy="10287000"/>
          </a:xfrm>
          <a:custGeom>
            <a:rect b="b" l="l" r="r" t="t"/>
            <a:pathLst>
              <a:path extrusionOk="0"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grpSp>
        <p:nvGrpSpPr>
          <p:cNvPr id="284" name="Google Shape;284;p11"/>
          <p:cNvGrpSpPr/>
          <p:nvPr/>
        </p:nvGrpSpPr>
        <p:grpSpPr>
          <a:xfrm>
            <a:off x="0" y="-1687711"/>
            <a:ext cx="18288000" cy="11974711"/>
            <a:chOff x="0" y="-133350"/>
            <a:chExt cx="1444978" cy="946150"/>
          </a:xfrm>
        </p:grpSpPr>
        <p:sp>
          <p:nvSpPr>
            <p:cNvPr id="285" name="Google Shape;285;p11"/>
            <p:cNvSpPr/>
            <p:nvPr/>
          </p:nvSpPr>
          <p:spPr>
            <a:xfrm>
              <a:off x="0" y="0"/>
              <a:ext cx="1444978" cy="812800"/>
            </a:xfrm>
            <a:custGeom>
              <a:rect b="b" l="l" r="r" t="t"/>
              <a:pathLst>
                <a:path extrusionOk="0" h="812800" w="1444978">
                  <a:moveTo>
                    <a:pt x="1444978" y="0"/>
                  </a:moveTo>
                  <a:lnTo>
                    <a:pt x="1444978" y="812800"/>
                  </a:lnTo>
                  <a:lnTo>
                    <a:pt x="0" y="812800"/>
                  </a:lnTo>
                  <a:lnTo>
                    <a:pt x="0" y="0"/>
                  </a:lnTo>
                  <a:close/>
                </a:path>
              </a:pathLst>
            </a:custGeom>
            <a:gradFill>
              <a:gsLst>
                <a:gs pos="0">
                  <a:srgbClr val="6D7486">
                    <a:alpha val="41961"/>
                  </a:srgbClr>
                </a:gs>
                <a:gs pos="100000">
                  <a:srgbClr val="0A0D13">
                    <a:alpha val="41961"/>
                  </a:srgbClr>
                </a:gs>
              </a:gsLst>
              <a:lin ang="5400000" scaled="0"/>
            </a:gradFill>
            <a:ln>
              <a:noFill/>
            </a:ln>
          </p:spPr>
        </p:sp>
        <p:sp>
          <p:nvSpPr>
            <p:cNvPr id="286" name="Google Shape;286;p11"/>
            <p:cNvSpPr txBox="1"/>
            <p:nvPr/>
          </p:nvSpPr>
          <p:spPr>
            <a:xfrm>
              <a:off x="0" y="-133350"/>
              <a:ext cx="1444978" cy="9461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24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87" name="Google Shape;287;p11"/>
          <p:cNvGrpSpPr/>
          <p:nvPr/>
        </p:nvGrpSpPr>
        <p:grpSpPr>
          <a:xfrm>
            <a:off x="1894286" y="1086194"/>
            <a:ext cx="14018400" cy="3852920"/>
            <a:chOff x="0" y="-47625"/>
            <a:chExt cx="18691200" cy="5137226"/>
          </a:xfrm>
        </p:grpSpPr>
        <p:sp>
          <p:nvSpPr>
            <p:cNvPr id="288" name="Google Shape;288;p11"/>
            <p:cNvSpPr/>
            <p:nvPr/>
          </p:nvSpPr>
          <p:spPr>
            <a:xfrm>
              <a:off x="0" y="0"/>
              <a:ext cx="18691200" cy="5089600"/>
            </a:xfrm>
            <a:custGeom>
              <a:rect b="b" l="l" r="r" t="t"/>
              <a:pathLst>
                <a:path extrusionOk="0" h="5089600" w="18691200">
                  <a:moveTo>
                    <a:pt x="0" y="0"/>
                  </a:moveTo>
                  <a:lnTo>
                    <a:pt x="18691200" y="0"/>
                  </a:lnTo>
                  <a:lnTo>
                    <a:pt x="18691200" y="5089600"/>
                  </a:lnTo>
                  <a:lnTo>
                    <a:pt x="0" y="5089600"/>
                  </a:lnTo>
                  <a:close/>
                </a:path>
              </a:pathLst>
            </a:custGeom>
            <a:blipFill rotWithShape="1">
              <a:blip r:embed="rId4">
                <a:alphaModFix amt="0"/>
              </a:blip>
              <a:stretch>
                <a:fillRect b="-21557" l="0" r="0" t="-21557"/>
              </a:stretch>
            </a:blipFill>
            <a:ln>
              <a:noFill/>
            </a:ln>
          </p:spPr>
        </p:sp>
        <p:sp>
          <p:nvSpPr>
            <p:cNvPr id="289" name="Google Shape;289;p11"/>
            <p:cNvSpPr txBox="1"/>
            <p:nvPr/>
          </p:nvSpPr>
          <p:spPr>
            <a:xfrm>
              <a:off x="0" y="-47625"/>
              <a:ext cx="18691200" cy="5137226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120001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i="0" lang="en-US" sz="11199" u="none" cap="none" strike="noStrike">
                  <a:solidFill>
                    <a:srgbClr val="FFFFFF"/>
                  </a:solidFill>
                  <a:latin typeface="Arimo"/>
                  <a:ea typeface="Arimo"/>
                  <a:cs typeface="Arimo"/>
                  <a:sym typeface="Arimo"/>
                </a:rPr>
                <a:t>Gracias por la atención</a:t>
              </a:r>
              <a:endParaRPr/>
            </a:p>
          </p:txBody>
        </p:sp>
      </p:grpSp>
      <p:sp>
        <p:nvSpPr>
          <p:cNvPr id="290" name="Google Shape;290;p11"/>
          <p:cNvSpPr txBox="1"/>
          <p:nvPr/>
        </p:nvSpPr>
        <p:spPr>
          <a:xfrm>
            <a:off x="2586823" y="5538559"/>
            <a:ext cx="13114353" cy="1091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600" u="none" cap="none" strike="noStrike">
                <a:solidFill>
                  <a:srgbClr val="FFFFFF"/>
                </a:solidFill>
                <a:latin typeface="Archivo Narrow"/>
                <a:ea typeface="Archivo Narrow"/>
                <a:cs typeface="Archivo Narrow"/>
                <a:sym typeface="Archivo Narrow"/>
              </a:rPr>
              <a:t>RECUERDA QUE TENEMOS NUESTRO FORO SEMANAL DONDE PUEDES CONSULTAR CUALQUIER DUDA QUE TE SURJA EN LA SEMANA</a:t>
            </a:r>
            <a:endParaRPr/>
          </a:p>
          <a:p>
            <a:pPr indent="0" lvl="0" marL="0" marR="0" rtl="0"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600" u="none" cap="none" strike="noStrike">
              <a:solidFill>
                <a:srgbClr val="FFFFFF"/>
              </a:solidFill>
              <a:latin typeface="Archivo Narrow"/>
              <a:ea typeface="Archivo Narrow"/>
              <a:cs typeface="Archivo Narrow"/>
              <a:sym typeface="Archivo Narro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