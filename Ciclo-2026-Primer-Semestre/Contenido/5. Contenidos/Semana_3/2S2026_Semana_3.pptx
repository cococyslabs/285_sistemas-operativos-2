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10287000" cx="18288000"/>
  <p:notesSz cx="6858000" cy="9144000"/>
  <p:embeddedFontLst>
    <p:embeddedFont>
      <p:font typeface="Archivo Narrow"/>
      <p:bold r:id="rId36"/>
      <p:boldItalic r:id="rId37"/>
    </p:embeddedFont>
    <p:embeddedFont>
      <p:font typeface="Arimo"/>
      <p:bold r:id="rId38"/>
      <p:boldItalic r:id="rId39"/>
    </p:embeddedFont>
    <p:embeddedFont>
      <p:font typeface="Noto Sans"/>
      <p:bold r:id="rId40"/>
      <p:boldItalic r:id="rId41"/>
    </p:embeddedFont>
    <p:embeddedFont>
      <p:font typeface="Archivo Black"/>
      <p:regular r:id="rId42"/>
    </p:embeddedFont>
    <p:embeddedFont>
      <p:font typeface="Open Sans"/>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7" roundtripDataSignature="AMtx7mh9q9ciq2S/7E3965A7DbUL0dBN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9365881-254E-4726-B130-14C4AA93C8B6}">
  <a:tblStyle styleId="{99365881-254E-4726-B130-14C4AA93C8B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otoSans-bold.fntdata"/><Relationship Id="rId20" Type="http://schemas.openxmlformats.org/officeDocument/2006/relationships/slide" Target="slides/slide14.xml"/><Relationship Id="rId42" Type="http://schemas.openxmlformats.org/officeDocument/2006/relationships/font" Target="fonts/ArchivoBlack-regular.fntdata"/><Relationship Id="rId41" Type="http://schemas.openxmlformats.org/officeDocument/2006/relationships/font" Target="fonts/NotoSans-boldItalic.fntdata"/><Relationship Id="rId22" Type="http://schemas.openxmlformats.org/officeDocument/2006/relationships/slide" Target="slides/slide16.xml"/><Relationship Id="rId44" Type="http://schemas.openxmlformats.org/officeDocument/2006/relationships/font" Target="fonts/OpenSans-bold.fntdata"/><Relationship Id="rId21" Type="http://schemas.openxmlformats.org/officeDocument/2006/relationships/slide" Target="slides/slide15.xml"/><Relationship Id="rId43" Type="http://schemas.openxmlformats.org/officeDocument/2006/relationships/font" Target="fonts/OpenSans-regular.fntdata"/><Relationship Id="rId24" Type="http://schemas.openxmlformats.org/officeDocument/2006/relationships/slide" Target="slides/slide18.xml"/><Relationship Id="rId46" Type="http://schemas.openxmlformats.org/officeDocument/2006/relationships/font" Target="fonts/OpenSans-boldItalic.fntdata"/><Relationship Id="rId23" Type="http://schemas.openxmlformats.org/officeDocument/2006/relationships/slide" Target="slides/slide17.xml"/><Relationship Id="rId45" Type="http://schemas.openxmlformats.org/officeDocument/2006/relationships/font" Target="fonts/OpenSans-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customschemas.google.com/relationships/presentationmetadata" Target="meta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ArchivoNarrow-boldItalic.fntdata"/><Relationship Id="rId14" Type="http://schemas.openxmlformats.org/officeDocument/2006/relationships/slide" Target="slides/slide8.xml"/><Relationship Id="rId36" Type="http://schemas.openxmlformats.org/officeDocument/2006/relationships/font" Target="fonts/ArchivoNarrow-bold.fntdata"/><Relationship Id="rId17" Type="http://schemas.openxmlformats.org/officeDocument/2006/relationships/slide" Target="slides/slide11.xml"/><Relationship Id="rId39" Type="http://schemas.openxmlformats.org/officeDocument/2006/relationships/font" Target="fonts/Arimo-boldItalic.fntdata"/><Relationship Id="rId16" Type="http://schemas.openxmlformats.org/officeDocument/2006/relationships/slide" Target="slides/slide10.xml"/><Relationship Id="rId38" Type="http://schemas.openxmlformats.org/officeDocument/2006/relationships/font" Target="fonts/Arimo-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87" name="Google Shape;87;p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99" name="Google Shape;99;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00" name="Google Shape;100;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03" name="Google Shape;103;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65" name="Google Shape;165;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66" name="Google Shape;166;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69" name="Google Shape;169;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78" name="Google Shape;178;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79" name="Google Shape;179;p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82" name="Google Shape;182;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91" name="Google Shape;191;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92" name="Google Shape;192;p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95" name="Google Shape;195;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05" name="Google Shape;205;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06" name="Google Shape;206;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09" name="Google Shape;209;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f3ab6ef809_0_1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18" name="Google Shape;218;g3f3ab6ef809_0_1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19" name="Google Shape;219;g3f3ab6ef809_0_13: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g3f3ab6ef809_0_13: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g3f3ab6ef809_0_13: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22" name="Google Shape;222;g3f3ab6ef809_0_13: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f3ab6ef809_0_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31" name="Google Shape;231;g3f3ab6ef809_0_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32" name="Google Shape;232;g3f3ab6ef809_0_0: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g3f3ab6ef809_0_0: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g3f3ab6ef809_0_0: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35" name="Google Shape;235;g3f3ab6ef809_0_0: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f548546c16_0_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43" name="Google Shape;243;g3f548546c16_0_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44" name="Google Shape;244;g3f548546c16_0_2: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g3f548546c16_0_2: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g3f548546c16_0_2: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47" name="Google Shape;247;g3f548546c16_0_2: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f548546c16_0_1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55" name="Google Shape;255;g3f548546c16_0_1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56" name="Google Shape;256;g3f548546c16_0_19: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g3f548546c16_0_19: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g3f548546c16_0_19: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59" name="Google Shape;259;g3f548546c16_0_19: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f548546c16_0_3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67" name="Google Shape;267;g3f548546c16_0_3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68" name="Google Shape;268;g3f548546c16_0_32: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g3f548546c16_0_32: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g3f548546c16_0_32: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71" name="Google Shape;271;g3f548546c16_0_32: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f548546c16_0_4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79" name="Google Shape;279;g3f548546c16_0_4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80" name="Google Shape;280;g3f548546c16_0_44: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g3f548546c16_0_44: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g3f548546c16_0_44: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83" name="Google Shape;283;g3f548546c16_0_44: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f548546c16_0_5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91" name="Google Shape;291;g3f548546c16_0_5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92" name="Google Shape;292;g3f548546c16_0_56: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g3f548546c16_0_56: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g3f548546c16_0_56: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95" name="Google Shape;295;g3f548546c16_0_56: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04" name="Google Shape;304;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05" name="Google Shape;305;p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08" name="Google Shape;308;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18" name="Google Shape;318;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19" name="Google Shape;319;p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22" name="Google Shape;322;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31" name="Google Shape;331;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32" name="Google Shape;332;p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35" name="Google Shape;335;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46" name="Google Shape;346;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47" name="Google Shape;347;p1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50" name="Google Shape;350;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60" name="Google Shape;360;p1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61" name="Google Shape;361;p1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1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64" name="Google Shape;364;p1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71" name="Google Shape;371;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72" name="Google Shape;372;p1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75" name="Google Shape;375;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1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84" name="Google Shape;384;p1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85" name="Google Shape;385;p1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6" name="Google Shape;386;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1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88" name="Google Shape;388;p1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96" name="Google Shape;396;p1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97" name="Google Shape;397;p1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p1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00" name="Google Shape;400;p1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09" name="Google Shape;409;p1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10" name="Google Shape;410;p1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p1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p1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13" name="Google Shape;413;p1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1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22" name="Google Shape;422;p1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23" name="Google Shape;423;p1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p1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p1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26" name="Google Shape;426;p1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1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35" name="Google Shape;435;p1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36" name="Google Shape;436;p1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7" name="Google Shape;437;p1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p1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39" name="Google Shape;439;p1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1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54" name="Google Shape;454;p1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55" name="Google Shape;455;p1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6" name="Google Shape;456;p1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7" name="Google Shape;457;p1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58" name="Google Shape;458;p1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1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67" name="Google Shape;467;p1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68" name="Google Shape;468;p1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9" name="Google Shape;469;p1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0" name="Google Shape;470;p1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71" name="Google Shape;471;p1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2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77" name="Google Shape;477;p2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78" name="Google Shape;478;p2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p2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0" name="Google Shape;480;p2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81" name="Google Shape;481;p2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2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90" name="Google Shape;490;p2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91" name="Google Shape;491;p2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2" name="Google Shape;492;p2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 name="Google Shape;493;p2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94" name="Google Shape;494;p2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2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03" name="Google Shape;503;p2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04" name="Google Shape;504;p2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5" name="Google Shape;505;p2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 name="Google Shape;506;p2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07" name="Google Shape;507;p2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2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2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2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2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3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2"/>
          <p:cNvSpPr/>
          <p:nvPr>
            <p:ph idx="2" type="pic"/>
          </p:nvPr>
        </p:nvSpPr>
        <p:spPr>
          <a:xfrm>
            <a:off x="1792288" y="612775"/>
            <a:ext cx="5486400" cy="4114800"/>
          </a:xfrm>
          <a:prstGeom prst="rect">
            <a:avLst/>
          </a:prstGeom>
          <a:noFill/>
          <a:ln>
            <a:noFill/>
          </a:ln>
        </p:spPr>
      </p:sp>
      <p:sp>
        <p:nvSpPr>
          <p:cNvPr id="68" name="Google Shape;68;p3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 Id="rId4" Type="http://schemas.openxmlformats.org/officeDocument/2006/relationships/image" Target="../media/image4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1.png"/><Relationship Id="rId11" Type="http://schemas.openxmlformats.org/officeDocument/2006/relationships/image" Target="../media/image7.png"/><Relationship Id="rId10" Type="http://schemas.openxmlformats.org/officeDocument/2006/relationships/image" Target="../media/image6.png"/><Relationship Id="rId9"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8.png"/><Relationship Id="rId7" Type="http://schemas.openxmlformats.org/officeDocument/2006/relationships/image" Target="../media/image20.png"/><Relationship Id="rId8"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jpg"/><Relationship Id="rId4" Type="http://schemas.openxmlformats.org/officeDocument/2006/relationships/image" Target="../media/image27.png"/><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4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jp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12.png"/><Relationship Id="rId5"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image" Target="../media/image4.jpg"/><Relationship Id="rId5" Type="http://schemas.openxmlformats.org/officeDocument/2006/relationships/image" Target="../media/image4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jpg"/><Relationship Id="rId4" Type="http://schemas.openxmlformats.org/officeDocument/2006/relationships/image" Target="../media/image4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jpg"/><Relationship Id="rId4" Type="http://schemas.openxmlformats.org/officeDocument/2006/relationships/image" Target="../media/image14.png"/><Relationship Id="rId9" Type="http://schemas.openxmlformats.org/officeDocument/2006/relationships/hyperlink" Target="https://www.kernel.org" TargetMode="External"/><Relationship Id="rId5" Type="http://schemas.openxmlformats.org/officeDocument/2006/relationships/image" Target="../media/image19.png"/><Relationship Id="rId6" Type="http://schemas.openxmlformats.org/officeDocument/2006/relationships/hyperlink" Target="https://github.com/torvalds/linux" TargetMode="External"/><Relationship Id="rId7" Type="http://schemas.openxmlformats.org/officeDocument/2006/relationships/hyperlink" Target="https://github.com/torvalds/linux" TargetMode="External"/><Relationship Id="rId8" Type="http://schemas.openxmlformats.org/officeDocument/2006/relationships/hyperlink" Target="https://www.kernel.org"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jpg"/><Relationship Id="rId4" Type="http://schemas.openxmlformats.org/officeDocument/2006/relationships/image" Target="../media/image24.png"/><Relationship Id="rId5"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5.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jp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3.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jp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jpg"/><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jp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jpg"/><Relationship Id="rId4" Type="http://schemas.openxmlformats.org/officeDocument/2006/relationships/image" Target="../media/image32.png"/><Relationship Id="rId5" Type="http://schemas.openxmlformats.org/officeDocument/2006/relationships/image" Target="../media/image30.png"/><Relationship Id="rId6" Type="http://schemas.openxmlformats.org/officeDocument/2006/relationships/image" Target="../media/image35.png"/><Relationship Id="rId7" Type="http://schemas.openxmlformats.org/officeDocument/2006/relationships/image" Target="../media/image31.png"/><Relationship Id="rId8" Type="http://schemas.openxmlformats.org/officeDocument/2006/relationships/image" Target="../media/image3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jpg"/><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1.png"/><Relationship Id="rId4" Type="http://schemas.openxmlformats.org/officeDocument/2006/relationships/image" Target="../media/image4.jpg"/><Relationship Id="rId5" Type="http://schemas.openxmlformats.org/officeDocument/2006/relationships/image" Target="../media/image4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1.png"/><Relationship Id="rId4" Type="http://schemas.openxmlformats.org/officeDocument/2006/relationships/image" Target="../media/image4.jpg"/><Relationship Id="rId5" Type="http://schemas.openxmlformats.org/officeDocument/2006/relationships/image" Target="../media/image3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1.png"/><Relationship Id="rId4"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p:nvPr/>
        </p:nvSpPr>
        <p:spPr>
          <a:xfrm>
            <a:off x="0" y="0"/>
            <a:ext cx="18288000" cy="10306050"/>
          </a:xfrm>
          <a:custGeom>
            <a:rect b="b" l="l" r="r" t="t"/>
            <a:pathLst>
              <a:path extrusionOk="0" h="13741400" w="24384000">
                <a:moveTo>
                  <a:pt x="0" y="0"/>
                </a:moveTo>
                <a:lnTo>
                  <a:pt x="24384000" y="0"/>
                </a:lnTo>
                <a:lnTo>
                  <a:pt x="24384000" y="13741400"/>
                </a:lnTo>
                <a:lnTo>
                  <a:pt x="0" y="13741400"/>
                </a:lnTo>
                <a:lnTo>
                  <a:pt x="0" y="0"/>
                </a:lnTo>
                <a:close/>
              </a:path>
            </a:pathLst>
          </a:custGeom>
          <a:blipFill rotWithShape="1">
            <a:blip r:embed="rId3">
              <a:alphaModFix amt="62000"/>
            </a:blip>
            <a:stretch>
              <a:fillRect b="0" l="0" r="0" t="0"/>
            </a:stretch>
          </a:blipFill>
          <a:ln>
            <a:noFill/>
          </a:ln>
        </p:spPr>
      </p:sp>
      <p:sp>
        <p:nvSpPr>
          <p:cNvPr id="93" name="Google Shape;93;p1"/>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4">
              <a:alphaModFix/>
            </a:blip>
            <a:stretch>
              <a:fillRect b="-37" l="0" r="0" t="-37"/>
            </a:stretch>
          </a:blipFill>
          <a:ln>
            <a:noFill/>
          </a:ln>
        </p:spPr>
      </p:sp>
      <p:graphicFrame>
        <p:nvGraphicFramePr>
          <p:cNvPr id="94" name="Google Shape;94;p1"/>
          <p:cNvGraphicFramePr/>
          <p:nvPr/>
        </p:nvGraphicFramePr>
        <p:xfrm>
          <a:off x="11392650" y="1805800"/>
          <a:ext cx="3000000" cy="3000000"/>
        </p:xfrm>
        <a:graphic>
          <a:graphicData uri="http://schemas.openxmlformats.org/drawingml/2006/table">
            <a:tbl>
              <a:tblPr>
                <a:noFill/>
                <a:tableStyleId>{99365881-254E-4726-B130-14C4AA93C8B6}</a:tableStyleId>
              </a:tblPr>
              <a:tblGrid>
                <a:gridCol w="3071975"/>
                <a:gridCol w="3100225"/>
              </a:tblGrid>
              <a:tr h="939800">
                <a:tc>
                  <a:txBody>
                    <a:bodyPr/>
                    <a:lstStyle/>
                    <a:p>
                      <a:pPr indent="0" lvl="0" marL="0" marR="0" rtl="0" algn="l">
                        <a:lnSpc>
                          <a:spcPct val="120000"/>
                        </a:lnSpc>
                        <a:spcBef>
                          <a:spcPts val="0"/>
                        </a:spcBef>
                        <a:spcAft>
                          <a:spcPts val="0"/>
                        </a:spcAft>
                        <a:buNone/>
                      </a:pPr>
                      <a:r>
                        <a:rPr b="1" lang="en-US" sz="2200" u="none" cap="none" strike="noStrike">
                          <a:solidFill>
                            <a:srgbClr val="000000"/>
                          </a:solidFill>
                          <a:latin typeface="Arial"/>
                          <a:ea typeface="Arial"/>
                          <a:cs typeface="Arial"/>
                          <a:sym typeface="Arial"/>
                        </a:rPr>
                        <a:t>Día, Fecha:</a:t>
                      </a:r>
                      <a:endParaRPr sz="1100" u="none" cap="none" strike="noStrike"/>
                    </a:p>
                  </a:txBody>
                  <a:tcPr marT="182850" marB="182850" marR="182850" marL="1828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20000"/>
                        </a:lnSpc>
                        <a:spcBef>
                          <a:spcPts val="0"/>
                        </a:spcBef>
                        <a:spcAft>
                          <a:spcPts val="0"/>
                        </a:spcAft>
                        <a:buNone/>
                      </a:pPr>
                      <a:r>
                        <a:rPr lang="en-US" sz="2200" u="none" cap="none" strike="noStrike">
                          <a:solidFill>
                            <a:srgbClr val="000000"/>
                          </a:solidFill>
                          <a:latin typeface="Arial"/>
                          <a:ea typeface="Arial"/>
                          <a:cs typeface="Arial"/>
                          <a:sym typeface="Arial"/>
                        </a:rPr>
                        <a:t>DIA, DD/MM/2026</a:t>
                      </a:r>
                      <a:endParaRPr sz="1100" u="none" cap="none" strike="noStrike"/>
                    </a:p>
                  </a:txBody>
                  <a:tcPr marT="182850" marB="182850" marR="182850" marL="1828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939800">
                <a:tc>
                  <a:txBody>
                    <a:bodyPr/>
                    <a:lstStyle/>
                    <a:p>
                      <a:pPr indent="0" lvl="0" marL="0" marR="0" rtl="0" algn="l">
                        <a:lnSpc>
                          <a:spcPct val="120000"/>
                        </a:lnSpc>
                        <a:spcBef>
                          <a:spcPts val="0"/>
                        </a:spcBef>
                        <a:spcAft>
                          <a:spcPts val="0"/>
                        </a:spcAft>
                        <a:buNone/>
                      </a:pPr>
                      <a:r>
                        <a:rPr b="1" lang="en-US" sz="2200" u="none" cap="none" strike="noStrike">
                          <a:solidFill>
                            <a:srgbClr val="000000"/>
                          </a:solidFill>
                          <a:latin typeface="Arial"/>
                          <a:ea typeface="Arial"/>
                          <a:cs typeface="Arial"/>
                          <a:sym typeface="Arial"/>
                        </a:rPr>
                        <a:t>Hora de inicio:</a:t>
                      </a:r>
                      <a:endParaRPr sz="1100" u="none" cap="none" strike="noStrike"/>
                    </a:p>
                  </a:txBody>
                  <a:tcPr marT="182850" marB="182850" marR="182850" marL="1828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20000"/>
                        </a:lnSpc>
                        <a:spcBef>
                          <a:spcPts val="0"/>
                        </a:spcBef>
                        <a:spcAft>
                          <a:spcPts val="0"/>
                        </a:spcAft>
                        <a:buNone/>
                      </a:pPr>
                      <a:r>
                        <a:rPr lang="en-US" sz="2200" u="none" cap="none" strike="noStrike">
                          <a:solidFill>
                            <a:srgbClr val="000000"/>
                          </a:solidFill>
                          <a:latin typeface="Arial"/>
                          <a:ea typeface="Arial"/>
                          <a:cs typeface="Arial"/>
                          <a:sym typeface="Arial"/>
                        </a:rPr>
                        <a:t>00:00</a:t>
                      </a:r>
                      <a:endParaRPr sz="1100" u="none" cap="none" strike="noStrike"/>
                    </a:p>
                  </a:txBody>
                  <a:tcPr marT="182850" marB="182850" marR="182850" marL="1828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95" name="Google Shape;95;p1"/>
          <p:cNvSpPr txBox="1"/>
          <p:nvPr/>
        </p:nvSpPr>
        <p:spPr>
          <a:xfrm>
            <a:off x="2334054" y="4450499"/>
            <a:ext cx="9703498" cy="1273197"/>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5599" u="none" cap="none" strike="noStrike">
                <a:solidFill>
                  <a:srgbClr val="000000"/>
                </a:solidFill>
                <a:latin typeface="Arial"/>
                <a:ea typeface="Arial"/>
                <a:cs typeface="Arial"/>
                <a:sym typeface="Arial"/>
              </a:rPr>
              <a:t>Sistemas Operativos 2 [A]</a:t>
            </a:r>
            <a:endParaRPr/>
          </a:p>
        </p:txBody>
      </p:sp>
      <p:sp>
        <p:nvSpPr>
          <p:cNvPr id="96" name="Google Shape;96;p1"/>
          <p:cNvSpPr txBox="1"/>
          <p:nvPr/>
        </p:nvSpPr>
        <p:spPr>
          <a:xfrm>
            <a:off x="2334054" y="6070349"/>
            <a:ext cx="10633500" cy="119234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5200" u="none" cap="none" strike="noStrike">
                <a:solidFill>
                  <a:srgbClr val="000000"/>
                </a:solidFill>
                <a:latin typeface="Arial"/>
                <a:ea typeface="Arial"/>
                <a:cs typeface="Arial"/>
                <a:sym typeface="Arial"/>
              </a:rPr>
              <a:t>NOMBRE_ESTUDIANTE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092A"/>
            </a:gs>
            <a:gs pos="100000">
              <a:srgbClr val="3333B8"/>
            </a:gs>
          </a:gsLst>
          <a:lin ang="18900000" scaled="0"/>
        </a:gradFill>
      </p:bgPr>
    </p:bg>
    <p:spTree>
      <p:nvGrpSpPr>
        <p:cNvPr id="104" name="Shape 104"/>
        <p:cNvGrpSpPr/>
        <p:nvPr/>
      </p:nvGrpSpPr>
      <p:grpSpPr>
        <a:xfrm>
          <a:off x="0" y="0"/>
          <a:ext cx="0" cy="0"/>
          <a:chOff x="0" y="0"/>
          <a:chExt cx="0" cy="0"/>
        </a:xfrm>
      </p:grpSpPr>
      <p:sp>
        <p:nvSpPr>
          <p:cNvPr id="105" name="Google Shape;105;p2"/>
          <p:cNvSpPr txBox="1"/>
          <p:nvPr/>
        </p:nvSpPr>
        <p:spPr>
          <a:xfrm>
            <a:off x="1294124" y="7744577"/>
            <a:ext cx="8274749" cy="1110301"/>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2200" u="none" cap="none" strike="noStrike">
                <a:solidFill>
                  <a:srgbClr val="FFFFFF"/>
                </a:solidFill>
                <a:latin typeface="Archivo Narrow"/>
                <a:ea typeface="Archivo Narrow"/>
                <a:cs typeface="Archivo Narrow"/>
                <a:sym typeface="Archivo Narrow"/>
              </a:rPr>
              <a:t>Escuela de Ingeniería de Ciencias Y Sistemas</a:t>
            </a:r>
            <a:endParaRPr/>
          </a:p>
          <a:p>
            <a:pPr indent="0" lvl="0" marL="0" marR="0" rtl="0" algn="l">
              <a:lnSpc>
                <a:spcPct val="108000"/>
              </a:lnSpc>
              <a:spcBef>
                <a:spcPts val="0"/>
              </a:spcBef>
              <a:spcAft>
                <a:spcPts val="0"/>
              </a:spcAft>
              <a:buNone/>
            </a:pPr>
            <a:r>
              <a:rPr b="1" i="0" lang="en-US" sz="2200" u="none" cap="none" strike="noStrike">
                <a:solidFill>
                  <a:srgbClr val="FFFFFF"/>
                </a:solidFill>
                <a:latin typeface="Archivo Narrow"/>
                <a:ea typeface="Archivo Narrow"/>
                <a:cs typeface="Archivo Narrow"/>
                <a:sym typeface="Archivo Narrow"/>
              </a:rPr>
              <a:t>Facultad de Ingeniería</a:t>
            </a:r>
            <a:endParaRPr/>
          </a:p>
          <a:p>
            <a:pPr indent="0" lvl="0" marL="0" marR="0" rtl="0" algn="l">
              <a:lnSpc>
                <a:spcPct val="108000"/>
              </a:lnSpc>
              <a:spcBef>
                <a:spcPts val="0"/>
              </a:spcBef>
              <a:spcAft>
                <a:spcPts val="0"/>
              </a:spcAft>
              <a:buNone/>
            </a:pPr>
            <a:r>
              <a:rPr b="1" i="0" lang="en-US" sz="2200" u="none" cap="none" strike="noStrike">
                <a:solidFill>
                  <a:srgbClr val="FFFFFF"/>
                </a:solidFill>
                <a:latin typeface="Archivo Narrow"/>
                <a:ea typeface="Archivo Narrow"/>
                <a:cs typeface="Archivo Narrow"/>
                <a:sym typeface="Archivo Narrow"/>
              </a:rPr>
              <a:t>Universidad de San Carlos de Guatemala</a:t>
            </a:r>
            <a:endParaRPr/>
          </a:p>
        </p:txBody>
      </p:sp>
      <p:grpSp>
        <p:nvGrpSpPr>
          <p:cNvPr id="106" name="Google Shape;106;p2"/>
          <p:cNvGrpSpPr/>
          <p:nvPr/>
        </p:nvGrpSpPr>
        <p:grpSpPr>
          <a:xfrm>
            <a:off x="1132151" y="2299773"/>
            <a:ext cx="10850404" cy="4485380"/>
            <a:chOff x="0" y="-38100"/>
            <a:chExt cx="14467205" cy="5980506"/>
          </a:xfrm>
        </p:grpSpPr>
        <p:sp>
          <p:nvSpPr>
            <p:cNvPr id="107" name="Google Shape;107;p2"/>
            <p:cNvSpPr/>
            <p:nvPr/>
          </p:nvSpPr>
          <p:spPr>
            <a:xfrm>
              <a:off x="0" y="0"/>
              <a:ext cx="14467201" cy="5942400"/>
            </a:xfrm>
            <a:custGeom>
              <a:rect b="b" l="l" r="r" t="t"/>
              <a:pathLst>
                <a:path extrusionOk="0" h="5942400" w="14467201">
                  <a:moveTo>
                    <a:pt x="0" y="0"/>
                  </a:moveTo>
                  <a:lnTo>
                    <a:pt x="14467201" y="0"/>
                  </a:lnTo>
                  <a:lnTo>
                    <a:pt x="14467201" y="5942400"/>
                  </a:lnTo>
                  <a:lnTo>
                    <a:pt x="0" y="5942400"/>
                  </a:lnTo>
                  <a:close/>
                </a:path>
              </a:pathLst>
            </a:custGeom>
            <a:blipFill rotWithShape="1">
              <a:blip r:embed="rId3">
                <a:alphaModFix amt="0"/>
              </a:blip>
              <a:stretch>
                <a:fillRect b="0" l="-2700" r="-2700" t="0"/>
              </a:stretch>
            </a:blipFill>
            <a:ln>
              <a:noFill/>
            </a:ln>
          </p:spPr>
        </p:sp>
        <p:sp>
          <p:nvSpPr>
            <p:cNvPr id="108" name="Google Shape;108;p2"/>
            <p:cNvSpPr txBox="1"/>
            <p:nvPr/>
          </p:nvSpPr>
          <p:spPr>
            <a:xfrm>
              <a:off x="0" y="-38100"/>
              <a:ext cx="14467205" cy="5980506"/>
            </a:xfrm>
            <a:prstGeom prst="rect">
              <a:avLst/>
            </a:prstGeom>
            <a:noFill/>
            <a:ln>
              <a:noFill/>
            </a:ln>
          </p:spPr>
          <p:txBody>
            <a:bodyPr anchorCtr="0" anchor="b" bIns="0" lIns="0" spcFirstLastPara="1" rIns="0" wrap="square" tIns="0">
              <a:noAutofit/>
            </a:bodyPr>
            <a:lstStyle/>
            <a:p>
              <a:pPr indent="0" lvl="0" marL="0" marR="0" rtl="0" algn="l">
                <a:lnSpc>
                  <a:spcPct val="120000"/>
                </a:lnSpc>
                <a:spcBef>
                  <a:spcPts val="0"/>
                </a:spcBef>
                <a:spcAft>
                  <a:spcPts val="0"/>
                </a:spcAft>
                <a:buNone/>
              </a:pPr>
              <a:r>
                <a:rPr b="1" i="0" lang="en-US" sz="9000" u="none" cap="none" strike="noStrike">
                  <a:solidFill>
                    <a:srgbClr val="92F7FF"/>
                  </a:solidFill>
                  <a:latin typeface="Arimo"/>
                  <a:ea typeface="Arimo"/>
                  <a:cs typeface="Arimo"/>
                  <a:sym typeface="Arimo"/>
                </a:rPr>
                <a:t>SISTEMAS OPERATIVOS 2</a:t>
              </a:r>
              <a:endParaRPr/>
            </a:p>
          </p:txBody>
        </p:sp>
      </p:grpSp>
      <p:sp>
        <p:nvSpPr>
          <p:cNvPr id="109" name="Google Shape;109;p2"/>
          <p:cNvSpPr/>
          <p:nvPr/>
        </p:nvSpPr>
        <p:spPr>
          <a:xfrm>
            <a:off x="10161356" y="1359360"/>
            <a:ext cx="1718596" cy="1856899"/>
          </a:xfrm>
          <a:custGeom>
            <a:rect b="b" l="l" r="r" t="t"/>
            <a:pathLst>
              <a:path extrusionOk="0" h="2475865" w="2291461">
                <a:moveTo>
                  <a:pt x="176911" y="0"/>
                </a:moveTo>
                <a:cubicBezTo>
                  <a:pt x="81026" y="0"/>
                  <a:pt x="0" y="78613"/>
                  <a:pt x="0" y="176911"/>
                </a:cubicBezTo>
                <a:lnTo>
                  <a:pt x="0" y="2301494"/>
                </a:lnTo>
                <a:cubicBezTo>
                  <a:pt x="0" y="2397252"/>
                  <a:pt x="76073" y="2475865"/>
                  <a:pt x="176911" y="2475865"/>
                </a:cubicBezTo>
                <a:lnTo>
                  <a:pt x="2112137" y="2475865"/>
                </a:lnTo>
                <a:cubicBezTo>
                  <a:pt x="2210435" y="2475865"/>
                  <a:pt x="2291461" y="2397252"/>
                  <a:pt x="2291461" y="2301494"/>
                </a:cubicBezTo>
                <a:lnTo>
                  <a:pt x="2291461" y="176911"/>
                </a:lnTo>
                <a:cubicBezTo>
                  <a:pt x="2291461" y="81026"/>
                  <a:pt x="2215261" y="0"/>
                  <a:pt x="2117090" y="0"/>
                </a:cubicBezTo>
                <a:close/>
              </a:path>
            </a:pathLst>
          </a:custGeom>
          <a:solidFill>
            <a:srgbClr val="EDD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
          <p:cNvSpPr/>
          <p:nvPr/>
        </p:nvSpPr>
        <p:spPr>
          <a:xfrm>
            <a:off x="10249195" y="1282322"/>
            <a:ext cx="1717167" cy="1856899"/>
          </a:xfrm>
          <a:custGeom>
            <a:rect b="b" l="l" r="r" t="t"/>
            <a:pathLst>
              <a:path extrusionOk="0" h="2475865" w="2289556">
                <a:moveTo>
                  <a:pt x="174498" y="0"/>
                </a:moveTo>
                <a:cubicBezTo>
                  <a:pt x="78613" y="0"/>
                  <a:pt x="0" y="76200"/>
                  <a:pt x="0" y="174498"/>
                </a:cubicBezTo>
                <a:lnTo>
                  <a:pt x="0" y="2299081"/>
                </a:lnTo>
                <a:cubicBezTo>
                  <a:pt x="0" y="2394839"/>
                  <a:pt x="76200" y="2475865"/>
                  <a:pt x="174498" y="2475865"/>
                </a:cubicBezTo>
                <a:lnTo>
                  <a:pt x="2115185" y="2475865"/>
                </a:lnTo>
                <a:cubicBezTo>
                  <a:pt x="2210943" y="2475865"/>
                  <a:pt x="2289556" y="2394839"/>
                  <a:pt x="2289556" y="2299081"/>
                </a:cubicBezTo>
                <a:lnTo>
                  <a:pt x="2289556" y="174498"/>
                </a:lnTo>
                <a:cubicBezTo>
                  <a:pt x="2289556" y="78740"/>
                  <a:pt x="2213356" y="0"/>
                  <a:pt x="2115185" y="0"/>
                </a:cubicBezTo>
                <a:close/>
              </a:path>
            </a:pathLst>
          </a:custGeom>
          <a:solidFill>
            <a:srgbClr val="A6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
          <p:cNvSpPr/>
          <p:nvPr/>
        </p:nvSpPr>
        <p:spPr>
          <a:xfrm>
            <a:off x="10391851" y="1464573"/>
            <a:ext cx="634936" cy="1490281"/>
          </a:xfrm>
          <a:custGeom>
            <a:rect b="b" l="l" r="r" t="t"/>
            <a:pathLst>
              <a:path extrusionOk="0" h="1987042" w="846582">
                <a:moveTo>
                  <a:pt x="156972" y="0"/>
                </a:moveTo>
                <a:cubicBezTo>
                  <a:pt x="71120" y="0"/>
                  <a:pt x="0" y="71120"/>
                  <a:pt x="0" y="154686"/>
                </a:cubicBezTo>
                <a:lnTo>
                  <a:pt x="0" y="1829816"/>
                </a:lnTo>
                <a:cubicBezTo>
                  <a:pt x="0" y="1915795"/>
                  <a:pt x="71120" y="1987042"/>
                  <a:pt x="157099" y="1987042"/>
                </a:cubicBezTo>
                <a:lnTo>
                  <a:pt x="692023" y="1987042"/>
                </a:lnTo>
                <a:cubicBezTo>
                  <a:pt x="777875" y="1987042"/>
                  <a:pt x="844169" y="1915795"/>
                  <a:pt x="846582" y="1829816"/>
                </a:cubicBezTo>
                <a:lnTo>
                  <a:pt x="846582" y="154686"/>
                </a:lnTo>
                <a:cubicBezTo>
                  <a:pt x="846582" y="68707"/>
                  <a:pt x="777875" y="0"/>
                  <a:pt x="692023" y="0"/>
                </a:cubicBezTo>
                <a:close/>
              </a:path>
            </a:pathLst>
          </a:custGeom>
          <a:solidFill>
            <a:srgbClr val="3F3F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
          <p:cNvSpPr/>
          <p:nvPr/>
        </p:nvSpPr>
        <p:spPr>
          <a:xfrm>
            <a:off x="11172958" y="1556737"/>
            <a:ext cx="650081" cy="26574"/>
          </a:xfrm>
          <a:custGeom>
            <a:rect b="b" l="l" r="r" t="t"/>
            <a:pathLst>
              <a:path extrusionOk="0" h="35433" w="866775">
                <a:moveTo>
                  <a:pt x="19685" y="0"/>
                </a:moveTo>
                <a:cubicBezTo>
                  <a:pt x="9906" y="0"/>
                  <a:pt x="0" y="9398"/>
                  <a:pt x="0" y="16510"/>
                </a:cubicBezTo>
                <a:cubicBezTo>
                  <a:pt x="0" y="25908"/>
                  <a:pt x="9906" y="35433"/>
                  <a:pt x="19685" y="35433"/>
                </a:cubicBezTo>
                <a:lnTo>
                  <a:pt x="847090" y="35433"/>
                </a:lnTo>
                <a:cubicBezTo>
                  <a:pt x="856996" y="35433"/>
                  <a:pt x="866775" y="28321"/>
                  <a:pt x="866775" y="16510"/>
                </a:cubicBezTo>
                <a:cubicBezTo>
                  <a:pt x="866775" y="7112"/>
                  <a:pt x="856996" y="0"/>
                  <a:pt x="847090" y="0"/>
                </a:cubicBezTo>
                <a:close/>
              </a:path>
            </a:pathLst>
          </a:custGeom>
          <a:solidFill>
            <a:srgbClr val="3F3F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p:nvPr/>
        </p:nvSpPr>
        <p:spPr>
          <a:xfrm>
            <a:off x="11172958" y="1735922"/>
            <a:ext cx="650081" cy="26669"/>
          </a:xfrm>
          <a:custGeom>
            <a:rect b="b" l="l" r="r" t="t"/>
            <a:pathLst>
              <a:path extrusionOk="0" h="35560" w="866775">
                <a:moveTo>
                  <a:pt x="19685" y="0"/>
                </a:moveTo>
                <a:cubicBezTo>
                  <a:pt x="9906" y="0"/>
                  <a:pt x="0" y="9525"/>
                  <a:pt x="0" y="18923"/>
                </a:cubicBezTo>
                <a:cubicBezTo>
                  <a:pt x="0" y="28321"/>
                  <a:pt x="9906" y="35560"/>
                  <a:pt x="19685" y="35560"/>
                </a:cubicBezTo>
                <a:lnTo>
                  <a:pt x="847090" y="35560"/>
                </a:lnTo>
                <a:cubicBezTo>
                  <a:pt x="856996" y="35560"/>
                  <a:pt x="866775" y="30861"/>
                  <a:pt x="866775" y="18923"/>
                </a:cubicBezTo>
                <a:cubicBezTo>
                  <a:pt x="866775" y="9525"/>
                  <a:pt x="856996" y="0"/>
                  <a:pt x="847090" y="0"/>
                </a:cubicBezTo>
                <a:close/>
              </a:path>
            </a:pathLst>
          </a:custGeom>
          <a:solidFill>
            <a:srgbClr val="3F3F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
          <p:cNvSpPr/>
          <p:nvPr/>
        </p:nvSpPr>
        <p:spPr>
          <a:xfrm>
            <a:off x="11172958" y="1915916"/>
            <a:ext cx="650081" cy="26669"/>
          </a:xfrm>
          <a:custGeom>
            <a:rect b="b" l="l" r="r" t="t"/>
            <a:pathLst>
              <a:path extrusionOk="0" h="35560" w="866775">
                <a:moveTo>
                  <a:pt x="19685" y="0"/>
                </a:moveTo>
                <a:cubicBezTo>
                  <a:pt x="9906" y="0"/>
                  <a:pt x="0" y="9525"/>
                  <a:pt x="0" y="16637"/>
                </a:cubicBezTo>
                <a:cubicBezTo>
                  <a:pt x="0" y="26035"/>
                  <a:pt x="9906" y="35560"/>
                  <a:pt x="19685" y="35560"/>
                </a:cubicBezTo>
                <a:lnTo>
                  <a:pt x="847090" y="35560"/>
                </a:lnTo>
                <a:cubicBezTo>
                  <a:pt x="856996" y="35560"/>
                  <a:pt x="866775" y="28448"/>
                  <a:pt x="866775" y="16637"/>
                </a:cubicBezTo>
                <a:cubicBezTo>
                  <a:pt x="866775" y="7112"/>
                  <a:pt x="856996" y="0"/>
                  <a:pt x="847090" y="0"/>
                </a:cubicBezTo>
                <a:close/>
              </a:path>
            </a:pathLst>
          </a:custGeom>
          <a:solidFill>
            <a:srgbClr val="3F3F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
          <p:cNvSpPr/>
          <p:nvPr/>
        </p:nvSpPr>
        <p:spPr>
          <a:xfrm>
            <a:off x="14882403" y="3191037"/>
            <a:ext cx="1543622" cy="1822132"/>
          </a:xfrm>
          <a:custGeom>
            <a:rect b="b" l="l" r="r" t="t"/>
            <a:pathLst>
              <a:path extrusionOk="0" h="2429510" w="2058162">
                <a:moveTo>
                  <a:pt x="167005" y="0"/>
                </a:moveTo>
                <a:cubicBezTo>
                  <a:pt x="76073" y="0"/>
                  <a:pt x="0" y="76200"/>
                  <a:pt x="0" y="169545"/>
                </a:cubicBezTo>
                <a:lnTo>
                  <a:pt x="0" y="2260092"/>
                </a:lnTo>
                <a:cubicBezTo>
                  <a:pt x="0" y="2353437"/>
                  <a:pt x="76073" y="2429510"/>
                  <a:pt x="167005" y="2429510"/>
                </a:cubicBezTo>
                <a:lnTo>
                  <a:pt x="1891157" y="2429510"/>
                </a:lnTo>
                <a:cubicBezTo>
                  <a:pt x="1981962" y="2429510"/>
                  <a:pt x="2058162" y="2353310"/>
                  <a:pt x="2058162" y="2260092"/>
                </a:cubicBezTo>
                <a:lnTo>
                  <a:pt x="2058162" y="169545"/>
                </a:lnTo>
                <a:cubicBezTo>
                  <a:pt x="2058035" y="76200"/>
                  <a:pt x="1981962" y="0"/>
                  <a:pt x="1891157"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
          <p:cNvSpPr/>
          <p:nvPr/>
        </p:nvSpPr>
        <p:spPr>
          <a:xfrm>
            <a:off x="15070417" y="3447364"/>
            <a:ext cx="480155" cy="878395"/>
          </a:xfrm>
          <a:custGeom>
            <a:rect b="b" l="l" r="r" t="t"/>
            <a:pathLst>
              <a:path extrusionOk="0" h="1171194" w="640207">
                <a:moveTo>
                  <a:pt x="122555" y="127"/>
                </a:moveTo>
                <a:cubicBezTo>
                  <a:pt x="56388" y="127"/>
                  <a:pt x="0" y="54102"/>
                  <a:pt x="0" y="122809"/>
                </a:cubicBezTo>
                <a:lnTo>
                  <a:pt x="0" y="1048385"/>
                </a:lnTo>
                <a:cubicBezTo>
                  <a:pt x="0" y="1117092"/>
                  <a:pt x="56388" y="1171194"/>
                  <a:pt x="122555" y="1171194"/>
                </a:cubicBezTo>
                <a:lnTo>
                  <a:pt x="517525" y="1171194"/>
                </a:lnTo>
                <a:cubicBezTo>
                  <a:pt x="586232" y="1171194"/>
                  <a:pt x="640207" y="1117219"/>
                  <a:pt x="640207" y="1048385"/>
                </a:cubicBezTo>
                <a:lnTo>
                  <a:pt x="640207" y="122809"/>
                </a:lnTo>
                <a:cubicBezTo>
                  <a:pt x="640207" y="54102"/>
                  <a:pt x="586232" y="0"/>
                  <a:pt x="517525"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
          <p:cNvSpPr/>
          <p:nvPr/>
        </p:nvSpPr>
        <p:spPr>
          <a:xfrm>
            <a:off x="15757293" y="3447364"/>
            <a:ext cx="480250" cy="878395"/>
          </a:xfrm>
          <a:custGeom>
            <a:rect b="b" l="l" r="r" t="t"/>
            <a:pathLst>
              <a:path extrusionOk="0" h="1171194" w="640334">
                <a:moveTo>
                  <a:pt x="122555" y="127"/>
                </a:moveTo>
                <a:cubicBezTo>
                  <a:pt x="53975" y="127"/>
                  <a:pt x="0" y="54102"/>
                  <a:pt x="0" y="122809"/>
                </a:cubicBezTo>
                <a:lnTo>
                  <a:pt x="0" y="1048385"/>
                </a:lnTo>
                <a:cubicBezTo>
                  <a:pt x="0" y="1117092"/>
                  <a:pt x="53975" y="1171194"/>
                  <a:pt x="122682" y="1171194"/>
                </a:cubicBezTo>
                <a:lnTo>
                  <a:pt x="517652" y="1171194"/>
                </a:lnTo>
                <a:cubicBezTo>
                  <a:pt x="583946" y="1171194"/>
                  <a:pt x="640334" y="1117219"/>
                  <a:pt x="640334" y="1048385"/>
                </a:cubicBezTo>
                <a:lnTo>
                  <a:pt x="640334" y="122809"/>
                </a:lnTo>
                <a:cubicBezTo>
                  <a:pt x="640334" y="54102"/>
                  <a:pt x="583946" y="0"/>
                  <a:pt x="517652" y="0"/>
                </a:cubicBezTo>
                <a:close/>
              </a:path>
            </a:pathLst>
          </a:custGeom>
          <a:solidFill>
            <a:srgbClr val="35CF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
          <p:cNvSpPr/>
          <p:nvPr/>
        </p:nvSpPr>
        <p:spPr>
          <a:xfrm>
            <a:off x="15153217" y="4451756"/>
            <a:ext cx="1000562" cy="54673"/>
          </a:xfrm>
          <a:custGeom>
            <a:rect b="b" l="l" r="r" t="t"/>
            <a:pathLst>
              <a:path extrusionOk="0" h="72898" w="1334082">
                <a:moveTo>
                  <a:pt x="36830" y="0"/>
                </a:moveTo>
                <a:cubicBezTo>
                  <a:pt x="14732" y="0"/>
                  <a:pt x="0" y="14605"/>
                  <a:pt x="0" y="36449"/>
                </a:cubicBezTo>
                <a:cubicBezTo>
                  <a:pt x="0" y="58293"/>
                  <a:pt x="14732" y="72898"/>
                  <a:pt x="36830" y="72898"/>
                </a:cubicBezTo>
                <a:lnTo>
                  <a:pt x="1296924" y="72898"/>
                </a:lnTo>
                <a:cubicBezTo>
                  <a:pt x="1316609" y="72898"/>
                  <a:pt x="1336294" y="53467"/>
                  <a:pt x="1333881" y="36449"/>
                </a:cubicBezTo>
                <a:cubicBezTo>
                  <a:pt x="1333881" y="14605"/>
                  <a:pt x="1316609" y="0"/>
                  <a:pt x="1296924"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
          <p:cNvSpPr/>
          <p:nvPr/>
        </p:nvSpPr>
        <p:spPr>
          <a:xfrm>
            <a:off x="15176878" y="4589907"/>
            <a:ext cx="957643" cy="54768"/>
          </a:xfrm>
          <a:custGeom>
            <a:rect b="b" l="l" r="r" t="t"/>
            <a:pathLst>
              <a:path extrusionOk="0" h="73025" w="1276858">
                <a:moveTo>
                  <a:pt x="36830" y="127"/>
                </a:moveTo>
                <a:cubicBezTo>
                  <a:pt x="14732" y="127"/>
                  <a:pt x="0" y="14732"/>
                  <a:pt x="0" y="36703"/>
                </a:cubicBezTo>
                <a:cubicBezTo>
                  <a:pt x="0" y="58674"/>
                  <a:pt x="14732" y="73025"/>
                  <a:pt x="36830" y="73025"/>
                </a:cubicBezTo>
                <a:lnTo>
                  <a:pt x="1235075" y="73025"/>
                </a:lnTo>
                <a:cubicBezTo>
                  <a:pt x="1257173" y="73025"/>
                  <a:pt x="1271905" y="53594"/>
                  <a:pt x="1276858" y="36576"/>
                </a:cubicBezTo>
                <a:cubicBezTo>
                  <a:pt x="1276858" y="14605"/>
                  <a:pt x="1259586" y="0"/>
                  <a:pt x="1240028"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
          <p:cNvSpPr/>
          <p:nvPr/>
        </p:nvSpPr>
        <p:spPr>
          <a:xfrm>
            <a:off x="10580399" y="9678962"/>
            <a:ext cx="7680864" cy="562928"/>
          </a:xfrm>
          <a:custGeom>
            <a:rect b="b" l="l" r="r" t="t"/>
            <a:pathLst>
              <a:path extrusionOk="0" h="750570" w="10241153">
                <a:moveTo>
                  <a:pt x="0" y="0"/>
                </a:moveTo>
                <a:lnTo>
                  <a:pt x="0" y="750570"/>
                </a:lnTo>
                <a:lnTo>
                  <a:pt x="10241153" y="750570"/>
                </a:lnTo>
                <a:lnTo>
                  <a:pt x="10241153" y="0"/>
                </a:lnTo>
                <a:close/>
              </a:path>
            </a:pathLst>
          </a:custGeom>
          <a:solidFill>
            <a:srgbClr val="09066A"/>
          </a:solidFill>
          <a:ln>
            <a:noFill/>
          </a:ln>
        </p:spPr>
      </p:sp>
      <p:sp>
        <p:nvSpPr>
          <p:cNvPr id="121" name="Google Shape;121;p2"/>
          <p:cNvSpPr/>
          <p:nvPr/>
        </p:nvSpPr>
        <p:spPr>
          <a:xfrm>
            <a:off x="10580399" y="9342091"/>
            <a:ext cx="7680864" cy="336804"/>
          </a:xfrm>
          <a:custGeom>
            <a:rect b="b" l="l" r="r" t="t"/>
            <a:pathLst>
              <a:path extrusionOk="0" h="449072" w="10241153">
                <a:moveTo>
                  <a:pt x="447167" y="0"/>
                </a:moveTo>
                <a:cubicBezTo>
                  <a:pt x="199009" y="0"/>
                  <a:pt x="0" y="203581"/>
                  <a:pt x="0" y="449072"/>
                </a:cubicBezTo>
                <a:lnTo>
                  <a:pt x="10241153" y="449072"/>
                </a:lnTo>
                <a:cubicBezTo>
                  <a:pt x="10241153" y="203581"/>
                  <a:pt x="10039731" y="2413"/>
                  <a:pt x="9796399" y="0"/>
                </a:cubicBezTo>
                <a:close/>
              </a:path>
            </a:pathLst>
          </a:custGeom>
          <a:solidFill>
            <a:srgbClr val="333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
          <p:cNvSpPr/>
          <p:nvPr/>
        </p:nvSpPr>
        <p:spPr>
          <a:xfrm>
            <a:off x="10833935" y="2238575"/>
            <a:ext cx="2356485" cy="1786794"/>
          </a:xfrm>
          <a:custGeom>
            <a:rect b="b" l="l" r="r" t="t"/>
            <a:pathLst>
              <a:path extrusionOk="0" h="2382393" w="3141980">
                <a:moveTo>
                  <a:pt x="292227" y="0"/>
                </a:moveTo>
                <a:cubicBezTo>
                  <a:pt x="130048" y="0"/>
                  <a:pt x="0" y="130175"/>
                  <a:pt x="0" y="292227"/>
                </a:cubicBezTo>
                <a:lnTo>
                  <a:pt x="0" y="2090166"/>
                </a:lnTo>
                <a:cubicBezTo>
                  <a:pt x="0" y="2252218"/>
                  <a:pt x="132588" y="2382393"/>
                  <a:pt x="292354" y="2382393"/>
                </a:cubicBezTo>
                <a:lnTo>
                  <a:pt x="2849626" y="2382393"/>
                </a:lnTo>
                <a:cubicBezTo>
                  <a:pt x="3009265" y="2382393"/>
                  <a:pt x="3141980" y="2252218"/>
                  <a:pt x="3141980" y="2090166"/>
                </a:cubicBezTo>
                <a:lnTo>
                  <a:pt x="3141980" y="292227"/>
                </a:lnTo>
                <a:cubicBezTo>
                  <a:pt x="3141980" y="127635"/>
                  <a:pt x="3009392" y="0"/>
                  <a:pt x="2849626" y="0"/>
                </a:cubicBezTo>
                <a:close/>
              </a:path>
            </a:pathLst>
          </a:custGeom>
          <a:solidFill>
            <a:srgbClr val="EDD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
          <p:cNvSpPr/>
          <p:nvPr/>
        </p:nvSpPr>
        <p:spPr>
          <a:xfrm>
            <a:off x="10935357" y="2122561"/>
            <a:ext cx="2356485" cy="1787080"/>
          </a:xfrm>
          <a:custGeom>
            <a:rect b="b" l="l" r="r" t="t"/>
            <a:pathLst>
              <a:path extrusionOk="0" h="2382774" w="3141980">
                <a:moveTo>
                  <a:pt x="292354" y="0"/>
                </a:moveTo>
                <a:cubicBezTo>
                  <a:pt x="130175" y="0"/>
                  <a:pt x="0" y="132588"/>
                  <a:pt x="0" y="292354"/>
                </a:cubicBezTo>
                <a:lnTo>
                  <a:pt x="0" y="2092960"/>
                </a:lnTo>
                <a:cubicBezTo>
                  <a:pt x="0" y="2255012"/>
                  <a:pt x="132588" y="2382774"/>
                  <a:pt x="292354" y="2382774"/>
                </a:cubicBezTo>
                <a:lnTo>
                  <a:pt x="2847213" y="2382774"/>
                </a:lnTo>
                <a:cubicBezTo>
                  <a:pt x="3009392" y="2382774"/>
                  <a:pt x="3139567" y="2255012"/>
                  <a:pt x="3141980" y="2092960"/>
                </a:cubicBezTo>
                <a:lnTo>
                  <a:pt x="3141980" y="292354"/>
                </a:lnTo>
                <a:cubicBezTo>
                  <a:pt x="3142107" y="130175"/>
                  <a:pt x="3009392" y="0"/>
                  <a:pt x="2849626" y="0"/>
                </a:cubicBezTo>
                <a:close/>
              </a:path>
            </a:pathLst>
          </a:custGeom>
          <a:solidFill>
            <a:srgbClr val="35CF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
          <p:cNvSpPr/>
          <p:nvPr/>
        </p:nvSpPr>
        <p:spPr>
          <a:xfrm>
            <a:off x="10935357" y="2126256"/>
            <a:ext cx="2354294" cy="256985"/>
          </a:xfrm>
          <a:custGeom>
            <a:rect b="b" l="l" r="r" t="t"/>
            <a:pathLst>
              <a:path extrusionOk="0" h="342646" w="3139059">
                <a:moveTo>
                  <a:pt x="292354" y="0"/>
                </a:moveTo>
                <a:cubicBezTo>
                  <a:pt x="132588" y="0"/>
                  <a:pt x="0" y="127127"/>
                  <a:pt x="0" y="288798"/>
                </a:cubicBezTo>
                <a:lnTo>
                  <a:pt x="0" y="342646"/>
                </a:lnTo>
                <a:lnTo>
                  <a:pt x="3139059" y="342646"/>
                </a:lnTo>
                <a:lnTo>
                  <a:pt x="3139059" y="288798"/>
                </a:lnTo>
                <a:cubicBezTo>
                  <a:pt x="3139059" y="127254"/>
                  <a:pt x="3008884" y="0"/>
                  <a:pt x="2846705" y="0"/>
                </a:cubicBezTo>
                <a:close/>
              </a:path>
            </a:pathLst>
          </a:custGeom>
          <a:solidFill>
            <a:srgbClr val="0F89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
          <p:cNvSpPr/>
          <p:nvPr/>
        </p:nvSpPr>
        <p:spPr>
          <a:xfrm>
            <a:off x="11144974" y="2192493"/>
            <a:ext cx="124396" cy="123063"/>
          </a:xfrm>
          <a:custGeom>
            <a:rect b="b" l="l" r="r" t="t"/>
            <a:pathLst>
              <a:path extrusionOk="0" h="164084" w="165862">
                <a:moveTo>
                  <a:pt x="82931" y="0"/>
                </a:moveTo>
                <a:cubicBezTo>
                  <a:pt x="36576" y="0"/>
                  <a:pt x="0" y="36703"/>
                  <a:pt x="0" y="83185"/>
                </a:cubicBezTo>
                <a:cubicBezTo>
                  <a:pt x="0" y="127254"/>
                  <a:pt x="36576" y="164084"/>
                  <a:pt x="82931" y="164084"/>
                </a:cubicBezTo>
                <a:cubicBezTo>
                  <a:pt x="129286" y="164084"/>
                  <a:pt x="165862" y="127254"/>
                  <a:pt x="165862" y="83185"/>
                </a:cubicBezTo>
                <a:cubicBezTo>
                  <a:pt x="165862" y="36703"/>
                  <a:pt x="129286" y="0"/>
                  <a:pt x="82931"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
          <p:cNvSpPr/>
          <p:nvPr/>
        </p:nvSpPr>
        <p:spPr>
          <a:xfrm>
            <a:off x="11393996" y="2192493"/>
            <a:ext cx="124586" cy="123063"/>
          </a:xfrm>
          <a:custGeom>
            <a:rect b="b" l="l" r="r" t="t"/>
            <a:pathLst>
              <a:path extrusionOk="0" h="164084" w="166116">
                <a:moveTo>
                  <a:pt x="83058" y="0"/>
                </a:moveTo>
                <a:cubicBezTo>
                  <a:pt x="36576" y="0"/>
                  <a:pt x="0" y="36703"/>
                  <a:pt x="0" y="83185"/>
                </a:cubicBezTo>
                <a:cubicBezTo>
                  <a:pt x="0" y="127254"/>
                  <a:pt x="36576" y="164084"/>
                  <a:pt x="83058" y="164084"/>
                </a:cubicBezTo>
                <a:cubicBezTo>
                  <a:pt x="129540" y="164084"/>
                  <a:pt x="166116" y="127254"/>
                  <a:pt x="166116" y="83185"/>
                </a:cubicBezTo>
                <a:cubicBezTo>
                  <a:pt x="165989" y="36703"/>
                  <a:pt x="129413" y="0"/>
                  <a:pt x="83058"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
          <p:cNvSpPr/>
          <p:nvPr/>
        </p:nvSpPr>
        <p:spPr>
          <a:xfrm>
            <a:off x="11644655" y="2192493"/>
            <a:ext cx="124586" cy="123063"/>
          </a:xfrm>
          <a:custGeom>
            <a:rect b="b" l="l" r="r" t="t"/>
            <a:pathLst>
              <a:path extrusionOk="0" h="164084" w="166116">
                <a:moveTo>
                  <a:pt x="82931" y="0"/>
                </a:moveTo>
                <a:cubicBezTo>
                  <a:pt x="36576" y="0"/>
                  <a:pt x="0" y="36703"/>
                  <a:pt x="0" y="83185"/>
                </a:cubicBezTo>
                <a:cubicBezTo>
                  <a:pt x="0" y="127254"/>
                  <a:pt x="36576" y="164084"/>
                  <a:pt x="83058" y="164084"/>
                </a:cubicBezTo>
                <a:cubicBezTo>
                  <a:pt x="129540" y="164084"/>
                  <a:pt x="166116" y="127254"/>
                  <a:pt x="166116" y="83185"/>
                </a:cubicBezTo>
                <a:cubicBezTo>
                  <a:pt x="165989" y="36703"/>
                  <a:pt x="129413" y="0"/>
                  <a:pt x="82931"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
          <p:cNvSpPr/>
          <p:nvPr/>
        </p:nvSpPr>
        <p:spPr>
          <a:xfrm>
            <a:off x="15317276" y="2361600"/>
            <a:ext cx="1997297" cy="1914525"/>
          </a:xfrm>
          <a:custGeom>
            <a:rect b="b" l="l" r="r" t="t"/>
            <a:pathLst>
              <a:path extrusionOk="0" h="2552700" w="2663063">
                <a:moveTo>
                  <a:pt x="294767" y="0"/>
                </a:moveTo>
                <a:cubicBezTo>
                  <a:pt x="132715" y="0"/>
                  <a:pt x="0" y="132715"/>
                  <a:pt x="0" y="294894"/>
                </a:cubicBezTo>
                <a:lnTo>
                  <a:pt x="0" y="2257933"/>
                </a:lnTo>
                <a:cubicBezTo>
                  <a:pt x="0" y="2419985"/>
                  <a:pt x="132715" y="2552700"/>
                  <a:pt x="294767" y="2552700"/>
                </a:cubicBezTo>
                <a:lnTo>
                  <a:pt x="2368296" y="2552700"/>
                </a:lnTo>
                <a:cubicBezTo>
                  <a:pt x="2530348" y="2552700"/>
                  <a:pt x="2663063" y="2419985"/>
                  <a:pt x="2663063" y="2257806"/>
                </a:cubicBezTo>
                <a:lnTo>
                  <a:pt x="2663063" y="294894"/>
                </a:lnTo>
                <a:cubicBezTo>
                  <a:pt x="2663063" y="132715"/>
                  <a:pt x="2530348" y="0"/>
                  <a:pt x="2368296" y="0"/>
                </a:cubicBezTo>
                <a:close/>
              </a:path>
            </a:pathLst>
          </a:custGeom>
          <a:solidFill>
            <a:srgbClr val="EDD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
          <p:cNvSpPr/>
          <p:nvPr/>
        </p:nvSpPr>
        <p:spPr>
          <a:xfrm>
            <a:off x="15427537" y="2258644"/>
            <a:ext cx="1996750" cy="1914525"/>
          </a:xfrm>
          <a:custGeom>
            <a:rect b="b" l="l" r="r" t="t"/>
            <a:pathLst>
              <a:path extrusionOk="0" h="2552700" w="2662333">
                <a:moveTo>
                  <a:pt x="294640" y="0"/>
                </a:moveTo>
                <a:cubicBezTo>
                  <a:pt x="132588" y="0"/>
                  <a:pt x="0" y="132715"/>
                  <a:pt x="0" y="294894"/>
                </a:cubicBezTo>
                <a:lnTo>
                  <a:pt x="0" y="2257933"/>
                </a:lnTo>
                <a:cubicBezTo>
                  <a:pt x="0" y="2419985"/>
                  <a:pt x="132588" y="2552700"/>
                  <a:pt x="294640" y="2552700"/>
                </a:cubicBezTo>
                <a:lnTo>
                  <a:pt x="2367534" y="2552700"/>
                </a:lnTo>
                <a:cubicBezTo>
                  <a:pt x="2532126" y="2552700"/>
                  <a:pt x="2664714" y="2419985"/>
                  <a:pt x="2662301" y="2257806"/>
                </a:cubicBezTo>
                <a:lnTo>
                  <a:pt x="2662301" y="294894"/>
                </a:lnTo>
                <a:cubicBezTo>
                  <a:pt x="2662174" y="130175"/>
                  <a:pt x="2529586" y="0"/>
                  <a:pt x="2367534" y="0"/>
                </a:cubicBezTo>
                <a:close/>
              </a:path>
            </a:pathLst>
          </a:custGeom>
          <a:solidFill>
            <a:srgbClr val="3F3F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
          <p:cNvSpPr/>
          <p:nvPr/>
        </p:nvSpPr>
        <p:spPr>
          <a:xfrm>
            <a:off x="15587996" y="2378164"/>
            <a:ext cx="1676105" cy="1676105"/>
          </a:xfrm>
          <a:custGeom>
            <a:rect b="b" l="l" r="r" t="t"/>
            <a:pathLst>
              <a:path extrusionOk="0" h="1676105" w="1676105">
                <a:moveTo>
                  <a:pt x="0" y="0"/>
                </a:moveTo>
                <a:lnTo>
                  <a:pt x="1676105" y="0"/>
                </a:lnTo>
                <a:lnTo>
                  <a:pt x="1676105" y="1676105"/>
                </a:lnTo>
                <a:lnTo>
                  <a:pt x="0" y="1676105"/>
                </a:lnTo>
                <a:lnTo>
                  <a:pt x="0" y="0"/>
                </a:lnTo>
                <a:close/>
              </a:path>
            </a:pathLst>
          </a:custGeom>
          <a:blipFill rotWithShape="1">
            <a:blip r:embed="rId4">
              <a:alphaModFix/>
            </a:blip>
            <a:stretch>
              <a:fillRect b="0" l="0" r="0" t="0"/>
            </a:stretch>
          </a:blipFill>
          <a:ln>
            <a:noFill/>
          </a:ln>
        </p:spPr>
      </p:sp>
      <p:sp>
        <p:nvSpPr>
          <p:cNvPr id="131" name="Google Shape;131;p2"/>
          <p:cNvSpPr/>
          <p:nvPr/>
        </p:nvSpPr>
        <p:spPr>
          <a:xfrm>
            <a:off x="16986799" y="3043276"/>
            <a:ext cx="20488" cy="24089"/>
          </a:xfrm>
          <a:custGeom>
            <a:rect b="b" l="l" r="r" t="t"/>
            <a:pathLst>
              <a:path extrusionOk="0" h="24089" w="20488">
                <a:moveTo>
                  <a:pt x="0" y="0"/>
                </a:moveTo>
                <a:lnTo>
                  <a:pt x="20489" y="0"/>
                </a:lnTo>
                <a:lnTo>
                  <a:pt x="20489" y="24088"/>
                </a:lnTo>
                <a:lnTo>
                  <a:pt x="0" y="24088"/>
                </a:lnTo>
                <a:lnTo>
                  <a:pt x="0" y="0"/>
                </a:lnTo>
                <a:close/>
              </a:path>
            </a:pathLst>
          </a:custGeom>
          <a:blipFill rotWithShape="1">
            <a:blip r:embed="rId5">
              <a:alphaModFix/>
            </a:blip>
            <a:stretch>
              <a:fillRect b="0" l="0" r="0" t="0"/>
            </a:stretch>
          </a:blipFill>
          <a:ln>
            <a:noFill/>
          </a:ln>
        </p:spPr>
      </p:sp>
      <p:sp>
        <p:nvSpPr>
          <p:cNvPr id="132" name="Google Shape;132;p2"/>
          <p:cNvSpPr/>
          <p:nvPr/>
        </p:nvSpPr>
        <p:spPr>
          <a:xfrm>
            <a:off x="16977436" y="3013865"/>
            <a:ext cx="20478" cy="25420"/>
          </a:xfrm>
          <a:custGeom>
            <a:rect b="b" l="l" r="r" t="t"/>
            <a:pathLst>
              <a:path extrusionOk="0" h="33893" w="27305">
                <a:moveTo>
                  <a:pt x="1905" y="21193"/>
                </a:moveTo>
                <a:cubicBezTo>
                  <a:pt x="1905" y="20939"/>
                  <a:pt x="1905" y="20939"/>
                  <a:pt x="1524" y="19669"/>
                </a:cubicBezTo>
                <a:cubicBezTo>
                  <a:pt x="1397" y="19288"/>
                  <a:pt x="1143" y="18780"/>
                  <a:pt x="1016" y="18145"/>
                </a:cubicBezTo>
                <a:cubicBezTo>
                  <a:pt x="635" y="17002"/>
                  <a:pt x="0" y="14970"/>
                  <a:pt x="0" y="12684"/>
                </a:cubicBezTo>
                <a:cubicBezTo>
                  <a:pt x="0" y="6588"/>
                  <a:pt x="4318" y="1381"/>
                  <a:pt x="10160" y="238"/>
                </a:cubicBezTo>
                <a:cubicBezTo>
                  <a:pt x="16002" y="-905"/>
                  <a:pt x="21971" y="2143"/>
                  <a:pt x="24384" y="7731"/>
                </a:cubicBezTo>
                <a:cubicBezTo>
                  <a:pt x="27178" y="14335"/>
                  <a:pt x="27178" y="20812"/>
                  <a:pt x="27178" y="21193"/>
                </a:cubicBezTo>
                <a:lnTo>
                  <a:pt x="14478" y="21193"/>
                </a:lnTo>
                <a:lnTo>
                  <a:pt x="1778" y="21193"/>
                </a:lnTo>
                <a:moveTo>
                  <a:pt x="27178" y="21193"/>
                </a:moveTo>
                <a:cubicBezTo>
                  <a:pt x="27178" y="28178"/>
                  <a:pt x="21463" y="33893"/>
                  <a:pt x="14478" y="33893"/>
                </a:cubicBezTo>
                <a:cubicBezTo>
                  <a:pt x="7493" y="33893"/>
                  <a:pt x="1778" y="28178"/>
                  <a:pt x="1778" y="21193"/>
                </a:cubicBezTo>
                <a:cubicBezTo>
                  <a:pt x="1778" y="22082"/>
                  <a:pt x="2159" y="20304"/>
                  <a:pt x="1016" y="17637"/>
                </a:cubicBezTo>
                <a:lnTo>
                  <a:pt x="12700" y="12684"/>
                </a:lnTo>
                <a:lnTo>
                  <a:pt x="25400" y="12684"/>
                </a:lnTo>
                <a:cubicBezTo>
                  <a:pt x="25400" y="11922"/>
                  <a:pt x="25273" y="10652"/>
                  <a:pt x="25146" y="10525"/>
                </a:cubicBezTo>
                <a:cubicBezTo>
                  <a:pt x="25146" y="10525"/>
                  <a:pt x="25146" y="10652"/>
                  <a:pt x="25400" y="11160"/>
                </a:cubicBezTo>
                <a:cubicBezTo>
                  <a:pt x="26035" y="12811"/>
                  <a:pt x="27305" y="16367"/>
                  <a:pt x="27305" y="21193"/>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
          <p:cNvSpPr/>
          <p:nvPr/>
        </p:nvSpPr>
        <p:spPr>
          <a:xfrm>
            <a:off x="16159677" y="2962799"/>
            <a:ext cx="1105224" cy="1090051"/>
          </a:xfrm>
          <a:custGeom>
            <a:rect b="b" l="l" r="r" t="t"/>
            <a:pathLst>
              <a:path extrusionOk="0" h="1090051" w="1105224">
                <a:moveTo>
                  <a:pt x="0" y="0"/>
                </a:moveTo>
                <a:lnTo>
                  <a:pt x="1105224" y="0"/>
                </a:lnTo>
                <a:lnTo>
                  <a:pt x="1105224" y="1090050"/>
                </a:lnTo>
                <a:lnTo>
                  <a:pt x="0" y="1090050"/>
                </a:lnTo>
                <a:lnTo>
                  <a:pt x="0" y="0"/>
                </a:lnTo>
                <a:close/>
              </a:path>
            </a:pathLst>
          </a:custGeom>
          <a:blipFill rotWithShape="1">
            <a:blip r:embed="rId6">
              <a:alphaModFix/>
            </a:blip>
            <a:stretch>
              <a:fillRect b="0" l="0" r="0" t="0"/>
            </a:stretch>
          </a:blipFill>
          <a:ln>
            <a:noFill/>
          </a:ln>
        </p:spPr>
      </p:sp>
      <p:sp>
        <p:nvSpPr>
          <p:cNvPr id="134" name="Google Shape;134;p2"/>
          <p:cNvSpPr/>
          <p:nvPr/>
        </p:nvSpPr>
        <p:spPr>
          <a:xfrm>
            <a:off x="16968073" y="2987831"/>
            <a:ext cx="20488" cy="25527"/>
          </a:xfrm>
          <a:custGeom>
            <a:rect b="b" l="l" r="r" t="t"/>
            <a:pathLst>
              <a:path extrusionOk="0" h="25527" w="20488">
                <a:moveTo>
                  <a:pt x="0" y="0"/>
                </a:moveTo>
                <a:lnTo>
                  <a:pt x="20488" y="0"/>
                </a:lnTo>
                <a:lnTo>
                  <a:pt x="20488" y="25527"/>
                </a:lnTo>
                <a:lnTo>
                  <a:pt x="0" y="25527"/>
                </a:lnTo>
                <a:lnTo>
                  <a:pt x="0" y="0"/>
                </a:lnTo>
                <a:close/>
              </a:path>
            </a:pathLst>
          </a:custGeom>
          <a:blipFill rotWithShape="1">
            <a:blip r:embed="rId7">
              <a:alphaModFix/>
            </a:blip>
            <a:stretch>
              <a:fillRect b="0" l="0" r="0" t="0"/>
            </a:stretch>
          </a:blipFill>
          <a:ln>
            <a:noFill/>
          </a:ln>
        </p:spPr>
      </p:sp>
      <p:sp>
        <p:nvSpPr>
          <p:cNvPr id="135" name="Google Shape;135;p2"/>
          <p:cNvSpPr/>
          <p:nvPr/>
        </p:nvSpPr>
        <p:spPr>
          <a:xfrm>
            <a:off x="17014317" y="3131839"/>
            <a:ext cx="0" cy="9525"/>
          </a:xfrm>
          <a:custGeom>
            <a:rect b="b" l="l" r="r" t="t"/>
            <a:pathLst>
              <a:path extrusionOk="0" h="12700" w="120000">
                <a:moveTo>
                  <a:pt x="0" y="0"/>
                </a:moveTo>
                <a:lnTo>
                  <a:pt x="0" y="12700"/>
                </a:lnTo>
                <a:lnTo>
                  <a:pt x="0" y="0"/>
                </a:lnTo>
              </a:path>
            </a:pathLst>
          </a:custGeom>
          <a:solidFill>
            <a:srgbClr val="000000"/>
          </a:solidFill>
          <a:ln>
            <a:noFill/>
          </a:ln>
        </p:spPr>
      </p:sp>
      <p:sp>
        <p:nvSpPr>
          <p:cNvPr id="136" name="Google Shape;136;p2"/>
          <p:cNvSpPr/>
          <p:nvPr/>
        </p:nvSpPr>
        <p:spPr>
          <a:xfrm>
            <a:off x="16994372" y="3072794"/>
            <a:ext cx="20097" cy="21946"/>
          </a:xfrm>
          <a:custGeom>
            <a:rect b="b" l="l" r="r" t="t"/>
            <a:pathLst>
              <a:path extrusionOk="0" h="29260" w="26797">
                <a:moveTo>
                  <a:pt x="1397" y="16510"/>
                </a:moveTo>
                <a:lnTo>
                  <a:pt x="1397" y="12700"/>
                </a:lnTo>
                <a:lnTo>
                  <a:pt x="14097" y="12700"/>
                </a:lnTo>
                <a:lnTo>
                  <a:pt x="14097" y="25400"/>
                </a:lnTo>
                <a:cubicBezTo>
                  <a:pt x="13970" y="25400"/>
                  <a:pt x="13843" y="25400"/>
                  <a:pt x="13843" y="25400"/>
                </a:cubicBezTo>
                <a:cubicBezTo>
                  <a:pt x="14478" y="25400"/>
                  <a:pt x="19939" y="24257"/>
                  <a:pt x="22733" y="20701"/>
                </a:cubicBezTo>
                <a:cubicBezTo>
                  <a:pt x="24892" y="17907"/>
                  <a:pt x="25273" y="15113"/>
                  <a:pt x="25273" y="13208"/>
                </a:cubicBezTo>
                <a:cubicBezTo>
                  <a:pt x="25273" y="11049"/>
                  <a:pt x="24511" y="9271"/>
                  <a:pt x="25400" y="10922"/>
                </a:cubicBezTo>
                <a:lnTo>
                  <a:pt x="14097" y="16637"/>
                </a:lnTo>
                <a:lnTo>
                  <a:pt x="1397" y="16637"/>
                </a:lnTo>
                <a:moveTo>
                  <a:pt x="26797" y="16637"/>
                </a:moveTo>
                <a:cubicBezTo>
                  <a:pt x="26797" y="22479"/>
                  <a:pt x="22733" y="27686"/>
                  <a:pt x="17018" y="28956"/>
                </a:cubicBezTo>
                <a:cubicBezTo>
                  <a:pt x="11303" y="30226"/>
                  <a:pt x="5334" y="27432"/>
                  <a:pt x="2794" y="22225"/>
                </a:cubicBezTo>
                <a:cubicBezTo>
                  <a:pt x="1651" y="20066"/>
                  <a:pt x="0" y="16383"/>
                  <a:pt x="0" y="13208"/>
                </a:cubicBezTo>
                <a:cubicBezTo>
                  <a:pt x="0" y="11049"/>
                  <a:pt x="508" y="8001"/>
                  <a:pt x="2667" y="5207"/>
                </a:cubicBezTo>
                <a:cubicBezTo>
                  <a:pt x="5715" y="1143"/>
                  <a:pt x="11938" y="0"/>
                  <a:pt x="13589" y="0"/>
                </a:cubicBezTo>
                <a:cubicBezTo>
                  <a:pt x="13843" y="0"/>
                  <a:pt x="14097" y="0"/>
                  <a:pt x="14097" y="0"/>
                </a:cubicBezTo>
                <a:cubicBezTo>
                  <a:pt x="21082" y="0"/>
                  <a:pt x="26797" y="5715"/>
                  <a:pt x="26797" y="12700"/>
                </a:cubicBezTo>
                <a:lnTo>
                  <a:pt x="26797" y="1651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
          <p:cNvSpPr/>
          <p:nvPr/>
        </p:nvSpPr>
        <p:spPr>
          <a:xfrm>
            <a:off x="17001954" y="3111304"/>
            <a:ext cx="19050" cy="10764"/>
          </a:xfrm>
          <a:custGeom>
            <a:rect b="b" l="l" r="r" t="t"/>
            <a:pathLst>
              <a:path extrusionOk="0" h="14351" w="25400">
                <a:moveTo>
                  <a:pt x="0" y="1651"/>
                </a:moveTo>
                <a:lnTo>
                  <a:pt x="0" y="0"/>
                </a:lnTo>
                <a:lnTo>
                  <a:pt x="25400" y="0"/>
                </a:lnTo>
                <a:lnTo>
                  <a:pt x="25400" y="1651"/>
                </a:lnTo>
                <a:lnTo>
                  <a:pt x="12700" y="1651"/>
                </a:lnTo>
                <a:lnTo>
                  <a:pt x="0" y="1651"/>
                </a:lnTo>
                <a:lnTo>
                  <a:pt x="0" y="0"/>
                </a:lnTo>
                <a:lnTo>
                  <a:pt x="25400" y="0"/>
                </a:lnTo>
                <a:lnTo>
                  <a:pt x="25400" y="1651"/>
                </a:lnTo>
                <a:lnTo>
                  <a:pt x="12700" y="1651"/>
                </a:lnTo>
                <a:lnTo>
                  <a:pt x="0" y="1651"/>
                </a:lnTo>
                <a:moveTo>
                  <a:pt x="25400" y="1651"/>
                </a:moveTo>
                <a:cubicBezTo>
                  <a:pt x="25400" y="8636"/>
                  <a:pt x="19685" y="14351"/>
                  <a:pt x="12700" y="14351"/>
                </a:cubicBezTo>
                <a:cubicBezTo>
                  <a:pt x="5715" y="14351"/>
                  <a:pt x="0" y="8636"/>
                  <a:pt x="0" y="1651"/>
                </a:cubicBezTo>
                <a:lnTo>
                  <a:pt x="0" y="0"/>
                </a:lnTo>
                <a:lnTo>
                  <a:pt x="25400" y="0"/>
                </a:lnTo>
                <a:lnTo>
                  <a:pt x="25400" y="1651"/>
                </a:lnTo>
                <a:cubicBezTo>
                  <a:pt x="25400" y="8636"/>
                  <a:pt x="19685" y="14351"/>
                  <a:pt x="12700" y="14351"/>
                </a:cubicBezTo>
                <a:cubicBezTo>
                  <a:pt x="5715" y="14351"/>
                  <a:pt x="0" y="8636"/>
                  <a:pt x="0" y="1651"/>
                </a:cubicBezTo>
                <a:lnTo>
                  <a:pt x="0" y="0"/>
                </a:lnTo>
                <a:lnTo>
                  <a:pt x="25400" y="0"/>
                </a:lnTo>
                <a:lnTo>
                  <a:pt x="25400" y="165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
          <p:cNvSpPr/>
          <p:nvPr/>
        </p:nvSpPr>
        <p:spPr>
          <a:xfrm>
            <a:off x="16469372" y="2378259"/>
            <a:ext cx="788385" cy="821341"/>
          </a:xfrm>
          <a:custGeom>
            <a:rect b="b" l="l" r="r" t="t"/>
            <a:pathLst>
              <a:path extrusionOk="0" h="1095121" w="1051179">
                <a:moveTo>
                  <a:pt x="0" y="0"/>
                </a:moveTo>
                <a:lnTo>
                  <a:pt x="0" y="328930"/>
                </a:lnTo>
                <a:cubicBezTo>
                  <a:pt x="402717" y="355981"/>
                  <a:pt x="721995" y="687578"/>
                  <a:pt x="731901" y="1095121"/>
                </a:cubicBezTo>
                <a:lnTo>
                  <a:pt x="1051179" y="984631"/>
                </a:lnTo>
                <a:cubicBezTo>
                  <a:pt x="987171" y="446913"/>
                  <a:pt x="545211" y="26924"/>
                  <a:pt x="0"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
          <p:cNvSpPr/>
          <p:nvPr/>
        </p:nvSpPr>
        <p:spPr>
          <a:xfrm>
            <a:off x="15689618" y="2378259"/>
            <a:ext cx="778955" cy="620554"/>
          </a:xfrm>
          <a:custGeom>
            <a:rect b="b" l="l" r="r" t="t"/>
            <a:pathLst>
              <a:path extrusionOk="0" h="827405" w="1038606">
                <a:moveTo>
                  <a:pt x="982091" y="0"/>
                </a:moveTo>
                <a:cubicBezTo>
                  <a:pt x="559816" y="0"/>
                  <a:pt x="191389" y="235585"/>
                  <a:pt x="0" y="581787"/>
                </a:cubicBezTo>
                <a:lnTo>
                  <a:pt x="245491" y="827405"/>
                </a:lnTo>
                <a:cubicBezTo>
                  <a:pt x="358521" y="532765"/>
                  <a:pt x="648208" y="324104"/>
                  <a:pt x="982091" y="324104"/>
                </a:cubicBezTo>
                <a:cubicBezTo>
                  <a:pt x="1001776" y="324104"/>
                  <a:pt x="1018921" y="324104"/>
                  <a:pt x="1038606" y="328930"/>
                </a:cubicBezTo>
                <a:lnTo>
                  <a:pt x="1038606" y="2413"/>
                </a:lnTo>
                <a:cubicBezTo>
                  <a:pt x="1018921" y="2413"/>
                  <a:pt x="1001776" y="0"/>
                  <a:pt x="982091" y="0"/>
                </a:cubicBezTo>
                <a:close/>
              </a:path>
            </a:pathLst>
          </a:custGeom>
          <a:solidFill>
            <a:srgbClr val="A6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
          <p:cNvSpPr/>
          <p:nvPr/>
        </p:nvSpPr>
        <p:spPr>
          <a:xfrm>
            <a:off x="11479082" y="3304175"/>
            <a:ext cx="251783" cy="252603"/>
          </a:xfrm>
          <a:custGeom>
            <a:rect b="b" l="l" r="r" t="t"/>
            <a:pathLst>
              <a:path extrusionOk="0" h="336804" w="335711">
                <a:moveTo>
                  <a:pt x="168617" y="0"/>
                </a:moveTo>
                <a:cubicBezTo>
                  <a:pt x="155790" y="0"/>
                  <a:pt x="142836" y="1524"/>
                  <a:pt x="129755" y="4826"/>
                </a:cubicBezTo>
                <a:cubicBezTo>
                  <a:pt x="41490" y="26797"/>
                  <a:pt x="-17438" y="114935"/>
                  <a:pt x="4660" y="205486"/>
                </a:cubicBezTo>
                <a:cubicBezTo>
                  <a:pt x="21678" y="283972"/>
                  <a:pt x="92036" y="336804"/>
                  <a:pt x="169633" y="336804"/>
                </a:cubicBezTo>
                <a:cubicBezTo>
                  <a:pt x="181571" y="336804"/>
                  <a:pt x="193763" y="335534"/>
                  <a:pt x="205955" y="332867"/>
                </a:cubicBezTo>
                <a:cubicBezTo>
                  <a:pt x="294220" y="310896"/>
                  <a:pt x="353148" y="222631"/>
                  <a:pt x="331050" y="129540"/>
                </a:cubicBezTo>
                <a:cubicBezTo>
                  <a:pt x="312254" y="52324"/>
                  <a:pt x="243293" y="0"/>
                  <a:pt x="168617" y="0"/>
                </a:cubicBezTo>
                <a:close/>
              </a:path>
            </a:pathLst>
          </a:custGeom>
          <a:solidFill>
            <a:srgbClr val="3F3F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
          <p:cNvSpPr/>
          <p:nvPr/>
        </p:nvSpPr>
        <p:spPr>
          <a:xfrm>
            <a:off x="10423316" y="2424960"/>
            <a:ext cx="86937" cy="78391"/>
          </a:xfrm>
          <a:custGeom>
            <a:rect b="b" l="l" r="r" t="t"/>
            <a:pathLst>
              <a:path extrusionOk="0" h="104521" w="115916">
                <a:moveTo>
                  <a:pt x="19566" y="0"/>
                </a:moveTo>
                <a:cubicBezTo>
                  <a:pt x="14105" y="0"/>
                  <a:pt x="8390" y="2667"/>
                  <a:pt x="3691" y="7366"/>
                </a:cubicBezTo>
                <a:cubicBezTo>
                  <a:pt x="-3548" y="12319"/>
                  <a:pt x="1278" y="24384"/>
                  <a:pt x="6104" y="31623"/>
                </a:cubicBezTo>
                <a:lnTo>
                  <a:pt x="88908" y="99695"/>
                </a:lnTo>
                <a:cubicBezTo>
                  <a:pt x="91321" y="104521"/>
                  <a:pt x="98687" y="104521"/>
                  <a:pt x="101100" y="104521"/>
                </a:cubicBezTo>
                <a:cubicBezTo>
                  <a:pt x="108466" y="104521"/>
                  <a:pt x="110752" y="99695"/>
                  <a:pt x="113292" y="97282"/>
                </a:cubicBezTo>
                <a:cubicBezTo>
                  <a:pt x="118118" y="92456"/>
                  <a:pt x="115705" y="80264"/>
                  <a:pt x="110752" y="72898"/>
                </a:cubicBezTo>
                <a:lnTo>
                  <a:pt x="28075" y="2540"/>
                </a:lnTo>
                <a:cubicBezTo>
                  <a:pt x="25408" y="762"/>
                  <a:pt x="22487" y="0"/>
                  <a:pt x="19566" y="0"/>
                </a:cubicBezTo>
                <a:close/>
              </a:path>
            </a:pathLst>
          </a:custGeom>
          <a:solidFill>
            <a:srgbClr val="F5F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
          <p:cNvSpPr/>
          <p:nvPr/>
        </p:nvSpPr>
        <p:spPr>
          <a:xfrm>
            <a:off x="10609202" y="2583361"/>
            <a:ext cx="663131" cy="564461"/>
          </a:xfrm>
          <a:custGeom>
            <a:rect b="b" l="l" r="r" t="t"/>
            <a:pathLst>
              <a:path extrusionOk="0" h="564461" w="663131">
                <a:moveTo>
                  <a:pt x="0" y="0"/>
                </a:moveTo>
                <a:lnTo>
                  <a:pt x="663131" y="0"/>
                </a:lnTo>
                <a:lnTo>
                  <a:pt x="663131" y="564461"/>
                </a:lnTo>
                <a:lnTo>
                  <a:pt x="0" y="564461"/>
                </a:lnTo>
                <a:lnTo>
                  <a:pt x="0" y="0"/>
                </a:lnTo>
                <a:close/>
              </a:path>
            </a:pathLst>
          </a:custGeom>
          <a:blipFill rotWithShape="1">
            <a:blip r:embed="rId8">
              <a:alphaModFix/>
            </a:blip>
            <a:stretch>
              <a:fillRect b="0" l="0" r="0" t="0"/>
            </a:stretch>
          </a:blipFill>
          <a:ln>
            <a:noFill/>
          </a:ln>
        </p:spPr>
      </p:sp>
      <p:sp>
        <p:nvSpPr>
          <p:cNvPr id="143" name="Google Shape;143;p2"/>
          <p:cNvSpPr/>
          <p:nvPr/>
        </p:nvSpPr>
        <p:spPr>
          <a:xfrm>
            <a:off x="11368886" y="3231451"/>
            <a:ext cx="87400" cy="77629"/>
          </a:xfrm>
          <a:custGeom>
            <a:rect b="b" l="l" r="r" t="t"/>
            <a:pathLst>
              <a:path extrusionOk="0" h="103505" w="116533">
                <a:moveTo>
                  <a:pt x="19230" y="0"/>
                </a:moveTo>
                <a:cubicBezTo>
                  <a:pt x="13388" y="0"/>
                  <a:pt x="7419" y="3048"/>
                  <a:pt x="4371" y="6096"/>
                </a:cubicBezTo>
                <a:cubicBezTo>
                  <a:pt x="-2868" y="13335"/>
                  <a:pt x="-455" y="25527"/>
                  <a:pt x="6784" y="30353"/>
                </a:cubicBezTo>
                <a:lnTo>
                  <a:pt x="87175" y="101092"/>
                </a:lnTo>
                <a:cubicBezTo>
                  <a:pt x="92128" y="103505"/>
                  <a:pt x="96827" y="103505"/>
                  <a:pt x="101780" y="103505"/>
                </a:cubicBezTo>
                <a:cubicBezTo>
                  <a:pt x="106733" y="103505"/>
                  <a:pt x="113972" y="101092"/>
                  <a:pt x="113972" y="96266"/>
                </a:cubicBezTo>
                <a:cubicBezTo>
                  <a:pt x="118925" y="91313"/>
                  <a:pt x="116385" y="79248"/>
                  <a:pt x="109019" y="74422"/>
                </a:cubicBezTo>
                <a:lnTo>
                  <a:pt x="28755" y="3683"/>
                </a:lnTo>
                <a:cubicBezTo>
                  <a:pt x="26088" y="1016"/>
                  <a:pt x="22659" y="0"/>
                  <a:pt x="19230" y="0"/>
                </a:cubicBezTo>
                <a:close/>
              </a:path>
            </a:pathLst>
          </a:custGeom>
          <a:solidFill>
            <a:srgbClr val="F5F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
          <p:cNvSpPr/>
          <p:nvPr/>
        </p:nvSpPr>
        <p:spPr>
          <a:xfrm>
            <a:off x="10139561" y="2150640"/>
            <a:ext cx="272899" cy="272892"/>
          </a:xfrm>
          <a:custGeom>
            <a:rect b="b" l="l" r="r" t="t"/>
            <a:pathLst>
              <a:path extrusionOk="0" h="363855" w="363865">
                <a:moveTo>
                  <a:pt x="183466" y="0"/>
                </a:moveTo>
                <a:cubicBezTo>
                  <a:pt x="170258" y="0"/>
                  <a:pt x="156923" y="1524"/>
                  <a:pt x="143334" y="4445"/>
                </a:cubicBezTo>
                <a:cubicBezTo>
                  <a:pt x="45290" y="24130"/>
                  <a:pt x="-15924" y="122174"/>
                  <a:pt x="3634" y="220345"/>
                </a:cubicBezTo>
                <a:cubicBezTo>
                  <a:pt x="22938" y="306070"/>
                  <a:pt x="100281" y="363855"/>
                  <a:pt x="185117" y="363855"/>
                </a:cubicBezTo>
                <a:cubicBezTo>
                  <a:pt x="197309" y="363855"/>
                  <a:pt x="209628" y="362712"/>
                  <a:pt x="221947" y="360172"/>
                </a:cubicBezTo>
                <a:cubicBezTo>
                  <a:pt x="320118" y="338074"/>
                  <a:pt x="381459" y="240030"/>
                  <a:pt x="359361" y="141859"/>
                </a:cubicBezTo>
                <a:cubicBezTo>
                  <a:pt x="338152" y="57277"/>
                  <a:pt x="265889" y="0"/>
                  <a:pt x="183466" y="0"/>
                </a:cubicBezTo>
                <a:close/>
              </a:path>
            </a:pathLst>
          </a:custGeom>
          <a:solidFill>
            <a:srgbClr val="35CF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
          <p:cNvSpPr/>
          <p:nvPr/>
        </p:nvSpPr>
        <p:spPr>
          <a:xfrm>
            <a:off x="10311120" y="383762"/>
            <a:ext cx="690370" cy="690372"/>
          </a:xfrm>
          <a:custGeom>
            <a:rect b="b" l="l" r="r" t="t"/>
            <a:pathLst>
              <a:path extrusionOk="0" h="920496" w="920493">
                <a:moveTo>
                  <a:pt x="462061" y="0"/>
                </a:moveTo>
                <a:cubicBezTo>
                  <a:pt x="437296" y="0"/>
                  <a:pt x="412150" y="2032"/>
                  <a:pt x="386877" y="6223"/>
                </a:cubicBezTo>
                <a:cubicBezTo>
                  <a:pt x="136433" y="45593"/>
                  <a:pt x="-35525" y="283591"/>
                  <a:pt x="6258" y="533908"/>
                </a:cubicBezTo>
                <a:cubicBezTo>
                  <a:pt x="41564" y="758952"/>
                  <a:pt x="235747" y="920496"/>
                  <a:pt x="458378" y="920496"/>
                </a:cubicBezTo>
                <a:cubicBezTo>
                  <a:pt x="483397" y="920496"/>
                  <a:pt x="508797" y="918464"/>
                  <a:pt x="534324" y="914273"/>
                </a:cubicBezTo>
                <a:cubicBezTo>
                  <a:pt x="784641" y="875030"/>
                  <a:pt x="954186" y="637032"/>
                  <a:pt x="914816" y="386588"/>
                </a:cubicBezTo>
                <a:cubicBezTo>
                  <a:pt x="877351" y="161544"/>
                  <a:pt x="682914" y="0"/>
                  <a:pt x="462061" y="0"/>
                </a:cubicBezTo>
                <a:close/>
              </a:path>
            </a:pathLst>
          </a:custGeom>
          <a:solidFill>
            <a:srgbClr val="A6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
          <p:cNvSpPr/>
          <p:nvPr/>
        </p:nvSpPr>
        <p:spPr>
          <a:xfrm>
            <a:off x="10374573" y="447123"/>
            <a:ext cx="562928" cy="563023"/>
          </a:xfrm>
          <a:custGeom>
            <a:rect b="b" l="l" r="r" t="t"/>
            <a:pathLst>
              <a:path extrusionOk="0" h="750697" w="750570">
                <a:moveTo>
                  <a:pt x="375158" y="0"/>
                </a:moveTo>
                <a:cubicBezTo>
                  <a:pt x="169164" y="0"/>
                  <a:pt x="0" y="169291"/>
                  <a:pt x="0" y="375285"/>
                </a:cubicBezTo>
                <a:cubicBezTo>
                  <a:pt x="0" y="581279"/>
                  <a:pt x="169164" y="750697"/>
                  <a:pt x="375158" y="750697"/>
                </a:cubicBezTo>
                <a:cubicBezTo>
                  <a:pt x="581152" y="750697"/>
                  <a:pt x="750570" y="581406"/>
                  <a:pt x="750570" y="375285"/>
                </a:cubicBezTo>
                <a:cubicBezTo>
                  <a:pt x="750570" y="166878"/>
                  <a:pt x="581279" y="2540"/>
                  <a:pt x="375158" y="0"/>
                </a:cubicBezTo>
                <a:close/>
              </a:path>
            </a:pathLst>
          </a:custGeom>
          <a:solidFill>
            <a:srgbClr val="7789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
          <p:cNvSpPr/>
          <p:nvPr/>
        </p:nvSpPr>
        <p:spPr>
          <a:xfrm>
            <a:off x="16054559" y="1136161"/>
            <a:ext cx="137445" cy="137445"/>
          </a:xfrm>
          <a:custGeom>
            <a:rect b="b" l="l" r="r" t="t"/>
            <a:pathLst>
              <a:path extrusionOk="0" h="183261" w="183261">
                <a:moveTo>
                  <a:pt x="90424" y="127"/>
                </a:moveTo>
                <a:cubicBezTo>
                  <a:pt x="39116" y="127"/>
                  <a:pt x="0" y="39243"/>
                  <a:pt x="0" y="92837"/>
                </a:cubicBezTo>
                <a:cubicBezTo>
                  <a:pt x="0" y="144145"/>
                  <a:pt x="39116" y="183261"/>
                  <a:pt x="90424" y="183261"/>
                </a:cubicBezTo>
                <a:cubicBezTo>
                  <a:pt x="144145" y="183261"/>
                  <a:pt x="183261" y="144145"/>
                  <a:pt x="183261" y="92837"/>
                </a:cubicBezTo>
                <a:cubicBezTo>
                  <a:pt x="183261" y="43942"/>
                  <a:pt x="139319" y="0"/>
                  <a:pt x="90424" y="0"/>
                </a:cubicBezTo>
                <a:close/>
              </a:path>
            </a:pathLst>
          </a:custGeom>
          <a:solidFill>
            <a:srgbClr val="B6F2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
          <p:cNvSpPr/>
          <p:nvPr/>
        </p:nvSpPr>
        <p:spPr>
          <a:xfrm>
            <a:off x="16038004" y="1119597"/>
            <a:ext cx="170593" cy="170593"/>
          </a:xfrm>
          <a:custGeom>
            <a:rect b="b" l="l" r="r" t="t"/>
            <a:pathLst>
              <a:path extrusionOk="0" h="227457" w="227457">
                <a:moveTo>
                  <a:pt x="112522" y="44069"/>
                </a:moveTo>
                <a:cubicBezTo>
                  <a:pt x="149225" y="44069"/>
                  <a:pt x="183515" y="73406"/>
                  <a:pt x="183515" y="114935"/>
                </a:cubicBezTo>
                <a:cubicBezTo>
                  <a:pt x="183515" y="154051"/>
                  <a:pt x="154178" y="183388"/>
                  <a:pt x="112522" y="183388"/>
                </a:cubicBezTo>
                <a:cubicBezTo>
                  <a:pt x="73406" y="183388"/>
                  <a:pt x="44069" y="154051"/>
                  <a:pt x="44069" y="114935"/>
                </a:cubicBezTo>
                <a:cubicBezTo>
                  <a:pt x="44069" y="73406"/>
                  <a:pt x="73533" y="44069"/>
                  <a:pt x="112522" y="44069"/>
                </a:cubicBezTo>
                <a:close/>
                <a:moveTo>
                  <a:pt x="112522" y="127"/>
                </a:moveTo>
                <a:cubicBezTo>
                  <a:pt x="51435" y="127"/>
                  <a:pt x="0" y="53848"/>
                  <a:pt x="0" y="114935"/>
                </a:cubicBezTo>
                <a:cubicBezTo>
                  <a:pt x="0" y="176022"/>
                  <a:pt x="51435" y="227457"/>
                  <a:pt x="112522" y="227457"/>
                </a:cubicBezTo>
                <a:cubicBezTo>
                  <a:pt x="173609" y="227457"/>
                  <a:pt x="222631" y="178562"/>
                  <a:pt x="227457" y="114935"/>
                </a:cubicBezTo>
                <a:cubicBezTo>
                  <a:pt x="227457" y="53848"/>
                  <a:pt x="173609" y="0"/>
                  <a:pt x="112522"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
          <p:cNvSpPr/>
          <p:nvPr/>
        </p:nvSpPr>
        <p:spPr>
          <a:xfrm>
            <a:off x="15720574" y="1477537"/>
            <a:ext cx="169164" cy="170498"/>
          </a:xfrm>
          <a:custGeom>
            <a:rect b="b" l="l" r="r" t="t"/>
            <a:pathLst>
              <a:path extrusionOk="0" h="227330" w="225552">
                <a:moveTo>
                  <a:pt x="112649" y="43942"/>
                </a:moveTo>
                <a:cubicBezTo>
                  <a:pt x="151892" y="43942"/>
                  <a:pt x="186182" y="75692"/>
                  <a:pt x="183769" y="112395"/>
                </a:cubicBezTo>
                <a:cubicBezTo>
                  <a:pt x="183769" y="151511"/>
                  <a:pt x="151892" y="183388"/>
                  <a:pt x="112649" y="183388"/>
                </a:cubicBezTo>
                <a:cubicBezTo>
                  <a:pt x="73406" y="183388"/>
                  <a:pt x="41529" y="151638"/>
                  <a:pt x="41529" y="112395"/>
                </a:cubicBezTo>
                <a:cubicBezTo>
                  <a:pt x="41529" y="73152"/>
                  <a:pt x="73406" y="43942"/>
                  <a:pt x="112649" y="43942"/>
                </a:cubicBezTo>
                <a:close/>
                <a:moveTo>
                  <a:pt x="112649" y="0"/>
                </a:moveTo>
                <a:cubicBezTo>
                  <a:pt x="51435" y="0"/>
                  <a:pt x="0" y="51308"/>
                  <a:pt x="0" y="112395"/>
                </a:cubicBezTo>
                <a:cubicBezTo>
                  <a:pt x="0" y="173482"/>
                  <a:pt x="51435" y="227330"/>
                  <a:pt x="112776" y="227330"/>
                </a:cubicBezTo>
                <a:cubicBezTo>
                  <a:pt x="176530" y="227330"/>
                  <a:pt x="225552" y="173482"/>
                  <a:pt x="225552" y="112395"/>
                </a:cubicBezTo>
                <a:cubicBezTo>
                  <a:pt x="225552" y="51308"/>
                  <a:pt x="173990" y="0"/>
                  <a:pt x="112649"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
          <p:cNvSpPr/>
          <p:nvPr/>
        </p:nvSpPr>
        <p:spPr>
          <a:xfrm>
            <a:off x="15676559" y="992257"/>
            <a:ext cx="30956" cy="426910"/>
          </a:xfrm>
          <a:custGeom>
            <a:rect b="b" l="l" r="r" t="t"/>
            <a:pathLst>
              <a:path extrusionOk="0" h="569214" w="41275">
                <a:moveTo>
                  <a:pt x="21844" y="0"/>
                </a:moveTo>
                <a:cubicBezTo>
                  <a:pt x="9652" y="0"/>
                  <a:pt x="0" y="9779"/>
                  <a:pt x="0" y="21971"/>
                </a:cubicBezTo>
                <a:lnTo>
                  <a:pt x="0" y="547116"/>
                </a:lnTo>
                <a:cubicBezTo>
                  <a:pt x="0" y="559308"/>
                  <a:pt x="9652" y="569214"/>
                  <a:pt x="21844" y="569214"/>
                </a:cubicBezTo>
                <a:cubicBezTo>
                  <a:pt x="29083" y="569214"/>
                  <a:pt x="38862" y="559308"/>
                  <a:pt x="41275" y="547116"/>
                </a:cubicBezTo>
                <a:lnTo>
                  <a:pt x="41275" y="21971"/>
                </a:lnTo>
                <a:cubicBezTo>
                  <a:pt x="41148" y="9779"/>
                  <a:pt x="33909" y="0"/>
                  <a:pt x="21844" y="0"/>
                </a:cubicBezTo>
                <a:close/>
              </a:path>
            </a:pathLst>
          </a:custGeom>
          <a:solidFill>
            <a:srgbClr val="B6F2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
          <p:cNvSpPr/>
          <p:nvPr/>
        </p:nvSpPr>
        <p:spPr>
          <a:xfrm>
            <a:off x="15477115" y="1189444"/>
            <a:ext cx="426910" cy="30861"/>
          </a:xfrm>
          <a:custGeom>
            <a:rect b="b" l="l" r="r" t="t"/>
            <a:pathLst>
              <a:path extrusionOk="0" h="41148" w="569214">
                <a:moveTo>
                  <a:pt x="22098" y="0"/>
                </a:moveTo>
                <a:cubicBezTo>
                  <a:pt x="9906" y="0"/>
                  <a:pt x="0" y="9779"/>
                  <a:pt x="0" y="21844"/>
                </a:cubicBezTo>
                <a:cubicBezTo>
                  <a:pt x="0" y="33909"/>
                  <a:pt x="9906" y="41148"/>
                  <a:pt x="22098" y="41148"/>
                </a:cubicBezTo>
                <a:lnTo>
                  <a:pt x="547116" y="41148"/>
                </a:lnTo>
                <a:cubicBezTo>
                  <a:pt x="559435" y="41148"/>
                  <a:pt x="569214" y="33909"/>
                  <a:pt x="569214" y="21717"/>
                </a:cubicBezTo>
                <a:cubicBezTo>
                  <a:pt x="569214" y="7239"/>
                  <a:pt x="559435" y="0"/>
                  <a:pt x="547116"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
          <p:cNvSpPr/>
          <p:nvPr/>
        </p:nvSpPr>
        <p:spPr>
          <a:xfrm>
            <a:off x="16822798" y="1414796"/>
            <a:ext cx="1095804" cy="1095861"/>
          </a:xfrm>
          <a:custGeom>
            <a:rect b="b" l="l" r="r" t="t"/>
            <a:pathLst>
              <a:path extrusionOk="0" h="1095861" w="1095804">
                <a:moveTo>
                  <a:pt x="0" y="0"/>
                </a:moveTo>
                <a:lnTo>
                  <a:pt x="1095803" y="0"/>
                </a:lnTo>
                <a:lnTo>
                  <a:pt x="1095803" y="1095861"/>
                </a:lnTo>
                <a:lnTo>
                  <a:pt x="0" y="1095861"/>
                </a:lnTo>
                <a:lnTo>
                  <a:pt x="0" y="0"/>
                </a:lnTo>
                <a:close/>
              </a:path>
            </a:pathLst>
          </a:custGeom>
          <a:blipFill rotWithShape="1">
            <a:blip r:embed="rId9">
              <a:alphaModFix/>
            </a:blip>
            <a:stretch>
              <a:fillRect b="0" l="0" r="0" t="0"/>
            </a:stretch>
          </a:blipFill>
          <a:ln>
            <a:noFill/>
          </a:ln>
        </p:spPr>
      </p:sp>
      <p:sp>
        <p:nvSpPr>
          <p:cNvPr id="153" name="Google Shape;153;p2"/>
          <p:cNvSpPr/>
          <p:nvPr/>
        </p:nvSpPr>
        <p:spPr>
          <a:xfrm>
            <a:off x="13252323" y="3972963"/>
            <a:ext cx="169164" cy="170593"/>
          </a:xfrm>
          <a:custGeom>
            <a:rect b="b" l="l" r="r" t="t"/>
            <a:pathLst>
              <a:path extrusionOk="0" h="227457" w="225552">
                <a:moveTo>
                  <a:pt x="112776" y="44069"/>
                </a:moveTo>
                <a:cubicBezTo>
                  <a:pt x="151892" y="44069"/>
                  <a:pt x="183896" y="75819"/>
                  <a:pt x="183896" y="114935"/>
                </a:cubicBezTo>
                <a:cubicBezTo>
                  <a:pt x="183896" y="154051"/>
                  <a:pt x="152019" y="185801"/>
                  <a:pt x="112776" y="185801"/>
                </a:cubicBezTo>
                <a:cubicBezTo>
                  <a:pt x="73533" y="185801"/>
                  <a:pt x="41656" y="154051"/>
                  <a:pt x="41656" y="114935"/>
                </a:cubicBezTo>
                <a:cubicBezTo>
                  <a:pt x="41656" y="75819"/>
                  <a:pt x="73533" y="44069"/>
                  <a:pt x="112776" y="44069"/>
                </a:cubicBezTo>
                <a:close/>
                <a:moveTo>
                  <a:pt x="112776" y="0"/>
                </a:moveTo>
                <a:cubicBezTo>
                  <a:pt x="51562" y="0"/>
                  <a:pt x="0" y="53848"/>
                  <a:pt x="0" y="114935"/>
                </a:cubicBezTo>
                <a:cubicBezTo>
                  <a:pt x="0" y="176022"/>
                  <a:pt x="51562" y="227457"/>
                  <a:pt x="112776" y="227457"/>
                </a:cubicBezTo>
                <a:cubicBezTo>
                  <a:pt x="173990" y="227457"/>
                  <a:pt x="225552" y="176149"/>
                  <a:pt x="225552" y="114935"/>
                </a:cubicBezTo>
                <a:cubicBezTo>
                  <a:pt x="225552" y="53721"/>
                  <a:pt x="174117" y="0"/>
                  <a:pt x="112776" y="0"/>
                </a:cubicBezTo>
                <a:close/>
              </a:path>
            </a:pathLst>
          </a:custGeom>
          <a:solidFill>
            <a:srgbClr val="EDD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
          <p:cNvSpPr/>
          <p:nvPr/>
        </p:nvSpPr>
        <p:spPr>
          <a:xfrm>
            <a:off x="11106722" y="584016"/>
            <a:ext cx="896969" cy="898397"/>
          </a:xfrm>
          <a:custGeom>
            <a:rect b="b" l="l" r="r" t="t"/>
            <a:pathLst>
              <a:path extrusionOk="0" h="1197864" w="1195959">
                <a:moveTo>
                  <a:pt x="596773" y="0"/>
                </a:moveTo>
                <a:cubicBezTo>
                  <a:pt x="267716" y="0"/>
                  <a:pt x="0" y="267589"/>
                  <a:pt x="0" y="598932"/>
                </a:cubicBezTo>
                <a:cubicBezTo>
                  <a:pt x="0" y="930275"/>
                  <a:pt x="267716" y="1197864"/>
                  <a:pt x="596773" y="1197864"/>
                </a:cubicBezTo>
                <a:cubicBezTo>
                  <a:pt x="928370" y="1197864"/>
                  <a:pt x="1195959" y="930275"/>
                  <a:pt x="1195959" y="598932"/>
                </a:cubicBezTo>
                <a:cubicBezTo>
                  <a:pt x="1195959" y="267589"/>
                  <a:pt x="928370" y="0"/>
                  <a:pt x="596773"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
          <p:cNvSpPr/>
          <p:nvPr/>
        </p:nvSpPr>
        <p:spPr>
          <a:xfrm>
            <a:off x="11191056" y="668160"/>
            <a:ext cx="727139" cy="729424"/>
          </a:xfrm>
          <a:custGeom>
            <a:rect b="b" l="l" r="r" t="t"/>
            <a:pathLst>
              <a:path extrusionOk="0" h="972566" w="969518">
                <a:moveTo>
                  <a:pt x="483489" y="0"/>
                </a:moveTo>
                <a:cubicBezTo>
                  <a:pt x="215900" y="0"/>
                  <a:pt x="0" y="218567"/>
                  <a:pt x="0" y="486283"/>
                </a:cubicBezTo>
                <a:cubicBezTo>
                  <a:pt x="0" y="753999"/>
                  <a:pt x="215900" y="972566"/>
                  <a:pt x="483489" y="972566"/>
                </a:cubicBezTo>
                <a:cubicBezTo>
                  <a:pt x="753491" y="972566"/>
                  <a:pt x="969518" y="753999"/>
                  <a:pt x="969518" y="486283"/>
                </a:cubicBezTo>
                <a:cubicBezTo>
                  <a:pt x="969518" y="218567"/>
                  <a:pt x="753364" y="0"/>
                  <a:pt x="483489" y="0"/>
                </a:cubicBezTo>
                <a:close/>
              </a:path>
            </a:pathLst>
          </a:custGeom>
          <a:solidFill>
            <a:srgbClr val="35CF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
          <p:cNvSpPr/>
          <p:nvPr/>
        </p:nvSpPr>
        <p:spPr>
          <a:xfrm>
            <a:off x="16168316" y="9378820"/>
            <a:ext cx="760380" cy="216599"/>
          </a:xfrm>
          <a:custGeom>
            <a:rect b="b" l="l" r="r" t="t"/>
            <a:pathLst>
              <a:path extrusionOk="0" h="288798" w="1013841">
                <a:moveTo>
                  <a:pt x="505714" y="0"/>
                </a:moveTo>
                <a:cubicBezTo>
                  <a:pt x="225806" y="0"/>
                  <a:pt x="0" y="63627"/>
                  <a:pt x="0" y="144399"/>
                </a:cubicBezTo>
                <a:cubicBezTo>
                  <a:pt x="0" y="222758"/>
                  <a:pt x="225806" y="288798"/>
                  <a:pt x="505714" y="288798"/>
                </a:cubicBezTo>
                <a:cubicBezTo>
                  <a:pt x="785622" y="288798"/>
                  <a:pt x="1013841" y="222631"/>
                  <a:pt x="1013841" y="144399"/>
                </a:cubicBezTo>
                <a:cubicBezTo>
                  <a:pt x="1013841" y="63627"/>
                  <a:pt x="785495" y="0"/>
                  <a:pt x="505714" y="0"/>
                </a:cubicBezTo>
                <a:close/>
              </a:path>
            </a:pathLst>
          </a:custGeom>
          <a:solidFill>
            <a:srgbClr val="373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
          <p:cNvSpPr/>
          <p:nvPr/>
        </p:nvSpPr>
        <p:spPr>
          <a:xfrm>
            <a:off x="12410017" y="9417596"/>
            <a:ext cx="1621346" cy="261271"/>
          </a:xfrm>
          <a:custGeom>
            <a:rect b="b" l="l" r="r" t="t"/>
            <a:pathLst>
              <a:path extrusionOk="0" h="348361" w="2161794">
                <a:moveTo>
                  <a:pt x="0" y="0"/>
                </a:moveTo>
                <a:lnTo>
                  <a:pt x="0" y="348361"/>
                </a:lnTo>
                <a:lnTo>
                  <a:pt x="1989836" y="348361"/>
                </a:lnTo>
                <a:cubicBezTo>
                  <a:pt x="2085594" y="348361"/>
                  <a:pt x="2161794" y="269875"/>
                  <a:pt x="2161794" y="171704"/>
                </a:cubicBezTo>
                <a:cubicBezTo>
                  <a:pt x="2161794" y="78486"/>
                  <a:pt x="2085594" y="0"/>
                  <a:pt x="1989836" y="0"/>
                </a:cubicBezTo>
                <a:close/>
              </a:path>
            </a:pathLst>
          </a:custGeom>
          <a:solidFill>
            <a:srgbClr val="0906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
          <p:cNvSpPr/>
          <p:nvPr/>
        </p:nvSpPr>
        <p:spPr>
          <a:xfrm>
            <a:off x="10885533" y="8033042"/>
            <a:ext cx="2269359" cy="1645254"/>
          </a:xfrm>
          <a:custGeom>
            <a:rect b="b" l="l" r="r" t="t"/>
            <a:pathLst>
              <a:path extrusionOk="0" h="2193671" w="3025811">
                <a:moveTo>
                  <a:pt x="245985" y="0"/>
                </a:moveTo>
                <a:cubicBezTo>
                  <a:pt x="88759" y="0"/>
                  <a:pt x="-26557" y="147447"/>
                  <a:pt x="5320" y="302133"/>
                </a:cubicBezTo>
                <a:lnTo>
                  <a:pt x="390892" y="2002028"/>
                </a:lnTo>
                <a:cubicBezTo>
                  <a:pt x="415530" y="2112518"/>
                  <a:pt x="516241" y="2193671"/>
                  <a:pt x="629144" y="2193671"/>
                </a:cubicBezTo>
                <a:lnTo>
                  <a:pt x="2778365" y="2193671"/>
                </a:lnTo>
                <a:cubicBezTo>
                  <a:pt x="2938004" y="2193671"/>
                  <a:pt x="3055860" y="2048764"/>
                  <a:pt x="3019030" y="1891538"/>
                </a:cubicBezTo>
                <a:lnTo>
                  <a:pt x="2633331" y="191643"/>
                </a:lnTo>
                <a:cubicBezTo>
                  <a:pt x="2608820" y="81026"/>
                  <a:pt x="2508109" y="0"/>
                  <a:pt x="2395206" y="0"/>
                </a:cubicBezTo>
                <a:close/>
              </a:path>
            </a:pathLst>
          </a:custGeom>
          <a:solidFill>
            <a:srgbClr val="3F3F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
          <p:cNvSpPr/>
          <p:nvPr/>
        </p:nvSpPr>
        <p:spPr>
          <a:xfrm>
            <a:off x="12684957" y="8035299"/>
            <a:ext cx="656203" cy="1645158"/>
          </a:xfrm>
          <a:custGeom>
            <a:rect b="b" l="l" r="r" t="t"/>
            <a:pathLst>
              <a:path extrusionOk="0" h="2193544" w="874938">
                <a:moveTo>
                  <a:pt x="0" y="0"/>
                </a:moveTo>
                <a:cubicBezTo>
                  <a:pt x="112903" y="0"/>
                  <a:pt x="216027" y="81026"/>
                  <a:pt x="240538" y="191516"/>
                </a:cubicBezTo>
                <a:lnTo>
                  <a:pt x="623443" y="1891411"/>
                </a:lnTo>
                <a:cubicBezTo>
                  <a:pt x="657860" y="2046097"/>
                  <a:pt x="540004" y="2193544"/>
                  <a:pt x="382905" y="2193544"/>
                </a:cubicBezTo>
                <a:lnTo>
                  <a:pt x="628396" y="2193544"/>
                </a:lnTo>
                <a:cubicBezTo>
                  <a:pt x="785368" y="2191131"/>
                  <a:pt x="903351" y="2046224"/>
                  <a:pt x="868934" y="1891411"/>
                </a:cubicBezTo>
                <a:lnTo>
                  <a:pt x="486029" y="191516"/>
                </a:lnTo>
                <a:cubicBezTo>
                  <a:pt x="461518" y="78486"/>
                  <a:pt x="358394" y="0"/>
                  <a:pt x="245491" y="0"/>
                </a:cubicBezTo>
                <a:close/>
              </a:path>
            </a:pathLst>
          </a:custGeom>
          <a:solidFill>
            <a:srgbClr val="0906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
          <p:cNvSpPr/>
          <p:nvPr/>
        </p:nvSpPr>
        <p:spPr>
          <a:xfrm>
            <a:off x="10885666" y="8035299"/>
            <a:ext cx="2238555" cy="1645063"/>
          </a:xfrm>
          <a:custGeom>
            <a:rect b="b" l="l" r="r" t="t"/>
            <a:pathLst>
              <a:path extrusionOk="0" h="2193417" w="2984740">
                <a:moveTo>
                  <a:pt x="245985" y="0"/>
                </a:moveTo>
                <a:cubicBezTo>
                  <a:pt x="88759" y="0"/>
                  <a:pt x="-26557" y="147320"/>
                  <a:pt x="5320" y="302006"/>
                </a:cubicBezTo>
                <a:lnTo>
                  <a:pt x="390892" y="2001901"/>
                </a:lnTo>
                <a:cubicBezTo>
                  <a:pt x="415530" y="2117344"/>
                  <a:pt x="516241" y="2193417"/>
                  <a:pt x="629144" y="2193417"/>
                </a:cubicBezTo>
                <a:lnTo>
                  <a:pt x="2778365" y="2193417"/>
                </a:lnTo>
                <a:cubicBezTo>
                  <a:pt x="2864344" y="2191004"/>
                  <a:pt x="2938004" y="2146808"/>
                  <a:pt x="2984740" y="2082927"/>
                </a:cubicBezTo>
                <a:cubicBezTo>
                  <a:pt x="-36463" y="2082927"/>
                  <a:pt x="710297" y="157099"/>
                  <a:pt x="828153" y="0"/>
                </a:cubicBezTo>
                <a:close/>
              </a:path>
            </a:pathLst>
          </a:custGeom>
          <a:solidFill>
            <a:srgbClr val="FFFFFF">
              <a:alpha val="941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
          <p:cNvSpPr/>
          <p:nvPr/>
        </p:nvSpPr>
        <p:spPr>
          <a:xfrm>
            <a:off x="11606403" y="8547116"/>
            <a:ext cx="635070" cy="607695"/>
          </a:xfrm>
          <a:custGeom>
            <a:rect b="b" l="l" r="r" t="t"/>
            <a:pathLst>
              <a:path extrusionOk="0" h="607695" w="635070">
                <a:moveTo>
                  <a:pt x="0" y="0"/>
                </a:moveTo>
                <a:lnTo>
                  <a:pt x="635070" y="0"/>
                </a:lnTo>
                <a:lnTo>
                  <a:pt x="635070" y="607695"/>
                </a:lnTo>
                <a:lnTo>
                  <a:pt x="0" y="607695"/>
                </a:lnTo>
                <a:lnTo>
                  <a:pt x="0" y="0"/>
                </a:lnTo>
                <a:close/>
              </a:path>
            </a:pathLst>
          </a:custGeom>
          <a:blipFill rotWithShape="1">
            <a:blip r:embed="rId10">
              <a:alphaModFix/>
            </a:blip>
            <a:stretch>
              <a:fillRect b="0" l="0" r="0" t="0"/>
            </a:stretch>
          </a:blipFill>
          <a:ln>
            <a:noFill/>
          </a:ln>
        </p:spPr>
      </p:sp>
      <p:sp>
        <p:nvSpPr>
          <p:cNvPr id="162" name="Google Shape;162;p2"/>
          <p:cNvSpPr/>
          <p:nvPr/>
        </p:nvSpPr>
        <p:spPr>
          <a:xfrm>
            <a:off x="11859120" y="8521922"/>
            <a:ext cx="408261" cy="373666"/>
          </a:xfrm>
          <a:custGeom>
            <a:rect b="b" l="l" r="r" t="t"/>
            <a:pathLst>
              <a:path extrusionOk="0" h="373666" w="408261">
                <a:moveTo>
                  <a:pt x="0" y="0"/>
                </a:moveTo>
                <a:lnTo>
                  <a:pt x="408261" y="0"/>
                </a:lnTo>
                <a:lnTo>
                  <a:pt x="408261" y="373666"/>
                </a:lnTo>
                <a:lnTo>
                  <a:pt x="0" y="373666"/>
                </a:lnTo>
                <a:lnTo>
                  <a:pt x="0" y="0"/>
                </a:lnTo>
                <a:close/>
              </a:path>
            </a:pathLst>
          </a:custGeom>
          <a:blipFill rotWithShape="1">
            <a:blip r:embed="rId11">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092A"/>
            </a:gs>
            <a:gs pos="100000">
              <a:srgbClr val="3333B8"/>
            </a:gs>
          </a:gsLst>
          <a:lin ang="18900000" scaled="0"/>
        </a:gradFill>
      </p:bgPr>
    </p:bg>
    <p:spTree>
      <p:nvGrpSpPr>
        <p:cNvPr id="170" name="Shape 170"/>
        <p:cNvGrpSpPr/>
        <p:nvPr/>
      </p:nvGrpSpPr>
      <p:grpSpPr>
        <a:xfrm>
          <a:off x="0" y="0"/>
          <a:ext cx="0" cy="0"/>
          <a:chOff x="0" y="0"/>
          <a:chExt cx="0" cy="0"/>
        </a:xfrm>
      </p:grpSpPr>
      <p:grpSp>
        <p:nvGrpSpPr>
          <p:cNvPr id="171" name="Google Shape;171;p3"/>
          <p:cNvGrpSpPr/>
          <p:nvPr/>
        </p:nvGrpSpPr>
        <p:grpSpPr>
          <a:xfrm>
            <a:off x="1238402" y="1216971"/>
            <a:ext cx="15810481" cy="1639995"/>
            <a:chOff x="0" y="-28575"/>
            <a:chExt cx="21080641" cy="2186661"/>
          </a:xfrm>
        </p:grpSpPr>
        <p:sp>
          <p:nvSpPr>
            <p:cNvPr id="172" name="Google Shape;172;p3"/>
            <p:cNvSpPr/>
            <p:nvPr/>
          </p:nvSpPr>
          <p:spPr>
            <a:xfrm>
              <a:off x="0" y="0"/>
              <a:ext cx="21080640" cy="2158080"/>
            </a:xfrm>
            <a:custGeom>
              <a:rect b="b" l="l" r="r" t="t"/>
              <a:pathLst>
                <a:path extrusionOk="0" h="2158080" w="21080640">
                  <a:moveTo>
                    <a:pt x="0" y="0"/>
                  </a:moveTo>
                  <a:lnTo>
                    <a:pt x="21080640" y="0"/>
                  </a:lnTo>
                  <a:lnTo>
                    <a:pt x="21080640" y="2158080"/>
                  </a:lnTo>
                  <a:lnTo>
                    <a:pt x="0" y="2158080"/>
                  </a:lnTo>
                  <a:close/>
                </a:path>
              </a:pathLst>
            </a:custGeom>
            <a:blipFill rotWithShape="1">
              <a:blip r:embed="rId3">
                <a:alphaModFix amt="0"/>
              </a:blip>
              <a:stretch>
                <a:fillRect b="-140331" l="0" r="0" t="-140331"/>
              </a:stretch>
            </a:blipFill>
            <a:ln>
              <a:noFill/>
            </a:ln>
          </p:spPr>
        </p:sp>
        <p:sp>
          <p:nvSpPr>
            <p:cNvPr id="173" name="Google Shape;173;p3"/>
            <p:cNvSpPr txBox="1"/>
            <p:nvPr/>
          </p:nvSpPr>
          <p:spPr>
            <a:xfrm>
              <a:off x="0" y="-28575"/>
              <a:ext cx="21080641" cy="2186661"/>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6400" u="none" cap="none" strike="noStrike">
                  <a:solidFill>
                    <a:srgbClr val="92F7FF"/>
                  </a:solidFill>
                  <a:latin typeface="Arimo"/>
                  <a:ea typeface="Arimo"/>
                  <a:cs typeface="Arimo"/>
                  <a:sym typeface="Arimo"/>
                </a:rPr>
                <a:t>Anuncios Importantes</a:t>
              </a:r>
              <a:endParaRPr/>
            </a:p>
          </p:txBody>
        </p:sp>
      </p:grpSp>
      <p:sp>
        <p:nvSpPr>
          <p:cNvPr id="174" name="Google Shape;174;p3"/>
          <p:cNvSpPr txBox="1"/>
          <p:nvPr/>
        </p:nvSpPr>
        <p:spPr>
          <a:xfrm>
            <a:off x="8262871" y="3246472"/>
            <a:ext cx="7774953" cy="4839624"/>
          </a:xfrm>
          <a:prstGeom prst="rect">
            <a:avLst/>
          </a:prstGeom>
          <a:noFill/>
          <a:ln>
            <a:noFill/>
          </a:ln>
        </p:spPr>
        <p:txBody>
          <a:bodyPr anchorCtr="0" anchor="t" bIns="0" lIns="0" spcFirstLastPara="1" rIns="0" wrap="square" tIns="0">
            <a:spAutoFit/>
          </a:bodyPr>
          <a:lstStyle/>
          <a:p>
            <a:pPr indent="-548640" lvl="1" marL="1097280" marR="0" rtl="0" algn="l">
              <a:lnSpc>
                <a:spcPct val="180000"/>
              </a:lnSpc>
              <a:spcBef>
                <a:spcPts val="0"/>
              </a:spcBef>
              <a:spcAft>
                <a:spcPts val="0"/>
              </a:spcAft>
              <a:buClr>
                <a:srgbClr val="FFFFFF"/>
              </a:buClr>
              <a:buSzPts val="3600"/>
              <a:buFont typeface="Arial"/>
              <a:buChar char="•"/>
            </a:pPr>
            <a:r>
              <a:rPr b="1" i="0" lang="en-US" sz="3600" u="none" cap="none" strike="noStrike">
                <a:solidFill>
                  <a:srgbClr val="FFFFFF"/>
                </a:solidFill>
                <a:latin typeface="Noto Sans"/>
                <a:ea typeface="Noto Sans"/>
                <a:cs typeface="Noto Sans"/>
                <a:sym typeface="Noto Sans"/>
              </a:rPr>
              <a:t>Anuncio 1</a:t>
            </a:r>
            <a:endParaRPr/>
          </a:p>
          <a:p>
            <a:pPr indent="-548640" lvl="1" marL="1097280" marR="0" rtl="0" algn="l">
              <a:lnSpc>
                <a:spcPct val="180000"/>
              </a:lnSpc>
              <a:spcBef>
                <a:spcPts val="0"/>
              </a:spcBef>
              <a:spcAft>
                <a:spcPts val="0"/>
              </a:spcAft>
              <a:buClr>
                <a:srgbClr val="FFFFFF"/>
              </a:buClr>
              <a:buSzPts val="3600"/>
              <a:buFont typeface="Arial"/>
              <a:buChar char="•"/>
            </a:pPr>
            <a:r>
              <a:rPr b="1" i="0" lang="en-US" sz="3600" u="none" cap="none" strike="noStrike">
                <a:solidFill>
                  <a:srgbClr val="FFFFFF"/>
                </a:solidFill>
                <a:latin typeface="Noto Sans"/>
                <a:ea typeface="Noto Sans"/>
                <a:cs typeface="Noto Sans"/>
                <a:sym typeface="Noto Sans"/>
              </a:rPr>
              <a:t>Anuncio 2</a:t>
            </a:r>
            <a:endParaRPr/>
          </a:p>
          <a:p>
            <a:pPr indent="-548640" lvl="1" marL="1097280" marR="0" rtl="0" algn="l">
              <a:lnSpc>
                <a:spcPct val="180000"/>
              </a:lnSpc>
              <a:spcBef>
                <a:spcPts val="0"/>
              </a:spcBef>
              <a:spcAft>
                <a:spcPts val="0"/>
              </a:spcAft>
              <a:buClr>
                <a:srgbClr val="FFFFFF"/>
              </a:buClr>
              <a:buSzPts val="3600"/>
              <a:buFont typeface="Arial"/>
              <a:buChar char="•"/>
            </a:pPr>
            <a:r>
              <a:rPr b="1" i="0" lang="en-US" sz="3600" u="none" cap="none" strike="noStrike">
                <a:solidFill>
                  <a:srgbClr val="FFFFFF"/>
                </a:solidFill>
                <a:latin typeface="Noto Sans"/>
                <a:ea typeface="Noto Sans"/>
                <a:cs typeface="Noto Sans"/>
                <a:sym typeface="Noto Sans"/>
              </a:rPr>
              <a:t>Anuncio 3</a:t>
            </a:r>
            <a:endParaRPr/>
          </a:p>
        </p:txBody>
      </p:sp>
      <p:sp>
        <p:nvSpPr>
          <p:cNvPr id="175" name="Google Shape;175;p3"/>
          <p:cNvSpPr/>
          <p:nvPr/>
        </p:nvSpPr>
        <p:spPr>
          <a:xfrm>
            <a:off x="1870300" y="3255007"/>
            <a:ext cx="4876800" cy="4876800"/>
          </a:xfrm>
          <a:custGeom>
            <a:rect b="b" l="l" r="r" t="t"/>
            <a:pathLst>
              <a:path extrusionOk="0" h="6502400" w="6502400">
                <a:moveTo>
                  <a:pt x="0" y="0"/>
                </a:moveTo>
                <a:lnTo>
                  <a:pt x="6502400" y="0"/>
                </a:lnTo>
                <a:lnTo>
                  <a:pt x="6502400" y="6502400"/>
                </a:lnTo>
                <a:lnTo>
                  <a:pt x="0" y="6502400"/>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092A"/>
            </a:gs>
            <a:gs pos="100000">
              <a:srgbClr val="3333B8"/>
            </a:gs>
          </a:gsLst>
          <a:lin ang="18900000" scaled="0"/>
        </a:gradFill>
      </p:bgPr>
    </p:bg>
    <p:spTree>
      <p:nvGrpSpPr>
        <p:cNvPr id="183" name="Shape 183"/>
        <p:cNvGrpSpPr/>
        <p:nvPr/>
      </p:nvGrpSpPr>
      <p:grpSpPr>
        <a:xfrm>
          <a:off x="0" y="0"/>
          <a:ext cx="0" cy="0"/>
          <a:chOff x="0" y="0"/>
          <a:chExt cx="0" cy="0"/>
        </a:xfrm>
      </p:grpSpPr>
      <p:grpSp>
        <p:nvGrpSpPr>
          <p:cNvPr id="184" name="Google Shape;184;p4"/>
          <p:cNvGrpSpPr/>
          <p:nvPr/>
        </p:nvGrpSpPr>
        <p:grpSpPr>
          <a:xfrm>
            <a:off x="1238402" y="1216971"/>
            <a:ext cx="15810605" cy="1640233"/>
            <a:chOff x="0" y="-28575"/>
            <a:chExt cx="21080806" cy="2186978"/>
          </a:xfrm>
        </p:grpSpPr>
        <p:sp>
          <p:nvSpPr>
            <p:cNvPr id="185" name="Google Shape;185;p4"/>
            <p:cNvSpPr/>
            <p:nvPr/>
          </p:nvSpPr>
          <p:spPr>
            <a:xfrm>
              <a:off x="0" y="0"/>
              <a:ext cx="21080800" cy="2158400"/>
            </a:xfrm>
            <a:custGeom>
              <a:rect b="b" l="l" r="r" t="t"/>
              <a:pathLst>
                <a:path extrusionOk="0" h="2158400" w="21080800">
                  <a:moveTo>
                    <a:pt x="0" y="0"/>
                  </a:moveTo>
                  <a:lnTo>
                    <a:pt x="21080800" y="0"/>
                  </a:lnTo>
                  <a:lnTo>
                    <a:pt x="21080800" y="2158400"/>
                  </a:lnTo>
                  <a:lnTo>
                    <a:pt x="0" y="2158400"/>
                  </a:lnTo>
                  <a:close/>
                </a:path>
              </a:pathLst>
            </a:custGeom>
            <a:blipFill rotWithShape="1">
              <a:blip r:embed="rId3">
                <a:alphaModFix amt="0"/>
              </a:blip>
              <a:stretch>
                <a:fillRect b="-140302" l="0" r="0" t="-140302"/>
              </a:stretch>
            </a:blipFill>
            <a:ln>
              <a:noFill/>
            </a:ln>
          </p:spPr>
        </p:sp>
        <p:sp>
          <p:nvSpPr>
            <p:cNvPr id="186" name="Google Shape;186;p4"/>
            <p:cNvSpPr txBox="1"/>
            <p:nvPr/>
          </p:nvSpPr>
          <p:spPr>
            <a:xfrm>
              <a:off x="0" y="-28575"/>
              <a:ext cx="21080806" cy="218697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6400" u="none" cap="none" strike="noStrike">
                  <a:solidFill>
                    <a:srgbClr val="92F7FF"/>
                  </a:solidFill>
                  <a:latin typeface="Arimo"/>
                  <a:ea typeface="Arimo"/>
                  <a:cs typeface="Arimo"/>
                  <a:sym typeface="Arimo"/>
                </a:rPr>
                <a:t>Anuncios Importantes</a:t>
              </a:r>
              <a:endParaRPr/>
            </a:p>
          </p:txBody>
        </p:sp>
      </p:grpSp>
      <p:sp>
        <p:nvSpPr>
          <p:cNvPr id="187" name="Google Shape;187;p4"/>
          <p:cNvSpPr txBox="1"/>
          <p:nvPr/>
        </p:nvSpPr>
        <p:spPr>
          <a:xfrm>
            <a:off x="8488470" y="3246472"/>
            <a:ext cx="7549353" cy="4839624"/>
          </a:xfrm>
          <a:prstGeom prst="rect">
            <a:avLst/>
          </a:prstGeom>
          <a:noFill/>
          <a:ln>
            <a:noFill/>
          </a:ln>
        </p:spPr>
        <p:txBody>
          <a:bodyPr anchorCtr="0" anchor="t" bIns="0" lIns="0" spcFirstLastPara="1" rIns="0" wrap="square" tIns="0">
            <a:spAutoFit/>
          </a:bodyPr>
          <a:lstStyle/>
          <a:p>
            <a:pPr indent="-548640" lvl="1" marL="1097280" marR="0" rtl="0" algn="l">
              <a:lnSpc>
                <a:spcPct val="180000"/>
              </a:lnSpc>
              <a:spcBef>
                <a:spcPts val="0"/>
              </a:spcBef>
              <a:spcAft>
                <a:spcPts val="0"/>
              </a:spcAft>
              <a:buClr>
                <a:srgbClr val="FFFFFF"/>
              </a:buClr>
              <a:buSzPts val="3600"/>
              <a:buFont typeface="Noto Sans"/>
              <a:buAutoNum type="arabicPeriod"/>
            </a:pPr>
            <a:r>
              <a:rPr b="1" i="0" lang="en-US" sz="3600" u="none" cap="none" strike="noStrike">
                <a:solidFill>
                  <a:srgbClr val="FFFFFF"/>
                </a:solidFill>
                <a:latin typeface="Noto Sans"/>
                <a:ea typeface="Noto Sans"/>
                <a:cs typeface="Noto Sans"/>
                <a:sym typeface="Noto Sans"/>
              </a:rPr>
              <a:t>Actividad</a:t>
            </a:r>
            <a:endParaRPr/>
          </a:p>
          <a:p>
            <a:pPr indent="-548640" lvl="1" marL="1097280" marR="0" rtl="0" algn="l">
              <a:lnSpc>
                <a:spcPct val="180000"/>
              </a:lnSpc>
              <a:spcBef>
                <a:spcPts val="0"/>
              </a:spcBef>
              <a:spcAft>
                <a:spcPts val="0"/>
              </a:spcAft>
              <a:buClr>
                <a:srgbClr val="FFFFFF"/>
              </a:buClr>
              <a:buSzPts val="3600"/>
              <a:buFont typeface="Noto Sans"/>
              <a:buAutoNum type="arabicPeriod"/>
            </a:pPr>
            <a:r>
              <a:rPr b="1" i="0" lang="en-US" sz="3600" u="none" cap="none" strike="noStrike">
                <a:solidFill>
                  <a:srgbClr val="FFFFFF"/>
                </a:solidFill>
                <a:latin typeface="Noto Sans"/>
                <a:ea typeface="Noto Sans"/>
                <a:cs typeface="Noto Sans"/>
                <a:sym typeface="Noto Sans"/>
              </a:rPr>
              <a:t>Actividad</a:t>
            </a:r>
            <a:endParaRPr/>
          </a:p>
          <a:p>
            <a:pPr indent="-548640" lvl="1" marL="1097280" marR="0" rtl="0" algn="l">
              <a:lnSpc>
                <a:spcPct val="180000"/>
              </a:lnSpc>
              <a:spcBef>
                <a:spcPts val="0"/>
              </a:spcBef>
              <a:spcAft>
                <a:spcPts val="0"/>
              </a:spcAft>
              <a:buClr>
                <a:srgbClr val="FFFFFF"/>
              </a:buClr>
              <a:buSzPts val="3600"/>
              <a:buFont typeface="Noto Sans"/>
              <a:buAutoNum type="arabicPeriod"/>
            </a:pPr>
            <a:r>
              <a:rPr b="1" i="0" lang="en-US" sz="3600" u="none" cap="none" strike="noStrike">
                <a:solidFill>
                  <a:srgbClr val="FFFFFF"/>
                </a:solidFill>
                <a:latin typeface="Noto Sans"/>
                <a:ea typeface="Noto Sans"/>
                <a:cs typeface="Noto Sans"/>
                <a:sym typeface="Noto Sans"/>
              </a:rPr>
              <a:t>Actividad</a:t>
            </a:r>
            <a:endParaRPr/>
          </a:p>
        </p:txBody>
      </p:sp>
      <p:sp>
        <p:nvSpPr>
          <p:cNvPr id="188" name="Google Shape;188;p4"/>
          <p:cNvSpPr/>
          <p:nvPr/>
        </p:nvSpPr>
        <p:spPr>
          <a:xfrm>
            <a:off x="1625098" y="3327902"/>
            <a:ext cx="4876800" cy="4876800"/>
          </a:xfrm>
          <a:custGeom>
            <a:rect b="b" l="l" r="r" t="t"/>
            <a:pathLst>
              <a:path extrusionOk="0" h="6502400" w="6502400">
                <a:moveTo>
                  <a:pt x="0" y="0"/>
                </a:moveTo>
                <a:lnTo>
                  <a:pt x="6502400" y="0"/>
                </a:lnTo>
                <a:lnTo>
                  <a:pt x="6502400" y="6502400"/>
                </a:lnTo>
                <a:lnTo>
                  <a:pt x="0" y="6502400"/>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092A"/>
            </a:gs>
            <a:gs pos="100000">
              <a:srgbClr val="3333B8"/>
            </a:gs>
          </a:gsLst>
          <a:lin ang="18900000" scaled="0"/>
        </a:gradFill>
      </p:bgPr>
    </p:bg>
    <p:spTree>
      <p:nvGrpSpPr>
        <p:cNvPr id="196" name="Shape 196"/>
        <p:cNvGrpSpPr/>
        <p:nvPr/>
      </p:nvGrpSpPr>
      <p:grpSpPr>
        <a:xfrm>
          <a:off x="0" y="0"/>
          <a:ext cx="0" cy="0"/>
          <a:chOff x="0" y="0"/>
          <a:chExt cx="0" cy="0"/>
        </a:xfrm>
      </p:grpSpPr>
      <p:grpSp>
        <p:nvGrpSpPr>
          <p:cNvPr id="197" name="Google Shape;197;p5"/>
          <p:cNvGrpSpPr/>
          <p:nvPr/>
        </p:nvGrpSpPr>
        <p:grpSpPr>
          <a:xfrm>
            <a:off x="1238402" y="1238402"/>
            <a:ext cx="7482002" cy="1618802"/>
            <a:chOff x="0" y="0"/>
            <a:chExt cx="9976002" cy="2158403"/>
          </a:xfrm>
        </p:grpSpPr>
        <p:sp>
          <p:nvSpPr>
            <p:cNvPr id="198" name="Google Shape;198;p5"/>
            <p:cNvSpPr/>
            <p:nvPr/>
          </p:nvSpPr>
          <p:spPr>
            <a:xfrm>
              <a:off x="0" y="0"/>
              <a:ext cx="9976000" cy="2158400"/>
            </a:xfrm>
            <a:custGeom>
              <a:rect b="b" l="l" r="r" t="t"/>
              <a:pathLst>
                <a:path extrusionOk="0" h="2158400" w="9976000">
                  <a:moveTo>
                    <a:pt x="0" y="0"/>
                  </a:moveTo>
                  <a:lnTo>
                    <a:pt x="9976000" y="0"/>
                  </a:lnTo>
                  <a:lnTo>
                    <a:pt x="9976000" y="2158400"/>
                  </a:lnTo>
                  <a:lnTo>
                    <a:pt x="0" y="2158400"/>
                  </a:lnTo>
                  <a:close/>
                </a:path>
              </a:pathLst>
            </a:custGeom>
            <a:blipFill rotWithShape="1">
              <a:blip r:embed="rId3">
                <a:alphaModFix amt="0"/>
              </a:blip>
              <a:stretch>
                <a:fillRect b="-40058" l="0" r="0" t="-40058"/>
              </a:stretch>
            </a:blipFill>
            <a:ln>
              <a:noFill/>
            </a:ln>
          </p:spPr>
        </p:sp>
        <p:sp>
          <p:nvSpPr>
            <p:cNvPr id="199" name="Google Shape;199;p5"/>
            <p:cNvSpPr txBox="1"/>
            <p:nvPr/>
          </p:nvSpPr>
          <p:spPr>
            <a:xfrm>
              <a:off x="0" y="28575"/>
              <a:ext cx="9976002" cy="2129828"/>
            </a:xfrm>
            <a:prstGeom prst="rect">
              <a:avLst/>
            </a:prstGeom>
            <a:noFill/>
            <a:ln>
              <a:noFill/>
            </a:ln>
          </p:spPr>
          <p:txBody>
            <a:bodyPr anchorCtr="0" anchor="ctr" bIns="0" lIns="0" spcFirstLastPara="1" rIns="0" wrap="square" tIns="0">
              <a:noAutofit/>
            </a:bodyPr>
            <a:lstStyle/>
            <a:p>
              <a:pPr indent="0" lvl="0" marL="0" marR="0" rtl="0" algn="l">
                <a:lnSpc>
                  <a:spcPct val="108021"/>
                </a:lnSpc>
                <a:spcBef>
                  <a:spcPts val="0"/>
                </a:spcBef>
                <a:spcAft>
                  <a:spcPts val="0"/>
                </a:spcAft>
                <a:buNone/>
              </a:pPr>
              <a:r>
                <a:rPr b="1" i="0" lang="en-US" sz="4999" u="none" cap="none" strike="noStrike">
                  <a:solidFill>
                    <a:srgbClr val="92F7FF"/>
                  </a:solidFill>
                  <a:latin typeface="Arimo"/>
                  <a:ea typeface="Arimo"/>
                  <a:cs typeface="Arimo"/>
                  <a:sym typeface="Arimo"/>
                </a:rPr>
                <a:t>Competencia(s) que desarrollaremos</a:t>
              </a:r>
              <a:endParaRPr/>
            </a:p>
          </p:txBody>
        </p:sp>
      </p:grpSp>
      <p:sp>
        <p:nvSpPr>
          <p:cNvPr descr="image69fbd2aa5b56c" id="200" name="Google Shape;200;p5"/>
          <p:cNvSpPr/>
          <p:nvPr/>
        </p:nvSpPr>
        <p:spPr>
          <a:xfrm>
            <a:off x="10540994" y="514102"/>
            <a:ext cx="7289387" cy="9258015"/>
          </a:xfrm>
          <a:custGeom>
            <a:rect b="b" l="l" r="r" t="t"/>
            <a:pathLst>
              <a:path extrusionOk="0" h="12344019" w="9719183">
                <a:moveTo>
                  <a:pt x="0" y="1619885"/>
                </a:moveTo>
                <a:cubicBezTo>
                  <a:pt x="0" y="725297"/>
                  <a:pt x="725297" y="0"/>
                  <a:pt x="1619885" y="0"/>
                </a:cubicBezTo>
                <a:lnTo>
                  <a:pt x="8099298" y="0"/>
                </a:lnTo>
                <a:cubicBezTo>
                  <a:pt x="8993886" y="0"/>
                  <a:pt x="9719183" y="725297"/>
                  <a:pt x="9719183" y="1619885"/>
                </a:cubicBezTo>
                <a:lnTo>
                  <a:pt x="9719183" y="10724134"/>
                </a:lnTo>
                <a:cubicBezTo>
                  <a:pt x="9719183" y="11618722"/>
                  <a:pt x="8993886" y="12344019"/>
                  <a:pt x="8099298" y="12344019"/>
                </a:cubicBezTo>
                <a:lnTo>
                  <a:pt x="1619885" y="12344019"/>
                </a:lnTo>
                <a:cubicBezTo>
                  <a:pt x="725297" y="12344019"/>
                  <a:pt x="0" y="11618722"/>
                  <a:pt x="0" y="10724134"/>
                </a:cubicBezTo>
                <a:close/>
              </a:path>
            </a:pathLst>
          </a:custGeom>
          <a:blipFill rotWithShape="1">
            <a:blip r:embed="rId4">
              <a:alphaModFix/>
            </a:blip>
            <a:stretch>
              <a:fillRect b="0" l="-6447" r="-6447"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5"/>
          <p:cNvSpPr/>
          <p:nvPr/>
        </p:nvSpPr>
        <p:spPr>
          <a:xfrm>
            <a:off x="428549" y="4423400"/>
            <a:ext cx="3294316" cy="3294316"/>
          </a:xfrm>
          <a:custGeom>
            <a:rect b="b" l="l" r="r" t="t"/>
            <a:pathLst>
              <a:path extrusionOk="0" h="4392422" w="4392422">
                <a:moveTo>
                  <a:pt x="0" y="0"/>
                </a:moveTo>
                <a:lnTo>
                  <a:pt x="4392422" y="0"/>
                </a:lnTo>
                <a:lnTo>
                  <a:pt x="4392422" y="4392422"/>
                </a:lnTo>
                <a:lnTo>
                  <a:pt x="0" y="4392422"/>
                </a:lnTo>
                <a:lnTo>
                  <a:pt x="0" y="0"/>
                </a:lnTo>
                <a:close/>
              </a:path>
            </a:pathLst>
          </a:custGeom>
          <a:blipFill rotWithShape="1">
            <a:blip r:embed="rId5">
              <a:alphaModFix/>
            </a:blip>
            <a:stretch>
              <a:fillRect b="0" l="0" r="0" t="0"/>
            </a:stretch>
          </a:blipFill>
          <a:ln>
            <a:noFill/>
          </a:ln>
        </p:spPr>
      </p:sp>
      <p:sp>
        <p:nvSpPr>
          <p:cNvPr id="202" name="Google Shape;202;p5"/>
          <p:cNvSpPr txBox="1"/>
          <p:nvPr/>
        </p:nvSpPr>
        <p:spPr>
          <a:xfrm>
            <a:off x="3906827" y="3878434"/>
            <a:ext cx="5340867" cy="4681388"/>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None/>
            </a:pPr>
            <a:r>
              <a:rPr b="0" i="0" lang="en-US" sz="2068" u="none" cap="none" strike="noStrike">
                <a:solidFill>
                  <a:srgbClr val="FFFFFF"/>
                </a:solidFill>
                <a:latin typeface="Open Sans"/>
                <a:ea typeface="Open Sans"/>
                <a:cs typeface="Open Sans"/>
                <a:sym typeface="Open Sans"/>
              </a:rPr>
              <a:t>El estudiante implementa nuevas llamadas al sistema (syscalls) y servicios personalizados dentro del núcleo, aplicando buenas prácticas de seguridad mediante la modificación del código fuente del kernel de Linux, la creación de módulos y el uso seguro de copy_from_user / copy_to_user para prevenir buffer overflows y escaladas de privilegios para extender la funcionalidad del sistema operativo permitiendo una comunicación eficiente y segura entre el espacio de usuario y el espacio de kernel.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092A"/>
            </a:gs>
            <a:gs pos="100000">
              <a:srgbClr val="3333B8"/>
            </a:gs>
          </a:gsLst>
          <a:lin ang="18900000" scaled="0"/>
        </a:gradFill>
      </p:bgPr>
    </p:bg>
    <p:spTree>
      <p:nvGrpSpPr>
        <p:cNvPr id="210" name="Shape 210"/>
        <p:cNvGrpSpPr/>
        <p:nvPr/>
      </p:nvGrpSpPr>
      <p:grpSpPr>
        <a:xfrm>
          <a:off x="0" y="0"/>
          <a:ext cx="0" cy="0"/>
          <a:chOff x="0" y="0"/>
          <a:chExt cx="0" cy="0"/>
        </a:xfrm>
      </p:grpSpPr>
      <p:grpSp>
        <p:nvGrpSpPr>
          <p:cNvPr id="211" name="Google Shape;211;p6"/>
          <p:cNvGrpSpPr/>
          <p:nvPr/>
        </p:nvGrpSpPr>
        <p:grpSpPr>
          <a:xfrm>
            <a:off x="1238402" y="1238402"/>
            <a:ext cx="7482002" cy="1618802"/>
            <a:chOff x="0" y="0"/>
            <a:chExt cx="9976002" cy="2158403"/>
          </a:xfrm>
        </p:grpSpPr>
        <p:sp>
          <p:nvSpPr>
            <p:cNvPr id="212" name="Google Shape;212;p6"/>
            <p:cNvSpPr/>
            <p:nvPr/>
          </p:nvSpPr>
          <p:spPr>
            <a:xfrm>
              <a:off x="0" y="0"/>
              <a:ext cx="9976000" cy="2158400"/>
            </a:xfrm>
            <a:custGeom>
              <a:rect b="b" l="l" r="r" t="t"/>
              <a:pathLst>
                <a:path extrusionOk="0" h="2158400" w="9976000">
                  <a:moveTo>
                    <a:pt x="0" y="0"/>
                  </a:moveTo>
                  <a:lnTo>
                    <a:pt x="9976000" y="0"/>
                  </a:lnTo>
                  <a:lnTo>
                    <a:pt x="9976000" y="2158400"/>
                  </a:lnTo>
                  <a:lnTo>
                    <a:pt x="0" y="2158400"/>
                  </a:lnTo>
                  <a:close/>
                </a:path>
              </a:pathLst>
            </a:custGeom>
            <a:blipFill rotWithShape="1">
              <a:blip r:embed="rId3">
                <a:alphaModFix amt="0"/>
              </a:blip>
              <a:stretch>
                <a:fillRect b="-40058" l="0" r="0" t="-40058"/>
              </a:stretch>
            </a:blipFill>
            <a:ln>
              <a:noFill/>
            </a:ln>
          </p:spPr>
        </p:sp>
        <p:sp>
          <p:nvSpPr>
            <p:cNvPr id="213" name="Google Shape;213;p6"/>
            <p:cNvSpPr txBox="1"/>
            <p:nvPr/>
          </p:nvSpPr>
          <p:spPr>
            <a:xfrm>
              <a:off x="0" y="28575"/>
              <a:ext cx="9976002" cy="2129828"/>
            </a:xfrm>
            <a:prstGeom prst="rect">
              <a:avLst/>
            </a:prstGeom>
            <a:noFill/>
            <a:ln>
              <a:noFill/>
            </a:ln>
          </p:spPr>
          <p:txBody>
            <a:bodyPr anchorCtr="0" anchor="ctr" bIns="0" lIns="0" spcFirstLastPara="1" rIns="0" wrap="square" tIns="0">
              <a:noAutofit/>
            </a:bodyPr>
            <a:lstStyle/>
            <a:p>
              <a:pPr indent="0" lvl="0" marL="0" marR="0" rtl="0" algn="l">
                <a:lnSpc>
                  <a:spcPct val="108021"/>
                </a:lnSpc>
                <a:spcBef>
                  <a:spcPts val="0"/>
                </a:spcBef>
                <a:spcAft>
                  <a:spcPts val="0"/>
                </a:spcAft>
                <a:buNone/>
              </a:pPr>
              <a:r>
                <a:rPr b="1" i="0" lang="en-US" sz="4999" u="none" cap="none" strike="noStrike">
                  <a:solidFill>
                    <a:srgbClr val="92F7FF"/>
                  </a:solidFill>
                  <a:latin typeface="Arimo"/>
                  <a:ea typeface="Arimo"/>
                  <a:cs typeface="Arimo"/>
                  <a:sym typeface="Arimo"/>
                </a:rPr>
                <a:t>Valor(es) de la Semana</a:t>
              </a:r>
              <a:endParaRPr/>
            </a:p>
          </p:txBody>
        </p:sp>
      </p:grpSp>
      <p:sp>
        <p:nvSpPr>
          <p:cNvPr descr="image69fbd2aa5b56c" id="214" name="Google Shape;214;p6"/>
          <p:cNvSpPr/>
          <p:nvPr/>
        </p:nvSpPr>
        <p:spPr>
          <a:xfrm>
            <a:off x="10540994" y="514102"/>
            <a:ext cx="7289387" cy="9258015"/>
          </a:xfrm>
          <a:custGeom>
            <a:rect b="b" l="l" r="r" t="t"/>
            <a:pathLst>
              <a:path extrusionOk="0" h="12344019" w="9719183">
                <a:moveTo>
                  <a:pt x="0" y="1619885"/>
                </a:moveTo>
                <a:cubicBezTo>
                  <a:pt x="0" y="725297"/>
                  <a:pt x="725297" y="0"/>
                  <a:pt x="1619885" y="0"/>
                </a:cubicBezTo>
                <a:lnTo>
                  <a:pt x="8099298" y="0"/>
                </a:lnTo>
                <a:cubicBezTo>
                  <a:pt x="8993886" y="0"/>
                  <a:pt x="9719183" y="725297"/>
                  <a:pt x="9719183" y="1619885"/>
                </a:cubicBezTo>
                <a:lnTo>
                  <a:pt x="9719183" y="10724134"/>
                </a:lnTo>
                <a:cubicBezTo>
                  <a:pt x="9719183" y="11618722"/>
                  <a:pt x="8993886" y="12344019"/>
                  <a:pt x="8099298" y="12344019"/>
                </a:cubicBezTo>
                <a:lnTo>
                  <a:pt x="1619885" y="12344019"/>
                </a:lnTo>
                <a:cubicBezTo>
                  <a:pt x="725297" y="12344019"/>
                  <a:pt x="0" y="11618722"/>
                  <a:pt x="0" y="10724134"/>
                </a:cubicBezTo>
                <a:close/>
              </a:path>
            </a:pathLst>
          </a:custGeom>
          <a:blipFill rotWithShape="1">
            <a:blip r:embed="rId4">
              <a:alphaModFix/>
            </a:blip>
            <a:stretch>
              <a:fillRect b="0" l="-6447" r="-6447"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6"/>
          <p:cNvSpPr txBox="1"/>
          <p:nvPr/>
        </p:nvSpPr>
        <p:spPr>
          <a:xfrm>
            <a:off x="1238402" y="3114986"/>
            <a:ext cx="7482002" cy="3236699"/>
          </a:xfrm>
          <a:prstGeom prst="rect">
            <a:avLst/>
          </a:prstGeom>
          <a:noFill/>
          <a:ln>
            <a:noFill/>
          </a:ln>
        </p:spPr>
        <p:txBody>
          <a:bodyPr anchorCtr="0" anchor="t" bIns="0" lIns="0" spcFirstLastPara="1" rIns="0" wrap="square" tIns="0">
            <a:spAutoFit/>
          </a:bodyPr>
          <a:lstStyle/>
          <a:p>
            <a:pPr indent="0" lvl="0" marL="0" marR="0" rtl="0" algn="ctr">
              <a:lnSpc>
                <a:spcPct val="140032"/>
              </a:lnSpc>
              <a:spcBef>
                <a:spcPts val="0"/>
              </a:spcBef>
              <a:spcAft>
                <a:spcPts val="0"/>
              </a:spcAft>
              <a:buNone/>
            </a:pPr>
            <a:r>
              <a:rPr b="1" i="0" lang="en-US" sz="3070" u="none" cap="none" strike="noStrike">
                <a:solidFill>
                  <a:srgbClr val="FFFFFF"/>
                </a:solidFill>
                <a:latin typeface="Open Sans"/>
                <a:ea typeface="Open Sans"/>
                <a:cs typeface="Open Sans"/>
                <a:sym typeface="Open Sans"/>
              </a:rPr>
              <a:t>Pensamiento Crítico</a:t>
            </a:r>
            <a:endParaRPr/>
          </a:p>
          <a:p>
            <a:pPr indent="0" lvl="0" marL="0" marR="0" rtl="0" algn="ctr">
              <a:lnSpc>
                <a:spcPct val="140032"/>
              </a:lnSpc>
              <a:spcBef>
                <a:spcPts val="0"/>
              </a:spcBef>
              <a:spcAft>
                <a:spcPts val="0"/>
              </a:spcAft>
              <a:buNone/>
            </a:pPr>
            <a:r>
              <a:t/>
            </a:r>
            <a:endParaRPr b="1" i="0" sz="3070" u="none" cap="none" strike="noStrike">
              <a:solidFill>
                <a:srgbClr val="FFFFFF"/>
              </a:solidFill>
              <a:latin typeface="Open Sans"/>
              <a:ea typeface="Open Sans"/>
              <a:cs typeface="Open Sans"/>
              <a:sym typeface="Open Sans"/>
            </a:endParaRPr>
          </a:p>
          <a:p>
            <a:pPr indent="0" lvl="0" marL="0" marR="0" rtl="0" algn="ctr">
              <a:lnSpc>
                <a:spcPct val="140032"/>
              </a:lnSpc>
              <a:spcBef>
                <a:spcPts val="0"/>
              </a:spcBef>
              <a:spcAft>
                <a:spcPts val="0"/>
              </a:spcAft>
              <a:buNone/>
            </a:pPr>
            <a:r>
              <a:rPr b="0" i="0" lang="en-US" sz="3070" u="none" cap="none" strike="noStrike">
                <a:solidFill>
                  <a:srgbClr val="FFFFFF"/>
                </a:solidFill>
                <a:latin typeface="Open Sans"/>
                <a:ea typeface="Open Sans"/>
                <a:cs typeface="Open Sans"/>
                <a:sym typeface="Open Sans"/>
              </a:rPr>
              <a:t>Capacidad de cuestionar y analizar profundamente la estructura del software base.</a:t>
            </a:r>
            <a:endParaRPr/>
          </a:p>
          <a:p>
            <a:pPr indent="0" lvl="0" marL="0" marR="0" rtl="0" algn="ctr">
              <a:lnSpc>
                <a:spcPct val="140032"/>
              </a:lnSpc>
              <a:spcBef>
                <a:spcPts val="0"/>
              </a:spcBef>
              <a:spcAft>
                <a:spcPts val="0"/>
              </a:spcAft>
              <a:buNone/>
            </a:pPr>
            <a:r>
              <a:t/>
            </a:r>
            <a:endParaRPr b="0" i="0" sz="3070" u="none" cap="none" strike="noStrike">
              <a:solidFill>
                <a:srgbClr val="FFFFFF"/>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092A"/>
            </a:gs>
            <a:gs pos="100000">
              <a:srgbClr val="3333B8"/>
            </a:gs>
          </a:gsLst>
          <a:lin ang="18900044" scaled="0"/>
        </a:gradFill>
      </p:bgPr>
    </p:bg>
    <p:spTree>
      <p:nvGrpSpPr>
        <p:cNvPr id="223" name="Shape 223"/>
        <p:cNvGrpSpPr/>
        <p:nvPr/>
      </p:nvGrpSpPr>
      <p:grpSpPr>
        <a:xfrm>
          <a:off x="0" y="0"/>
          <a:ext cx="0" cy="0"/>
          <a:chOff x="0" y="0"/>
          <a:chExt cx="0" cy="0"/>
        </a:xfrm>
      </p:grpSpPr>
      <p:grpSp>
        <p:nvGrpSpPr>
          <p:cNvPr id="224" name="Google Shape;224;g3f3ab6ef809_0_13"/>
          <p:cNvGrpSpPr/>
          <p:nvPr/>
        </p:nvGrpSpPr>
        <p:grpSpPr>
          <a:xfrm>
            <a:off x="9861970" y="831786"/>
            <a:ext cx="7186950" cy="3196800"/>
            <a:chOff x="0" y="0"/>
            <a:chExt cx="9582600" cy="4262400"/>
          </a:xfrm>
        </p:grpSpPr>
        <p:sp>
          <p:nvSpPr>
            <p:cNvPr id="225" name="Google Shape;225;g3f3ab6ef809_0_13"/>
            <p:cNvSpPr/>
            <p:nvPr/>
          </p:nvSpPr>
          <p:spPr>
            <a:xfrm>
              <a:off x="0" y="0"/>
              <a:ext cx="9582551" cy="4262244"/>
            </a:xfrm>
            <a:custGeom>
              <a:rect b="b" l="l" r="r" t="t"/>
              <a:pathLst>
                <a:path extrusionOk="0" h="4262244" w="9582551">
                  <a:moveTo>
                    <a:pt x="0" y="0"/>
                  </a:moveTo>
                  <a:lnTo>
                    <a:pt x="9582551" y="0"/>
                  </a:lnTo>
                  <a:lnTo>
                    <a:pt x="9582551" y="4262244"/>
                  </a:lnTo>
                  <a:lnTo>
                    <a:pt x="0" y="4262244"/>
                  </a:lnTo>
                  <a:close/>
                </a:path>
              </a:pathLst>
            </a:custGeom>
            <a:blipFill rotWithShape="1">
              <a:blip r:embed="rId3">
                <a:alphaModFix amt="0"/>
              </a:blip>
              <a:stretch>
                <a:fillRect b="-21691" l="0" r="-119988" t="-71050"/>
              </a:stretch>
            </a:blipFill>
            <a:ln>
              <a:noFill/>
            </a:ln>
          </p:spPr>
        </p:sp>
        <p:sp>
          <p:nvSpPr>
            <p:cNvPr id="226" name="Google Shape;226;g3f3ab6ef809_0_13"/>
            <p:cNvSpPr txBox="1"/>
            <p:nvPr/>
          </p:nvSpPr>
          <p:spPr>
            <a:xfrm>
              <a:off x="0" y="0"/>
              <a:ext cx="9582600" cy="4262400"/>
            </a:xfrm>
            <a:prstGeom prst="rect">
              <a:avLst/>
            </a:prstGeom>
            <a:noFill/>
            <a:ln>
              <a:noFill/>
            </a:ln>
          </p:spPr>
          <p:txBody>
            <a:bodyPr anchorCtr="0" anchor="ctr" bIns="0" lIns="0" spcFirstLastPara="1" rIns="0" wrap="square" tIns="0">
              <a:noAutofit/>
            </a:bodyPr>
            <a:lstStyle/>
            <a:p>
              <a:pPr indent="0" lvl="0" marL="0" rtl="0" algn="l">
                <a:lnSpc>
                  <a:spcPct val="120000"/>
                </a:lnSpc>
                <a:spcBef>
                  <a:spcPts val="0"/>
                </a:spcBef>
                <a:spcAft>
                  <a:spcPts val="0"/>
                </a:spcAft>
                <a:buClr>
                  <a:schemeClr val="dk1"/>
                </a:buClr>
                <a:buSzPts val="1100"/>
                <a:buFont typeface="Arial"/>
                <a:buNone/>
              </a:pPr>
              <a:r>
                <a:rPr lang="en-US" sz="5000">
                  <a:solidFill>
                    <a:srgbClr val="92F7FF"/>
                  </a:solidFill>
                  <a:latin typeface="Archivo Black"/>
                  <a:ea typeface="Archivo Black"/>
                  <a:cs typeface="Archivo Black"/>
                  <a:sym typeface="Archivo Black"/>
                </a:rPr>
                <a:t>SUBSISTEMA PROC</a:t>
              </a:r>
              <a:endParaRPr sz="5000">
                <a:solidFill>
                  <a:srgbClr val="92F7FF"/>
                </a:solidFill>
                <a:latin typeface="Archivo Black"/>
                <a:ea typeface="Archivo Black"/>
                <a:cs typeface="Archivo Black"/>
                <a:sym typeface="Archivo Black"/>
              </a:endParaRPr>
            </a:p>
            <a:p>
              <a:pPr indent="0" lvl="0" marL="0" rtl="0" algn="l">
                <a:lnSpc>
                  <a:spcPct val="120000"/>
                </a:lnSpc>
                <a:spcBef>
                  <a:spcPts val="0"/>
                </a:spcBef>
                <a:spcAft>
                  <a:spcPts val="0"/>
                </a:spcAft>
                <a:buClr>
                  <a:schemeClr val="dk1"/>
                </a:buClr>
                <a:buSzPts val="1100"/>
                <a:buFont typeface="Arial"/>
                <a:buNone/>
              </a:pPr>
              <a:r>
                <a:rPr lang="en-US" sz="5000">
                  <a:solidFill>
                    <a:srgbClr val="92F7FF"/>
                  </a:solidFill>
                  <a:latin typeface="Archivo Black"/>
                  <a:ea typeface="Archivo Black"/>
                  <a:cs typeface="Archivo Black"/>
                  <a:sym typeface="Archivo Black"/>
                </a:rPr>
                <a:t>COMO INTERFAZ DE</a:t>
              </a:r>
              <a:endParaRPr sz="5000">
                <a:solidFill>
                  <a:srgbClr val="92F7FF"/>
                </a:solidFill>
                <a:latin typeface="Archivo Black"/>
                <a:ea typeface="Archivo Black"/>
                <a:cs typeface="Archivo Black"/>
                <a:sym typeface="Archivo Black"/>
              </a:endParaRPr>
            </a:p>
            <a:p>
              <a:pPr indent="0" lvl="0" marL="0" rtl="0" algn="l">
                <a:lnSpc>
                  <a:spcPct val="120000"/>
                </a:lnSpc>
                <a:spcBef>
                  <a:spcPts val="0"/>
                </a:spcBef>
                <a:spcAft>
                  <a:spcPts val="0"/>
                </a:spcAft>
                <a:buSzPts val="1100"/>
                <a:buNone/>
              </a:pPr>
              <a:r>
                <a:rPr lang="en-US" sz="5000">
                  <a:solidFill>
                    <a:srgbClr val="92F7FF"/>
                  </a:solidFill>
                  <a:latin typeface="Archivo Black"/>
                  <a:ea typeface="Archivo Black"/>
                  <a:cs typeface="Archivo Black"/>
                  <a:sym typeface="Archivo Black"/>
                </a:rPr>
                <a:t>COMUNICACIÓN</a:t>
              </a:r>
              <a:endParaRPr sz="5000">
                <a:solidFill>
                  <a:srgbClr val="92F7FF"/>
                </a:solidFill>
                <a:latin typeface="Archivo Black"/>
                <a:ea typeface="Archivo Black"/>
                <a:cs typeface="Archivo Black"/>
                <a:sym typeface="Archivo Black"/>
              </a:endParaRPr>
            </a:p>
          </p:txBody>
        </p:sp>
      </p:grpSp>
      <p:sp>
        <p:nvSpPr>
          <p:cNvPr id="227" name="Google Shape;227;g3f3ab6ef809_0_13"/>
          <p:cNvSpPr/>
          <p:nvPr/>
        </p:nvSpPr>
        <p:spPr>
          <a:xfrm>
            <a:off x="0" y="0"/>
            <a:ext cx="8525643" cy="10287000"/>
          </a:xfrm>
          <a:custGeom>
            <a:rect b="b" l="l" r="r" t="t"/>
            <a:pathLst>
              <a:path extrusionOk="0" h="10287000" w="8525643">
                <a:moveTo>
                  <a:pt x="0" y="0"/>
                </a:moveTo>
                <a:lnTo>
                  <a:pt x="8525643" y="0"/>
                </a:lnTo>
                <a:lnTo>
                  <a:pt x="8525643" y="10287000"/>
                </a:lnTo>
                <a:lnTo>
                  <a:pt x="0" y="10287000"/>
                </a:lnTo>
                <a:lnTo>
                  <a:pt x="0" y="0"/>
                </a:lnTo>
                <a:close/>
              </a:path>
            </a:pathLst>
          </a:custGeom>
          <a:blipFill rotWithShape="1">
            <a:blip r:embed="rId4">
              <a:alphaModFix/>
            </a:blip>
            <a:stretch>
              <a:fillRect b="0" l="-46910" r="-33909" t="0"/>
            </a:stretch>
          </a:blipFill>
          <a:ln>
            <a:noFill/>
          </a:ln>
        </p:spPr>
      </p:sp>
      <p:sp>
        <p:nvSpPr>
          <p:cNvPr id="228" name="Google Shape;228;g3f3ab6ef809_0_13"/>
          <p:cNvSpPr txBox="1"/>
          <p:nvPr/>
        </p:nvSpPr>
        <p:spPr>
          <a:xfrm>
            <a:off x="9861970" y="4620093"/>
            <a:ext cx="7095600" cy="3785700"/>
          </a:xfrm>
          <a:prstGeom prst="rect">
            <a:avLst/>
          </a:prstGeom>
          <a:noFill/>
          <a:ln>
            <a:noFill/>
          </a:ln>
        </p:spPr>
        <p:txBody>
          <a:bodyPr anchorCtr="0" anchor="t" bIns="0" lIns="0" spcFirstLastPara="1" rIns="0" wrap="square" tIns="0">
            <a:spAutoFit/>
          </a:bodyPr>
          <a:lstStyle/>
          <a:p>
            <a:pPr indent="-323849" lvl="1" marL="647697" marR="0" rtl="0" algn="l">
              <a:lnSpc>
                <a:spcPct val="180026"/>
              </a:lnSpc>
              <a:spcBef>
                <a:spcPts val="0"/>
              </a:spcBef>
              <a:spcAft>
                <a:spcPts val="0"/>
              </a:spcAft>
              <a:buClr>
                <a:srgbClr val="FFFFFF"/>
              </a:buClr>
              <a:buSzPts val="2999"/>
              <a:buFont typeface="Archivo Narrow"/>
              <a:buChar char="•"/>
            </a:pPr>
            <a:r>
              <a:rPr lang="en-US" sz="2999">
                <a:solidFill>
                  <a:srgbClr val="FFFFFF"/>
                </a:solidFill>
                <a:latin typeface="Archivo Narrow"/>
                <a:ea typeface="Archivo Narrow"/>
                <a:cs typeface="Archivo Narrow"/>
                <a:sym typeface="Archivo Narrow"/>
              </a:rPr>
              <a:t>¿Qué es?</a:t>
            </a:r>
            <a:endParaRPr sz="2999">
              <a:solidFill>
                <a:srgbClr val="FFFFFF"/>
              </a:solidFill>
              <a:latin typeface="Archivo Narrow"/>
              <a:ea typeface="Archivo Narrow"/>
              <a:cs typeface="Archivo Narrow"/>
              <a:sym typeface="Archivo Narrow"/>
            </a:endParaRPr>
          </a:p>
          <a:p>
            <a:pPr indent="-323849" lvl="1" marL="647697" marR="0" rtl="0" algn="l">
              <a:lnSpc>
                <a:spcPct val="180026"/>
              </a:lnSpc>
              <a:spcBef>
                <a:spcPts val="0"/>
              </a:spcBef>
              <a:spcAft>
                <a:spcPts val="0"/>
              </a:spcAft>
              <a:buClr>
                <a:srgbClr val="FFFFFF"/>
              </a:buClr>
              <a:buSzPts val="2999"/>
              <a:buFont typeface="Archivo Narrow"/>
              <a:buChar char="•"/>
            </a:pPr>
            <a:r>
              <a:rPr lang="en-US" sz="2999">
                <a:solidFill>
                  <a:srgbClr val="FFFFFF"/>
                </a:solidFill>
                <a:latin typeface="Archivo Narrow"/>
                <a:ea typeface="Archivo Narrow"/>
                <a:cs typeface="Archivo Narrow"/>
                <a:sym typeface="Archivo Narrow"/>
              </a:rPr>
              <a:t>¿Cómo funciona?</a:t>
            </a:r>
            <a:endParaRPr sz="2999">
              <a:solidFill>
                <a:srgbClr val="FFFFFF"/>
              </a:solidFill>
              <a:latin typeface="Archivo Narrow"/>
              <a:ea typeface="Archivo Narrow"/>
              <a:cs typeface="Archivo Narrow"/>
              <a:sym typeface="Archivo Narrow"/>
            </a:endParaRPr>
          </a:p>
          <a:p>
            <a:pPr indent="-323849" lvl="1" marL="647697" marR="0" rtl="0" algn="l">
              <a:lnSpc>
                <a:spcPct val="180026"/>
              </a:lnSpc>
              <a:spcBef>
                <a:spcPts val="0"/>
              </a:spcBef>
              <a:spcAft>
                <a:spcPts val="0"/>
              </a:spcAft>
              <a:buClr>
                <a:srgbClr val="FFFFFF"/>
              </a:buClr>
              <a:buSzPts val="2999"/>
              <a:buFont typeface="Archivo Narrow"/>
              <a:buChar char="•"/>
            </a:pPr>
            <a:r>
              <a:rPr lang="en-US" sz="2999">
                <a:solidFill>
                  <a:srgbClr val="FFFFFF"/>
                </a:solidFill>
                <a:latin typeface="Archivo Narrow"/>
                <a:ea typeface="Archivo Narrow"/>
                <a:cs typeface="Archivo Narrow"/>
                <a:sym typeface="Archivo Narrow"/>
              </a:rPr>
              <a:t>Subdirectorios</a:t>
            </a:r>
            <a:endParaRPr sz="2999">
              <a:solidFill>
                <a:srgbClr val="FFFFFF"/>
              </a:solidFill>
              <a:latin typeface="Archivo Narrow"/>
              <a:ea typeface="Archivo Narrow"/>
              <a:cs typeface="Archivo Narrow"/>
              <a:sym typeface="Archivo Narrow"/>
            </a:endParaRPr>
          </a:p>
          <a:p>
            <a:pPr indent="-323849" lvl="1" marL="647697" marR="0" rtl="0" algn="l">
              <a:lnSpc>
                <a:spcPct val="180026"/>
              </a:lnSpc>
              <a:spcBef>
                <a:spcPts val="0"/>
              </a:spcBef>
              <a:spcAft>
                <a:spcPts val="0"/>
              </a:spcAft>
              <a:buClr>
                <a:srgbClr val="FFFFFF"/>
              </a:buClr>
              <a:buSzPts val="2999"/>
              <a:buFont typeface="Archivo Narrow"/>
              <a:buChar char="•"/>
            </a:pPr>
            <a:r>
              <a:rPr lang="en-US" sz="2999">
                <a:solidFill>
                  <a:srgbClr val="FFFFFF"/>
                </a:solidFill>
                <a:latin typeface="Archivo Narrow"/>
                <a:ea typeface="Archivo Narrow"/>
                <a:cs typeface="Archivo Narrow"/>
                <a:sym typeface="Archivo Narrow"/>
              </a:rPr>
              <a:t>Entradas</a:t>
            </a:r>
            <a:endParaRPr sz="2999">
              <a:solidFill>
                <a:srgbClr val="FFFFFF"/>
              </a:solidFill>
              <a:latin typeface="Archivo Narrow"/>
              <a:ea typeface="Archivo Narrow"/>
              <a:cs typeface="Archivo Narrow"/>
              <a:sym typeface="Archivo Narrow"/>
            </a:endParaRPr>
          </a:p>
          <a:p>
            <a:pPr indent="-323849" lvl="1" marL="647697" marR="0" rtl="0" algn="l">
              <a:lnSpc>
                <a:spcPct val="180026"/>
              </a:lnSpc>
              <a:spcBef>
                <a:spcPts val="0"/>
              </a:spcBef>
              <a:spcAft>
                <a:spcPts val="0"/>
              </a:spcAft>
              <a:buClr>
                <a:srgbClr val="FFFFFF"/>
              </a:buClr>
              <a:buSzPts val="2999"/>
              <a:buFont typeface="Archivo Narrow"/>
              <a:buChar char="•"/>
            </a:pPr>
            <a:r>
              <a:rPr lang="en-US" sz="2999">
                <a:solidFill>
                  <a:srgbClr val="FFFFFF"/>
                </a:solidFill>
                <a:latin typeface="Archivo Narrow"/>
                <a:ea typeface="Archivo Narrow"/>
                <a:cs typeface="Archivo Narrow"/>
                <a:sym typeface="Archivo Narrow"/>
              </a:rPr>
              <a:t>Codigos de error</a:t>
            </a:r>
            <a:endParaRPr sz="2999">
              <a:solidFill>
                <a:srgbClr val="FFFFFF"/>
              </a:solidFill>
              <a:latin typeface="Archivo Narrow"/>
              <a:ea typeface="Archivo Narrow"/>
              <a:cs typeface="Archivo Narrow"/>
              <a:sym typeface="Archivo Narro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092A"/>
            </a:gs>
            <a:gs pos="100000">
              <a:srgbClr val="3333B8"/>
            </a:gs>
          </a:gsLst>
          <a:lin ang="18900044" scaled="0"/>
        </a:gradFill>
      </p:bgPr>
    </p:bg>
    <p:spTree>
      <p:nvGrpSpPr>
        <p:cNvPr id="236" name="Shape 236"/>
        <p:cNvGrpSpPr/>
        <p:nvPr/>
      </p:nvGrpSpPr>
      <p:grpSpPr>
        <a:xfrm>
          <a:off x="0" y="0"/>
          <a:ext cx="0" cy="0"/>
          <a:chOff x="0" y="0"/>
          <a:chExt cx="0" cy="0"/>
        </a:xfrm>
      </p:grpSpPr>
      <p:grpSp>
        <p:nvGrpSpPr>
          <p:cNvPr id="237" name="Google Shape;237;g3f3ab6ef809_0_0"/>
          <p:cNvGrpSpPr/>
          <p:nvPr/>
        </p:nvGrpSpPr>
        <p:grpSpPr>
          <a:xfrm>
            <a:off x="1028700" y="846982"/>
            <a:ext cx="14256233" cy="2225250"/>
            <a:chOff x="0" y="0"/>
            <a:chExt cx="19008311" cy="2967000"/>
          </a:xfrm>
        </p:grpSpPr>
        <p:sp>
          <p:nvSpPr>
            <p:cNvPr id="238" name="Google Shape;238;g3f3ab6ef809_0_0"/>
            <p:cNvSpPr/>
            <p:nvPr/>
          </p:nvSpPr>
          <p:spPr>
            <a:xfrm>
              <a:off x="0" y="0"/>
              <a:ext cx="19008311" cy="2966848"/>
            </a:xfrm>
            <a:custGeom>
              <a:rect b="b" l="l" r="r" t="t"/>
              <a:pathLst>
                <a:path extrusionOk="0" h="2966848" w="19008311">
                  <a:moveTo>
                    <a:pt x="0" y="0"/>
                  </a:moveTo>
                  <a:lnTo>
                    <a:pt x="19008311" y="0"/>
                  </a:lnTo>
                  <a:lnTo>
                    <a:pt x="19008311" y="2966848"/>
                  </a:lnTo>
                  <a:lnTo>
                    <a:pt x="0" y="2966848"/>
                  </a:lnTo>
                  <a:close/>
                </a:path>
              </a:pathLst>
            </a:custGeom>
            <a:blipFill rotWithShape="1">
              <a:blip r:embed="rId3">
                <a:alphaModFix amt="0"/>
              </a:blip>
              <a:stretch>
                <a:fillRect b="-74811" l="0" r="-10900" t="-102082"/>
              </a:stretch>
            </a:blipFill>
            <a:ln>
              <a:noFill/>
            </a:ln>
          </p:spPr>
        </p:sp>
        <p:sp>
          <p:nvSpPr>
            <p:cNvPr id="239" name="Google Shape;239;g3f3ab6ef809_0_0"/>
            <p:cNvSpPr txBox="1"/>
            <p:nvPr/>
          </p:nvSpPr>
          <p:spPr>
            <a:xfrm>
              <a:off x="0" y="0"/>
              <a:ext cx="19008300" cy="2967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6400">
                  <a:solidFill>
                    <a:srgbClr val="92F7FF"/>
                  </a:solidFill>
                  <a:latin typeface="Archivo Black"/>
                  <a:ea typeface="Archivo Black"/>
                  <a:cs typeface="Archivo Black"/>
                  <a:sym typeface="Archivo Black"/>
                </a:rPr>
                <a:t>File Operations</a:t>
              </a:r>
              <a:endParaRPr/>
            </a:p>
          </p:txBody>
        </p:sp>
      </p:grpSp>
      <p:sp>
        <p:nvSpPr>
          <p:cNvPr id="240" name="Google Shape;240;g3f3ab6ef809_0_0"/>
          <p:cNvSpPr txBox="1"/>
          <p:nvPr/>
        </p:nvSpPr>
        <p:spPr>
          <a:xfrm>
            <a:off x="1028700" y="2918600"/>
            <a:ext cx="15992400" cy="6635700"/>
          </a:xfrm>
          <a:prstGeom prst="rect">
            <a:avLst/>
          </a:prstGeom>
          <a:noFill/>
          <a:ln>
            <a:noFill/>
          </a:ln>
        </p:spPr>
        <p:txBody>
          <a:bodyPr anchorCtr="0" anchor="t" bIns="0" lIns="0" spcFirstLastPara="1" rIns="0" wrap="square" tIns="0">
            <a:spAutoFit/>
          </a:bodyPr>
          <a:lstStyle/>
          <a:p>
            <a:pPr indent="0" lvl="0" marL="0" rtl="0" algn="l">
              <a:lnSpc>
                <a:spcPct val="180028"/>
              </a:lnSpc>
              <a:spcBef>
                <a:spcPts val="0"/>
              </a:spcBef>
              <a:spcAft>
                <a:spcPts val="0"/>
              </a:spcAft>
              <a:buClr>
                <a:schemeClr val="dk1"/>
              </a:buClr>
              <a:buSzPts val="1100"/>
              <a:buFont typeface="Arial"/>
              <a:buNone/>
            </a:pPr>
            <a:r>
              <a:rPr lang="en-US" sz="2799">
                <a:solidFill>
                  <a:srgbClr val="FFFFFF"/>
                </a:solidFill>
                <a:latin typeface="Archivo Narrow"/>
                <a:ea typeface="Archivo Narrow"/>
                <a:cs typeface="Archivo Narrow"/>
                <a:sym typeface="Archivo Narrow"/>
              </a:rPr>
              <a:t>/proc es un sistema de archivos virtual generado dinámicamente por el kernel.</a:t>
            </a:r>
            <a:endParaRPr sz="2799">
              <a:solidFill>
                <a:srgbClr val="FFFFFF"/>
              </a:solidFill>
              <a:latin typeface="Archivo Narrow"/>
              <a:ea typeface="Archivo Narrow"/>
              <a:cs typeface="Archivo Narrow"/>
              <a:sym typeface="Archivo Narrow"/>
            </a:endParaRPr>
          </a:p>
          <a:p>
            <a:pPr indent="0" lvl="0" marL="0" marR="0" rtl="0" algn="l">
              <a:lnSpc>
                <a:spcPct val="180028"/>
              </a:lnSpc>
              <a:spcBef>
                <a:spcPts val="0"/>
              </a:spcBef>
              <a:spcAft>
                <a:spcPts val="0"/>
              </a:spcAft>
              <a:buNone/>
            </a:pPr>
            <a:r>
              <a:rPr lang="en-US" sz="2799">
                <a:solidFill>
                  <a:srgbClr val="FFFFFF"/>
                </a:solidFill>
                <a:latin typeface="Archivo Narrow"/>
                <a:ea typeface="Archivo Narrow"/>
                <a:cs typeface="Archivo Narrow"/>
                <a:sym typeface="Archivo Narrow"/>
              </a:rPr>
              <a:t>Proposito:</a:t>
            </a:r>
            <a:endParaRPr sz="2799">
              <a:solidFill>
                <a:srgbClr val="FFFFFF"/>
              </a:solidFill>
              <a:latin typeface="Archivo Narrow"/>
              <a:ea typeface="Archivo Narrow"/>
              <a:cs typeface="Archivo Narrow"/>
              <a:sym typeface="Archivo Narrow"/>
            </a:endParaRPr>
          </a:p>
          <a:p>
            <a:pPr indent="-406336" lvl="0" marL="457200" rtl="0" algn="l">
              <a:lnSpc>
                <a:spcPct val="180028"/>
              </a:lnSpc>
              <a:spcBef>
                <a:spcPts val="0"/>
              </a:spcBef>
              <a:spcAft>
                <a:spcPts val="0"/>
              </a:spcAft>
              <a:buClr>
                <a:srgbClr val="FFFFFF"/>
              </a:buClr>
              <a:buSzPts val="2799"/>
              <a:buFont typeface="Archivo Narrow"/>
              <a:buChar char="●"/>
            </a:pPr>
            <a:r>
              <a:rPr lang="en-US" sz="2799">
                <a:solidFill>
                  <a:srgbClr val="FFFFFF"/>
                </a:solidFill>
                <a:latin typeface="Archivo Narrow"/>
                <a:ea typeface="Archivo Narrow"/>
                <a:cs typeface="Archivo Narrow"/>
                <a:sym typeface="Archivo Narrow"/>
              </a:rPr>
              <a:t>Información del sistema</a:t>
            </a:r>
            <a:endParaRPr sz="2799">
              <a:solidFill>
                <a:srgbClr val="FFFFFF"/>
              </a:solidFill>
              <a:latin typeface="Archivo Narrow"/>
              <a:ea typeface="Archivo Narrow"/>
              <a:cs typeface="Archivo Narrow"/>
              <a:sym typeface="Archivo Narrow"/>
            </a:endParaRPr>
          </a:p>
          <a:p>
            <a:pPr indent="-406336" lvl="0" marL="457200" rtl="0" algn="l">
              <a:lnSpc>
                <a:spcPct val="180028"/>
              </a:lnSpc>
              <a:spcBef>
                <a:spcPts val="0"/>
              </a:spcBef>
              <a:spcAft>
                <a:spcPts val="0"/>
              </a:spcAft>
              <a:buClr>
                <a:srgbClr val="FFFFFF"/>
              </a:buClr>
              <a:buSzPts val="2799"/>
              <a:buFont typeface="Archivo Narrow"/>
              <a:buChar char="●"/>
            </a:pPr>
            <a:r>
              <a:rPr lang="en-US" sz="2799">
                <a:solidFill>
                  <a:srgbClr val="FFFFFF"/>
                </a:solidFill>
                <a:latin typeface="Archivo Narrow"/>
                <a:ea typeface="Archivo Narrow"/>
                <a:cs typeface="Archivo Narrow"/>
                <a:sym typeface="Archivo Narrow"/>
              </a:rPr>
              <a:t>Estado de procesos</a:t>
            </a:r>
            <a:endParaRPr sz="2799">
              <a:solidFill>
                <a:srgbClr val="FFFFFF"/>
              </a:solidFill>
              <a:latin typeface="Archivo Narrow"/>
              <a:ea typeface="Archivo Narrow"/>
              <a:cs typeface="Archivo Narrow"/>
              <a:sym typeface="Archivo Narrow"/>
            </a:endParaRPr>
          </a:p>
          <a:p>
            <a:pPr indent="-406336" lvl="0" marL="457200" rtl="0" algn="l">
              <a:lnSpc>
                <a:spcPct val="180028"/>
              </a:lnSpc>
              <a:spcBef>
                <a:spcPts val="0"/>
              </a:spcBef>
              <a:spcAft>
                <a:spcPts val="0"/>
              </a:spcAft>
              <a:buClr>
                <a:srgbClr val="FFFFFF"/>
              </a:buClr>
              <a:buSzPts val="2799"/>
              <a:buFont typeface="Archivo Narrow"/>
              <a:buChar char="●"/>
            </a:pPr>
            <a:r>
              <a:rPr lang="en-US" sz="2799">
                <a:solidFill>
                  <a:srgbClr val="FFFFFF"/>
                </a:solidFill>
                <a:latin typeface="Archivo Narrow"/>
                <a:ea typeface="Archivo Narrow"/>
                <a:cs typeface="Archivo Narrow"/>
                <a:sym typeface="Archivo Narrow"/>
              </a:rPr>
              <a:t>Configuración del kernel</a:t>
            </a:r>
            <a:endParaRPr sz="2799">
              <a:solidFill>
                <a:srgbClr val="FFFFFF"/>
              </a:solidFill>
              <a:latin typeface="Archivo Narrow"/>
              <a:ea typeface="Archivo Narrow"/>
              <a:cs typeface="Archivo Narrow"/>
              <a:sym typeface="Archivo Narrow"/>
            </a:endParaRPr>
          </a:p>
          <a:p>
            <a:pPr indent="0" lvl="0" marL="0" rtl="0" algn="l">
              <a:lnSpc>
                <a:spcPct val="180028"/>
              </a:lnSpc>
              <a:spcBef>
                <a:spcPts val="0"/>
              </a:spcBef>
              <a:spcAft>
                <a:spcPts val="0"/>
              </a:spcAft>
              <a:buClr>
                <a:schemeClr val="dk1"/>
              </a:buClr>
              <a:buSzPts val="1100"/>
              <a:buFont typeface="Arial"/>
              <a:buNone/>
            </a:pPr>
            <a:r>
              <a:rPr lang="en-US" sz="2799">
                <a:solidFill>
                  <a:srgbClr val="FFFFFF"/>
                </a:solidFill>
                <a:latin typeface="Archivo Narrow"/>
                <a:ea typeface="Archivo Narrow"/>
                <a:cs typeface="Archivo Narrow"/>
                <a:sym typeface="Archivo Narrow"/>
              </a:rPr>
              <a:t>Ejemplos:</a:t>
            </a:r>
            <a:endParaRPr sz="2799">
              <a:solidFill>
                <a:srgbClr val="FFFFFF"/>
              </a:solidFill>
              <a:latin typeface="Archivo Narrow"/>
              <a:ea typeface="Archivo Narrow"/>
              <a:cs typeface="Archivo Narrow"/>
              <a:sym typeface="Archivo Narrow"/>
            </a:endParaRPr>
          </a:p>
          <a:p>
            <a:pPr indent="-406336" lvl="0" marL="457200" rtl="0" algn="l">
              <a:lnSpc>
                <a:spcPct val="180028"/>
              </a:lnSpc>
              <a:spcBef>
                <a:spcPts val="0"/>
              </a:spcBef>
              <a:spcAft>
                <a:spcPts val="0"/>
              </a:spcAft>
              <a:buClr>
                <a:srgbClr val="FFFFFF"/>
              </a:buClr>
              <a:buSzPts val="2799"/>
              <a:buFont typeface="Archivo Narrow"/>
              <a:buChar char="●"/>
            </a:pPr>
            <a:r>
              <a:rPr lang="en-US" sz="2799">
                <a:solidFill>
                  <a:srgbClr val="FFFFFF"/>
                </a:solidFill>
                <a:latin typeface="Archivo Narrow"/>
                <a:ea typeface="Archivo Narrow"/>
                <a:cs typeface="Archivo Narrow"/>
                <a:sym typeface="Archivo Narrow"/>
              </a:rPr>
              <a:t>cat /proc/cpuinfo</a:t>
            </a:r>
            <a:endParaRPr sz="2799">
              <a:solidFill>
                <a:srgbClr val="FFFFFF"/>
              </a:solidFill>
              <a:latin typeface="Archivo Narrow"/>
              <a:ea typeface="Archivo Narrow"/>
              <a:cs typeface="Archivo Narrow"/>
              <a:sym typeface="Archivo Narrow"/>
            </a:endParaRPr>
          </a:p>
          <a:p>
            <a:pPr indent="-406336" lvl="0" marL="457200" rtl="0" algn="l">
              <a:lnSpc>
                <a:spcPct val="180028"/>
              </a:lnSpc>
              <a:spcBef>
                <a:spcPts val="0"/>
              </a:spcBef>
              <a:spcAft>
                <a:spcPts val="0"/>
              </a:spcAft>
              <a:buClr>
                <a:srgbClr val="FFFFFF"/>
              </a:buClr>
              <a:buSzPts val="2799"/>
              <a:buFont typeface="Archivo Narrow"/>
              <a:buChar char="●"/>
            </a:pPr>
            <a:r>
              <a:rPr lang="en-US" sz="2799">
                <a:solidFill>
                  <a:srgbClr val="FFFFFF"/>
                </a:solidFill>
                <a:latin typeface="Archivo Narrow"/>
                <a:ea typeface="Archivo Narrow"/>
                <a:cs typeface="Archivo Narrow"/>
                <a:sym typeface="Archivo Narrow"/>
              </a:rPr>
              <a:t>cat /proc/meminfo</a:t>
            </a:r>
            <a:endParaRPr sz="2799">
              <a:solidFill>
                <a:srgbClr val="FFFFFF"/>
              </a:solidFill>
              <a:latin typeface="Archivo Narrow"/>
              <a:ea typeface="Archivo Narrow"/>
              <a:cs typeface="Archivo Narrow"/>
              <a:sym typeface="Archivo Narrow"/>
            </a:endParaRPr>
          </a:p>
          <a:p>
            <a:pPr indent="-406336" lvl="0" marL="457200" rtl="0" algn="l">
              <a:lnSpc>
                <a:spcPct val="180028"/>
              </a:lnSpc>
              <a:spcBef>
                <a:spcPts val="0"/>
              </a:spcBef>
              <a:spcAft>
                <a:spcPts val="0"/>
              </a:spcAft>
              <a:buClr>
                <a:srgbClr val="FFFFFF"/>
              </a:buClr>
              <a:buSzPts val="2799"/>
              <a:buFont typeface="Archivo Narrow"/>
              <a:buChar char="●"/>
            </a:pPr>
            <a:r>
              <a:rPr lang="en-US" sz="2799">
                <a:solidFill>
                  <a:srgbClr val="FFFFFF"/>
                </a:solidFill>
                <a:latin typeface="Archivo Narrow"/>
                <a:ea typeface="Archivo Narrow"/>
                <a:cs typeface="Archivo Narrow"/>
                <a:sym typeface="Archivo Narrow"/>
              </a:rPr>
              <a:t>cat /proc/modules</a:t>
            </a:r>
            <a:endParaRPr sz="2799">
              <a:solidFill>
                <a:srgbClr val="FFFFFF"/>
              </a:solidFill>
              <a:latin typeface="Archivo Narrow"/>
              <a:ea typeface="Archivo Narrow"/>
              <a:cs typeface="Archivo Narrow"/>
              <a:sym typeface="Archivo Narro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092A"/>
            </a:gs>
            <a:gs pos="100000">
              <a:srgbClr val="3333B8"/>
            </a:gs>
          </a:gsLst>
          <a:lin ang="18900044" scaled="0"/>
        </a:gradFill>
      </p:bgPr>
    </p:bg>
    <p:spTree>
      <p:nvGrpSpPr>
        <p:cNvPr id="248" name="Shape 248"/>
        <p:cNvGrpSpPr/>
        <p:nvPr/>
      </p:nvGrpSpPr>
      <p:grpSpPr>
        <a:xfrm>
          <a:off x="0" y="0"/>
          <a:ext cx="0" cy="0"/>
          <a:chOff x="0" y="0"/>
          <a:chExt cx="0" cy="0"/>
        </a:xfrm>
      </p:grpSpPr>
      <p:grpSp>
        <p:nvGrpSpPr>
          <p:cNvPr id="249" name="Google Shape;249;g3f548546c16_0_2"/>
          <p:cNvGrpSpPr/>
          <p:nvPr/>
        </p:nvGrpSpPr>
        <p:grpSpPr>
          <a:xfrm>
            <a:off x="1028700" y="846982"/>
            <a:ext cx="14256233" cy="2225250"/>
            <a:chOff x="0" y="0"/>
            <a:chExt cx="19008311" cy="2967000"/>
          </a:xfrm>
        </p:grpSpPr>
        <p:sp>
          <p:nvSpPr>
            <p:cNvPr id="250" name="Google Shape;250;g3f548546c16_0_2"/>
            <p:cNvSpPr/>
            <p:nvPr/>
          </p:nvSpPr>
          <p:spPr>
            <a:xfrm>
              <a:off x="0" y="0"/>
              <a:ext cx="19008311" cy="2966848"/>
            </a:xfrm>
            <a:custGeom>
              <a:rect b="b" l="l" r="r" t="t"/>
              <a:pathLst>
                <a:path extrusionOk="0" h="2966848" w="19008311">
                  <a:moveTo>
                    <a:pt x="0" y="0"/>
                  </a:moveTo>
                  <a:lnTo>
                    <a:pt x="19008311" y="0"/>
                  </a:lnTo>
                  <a:lnTo>
                    <a:pt x="19008311" y="2966848"/>
                  </a:lnTo>
                  <a:lnTo>
                    <a:pt x="0" y="2966848"/>
                  </a:lnTo>
                  <a:close/>
                </a:path>
              </a:pathLst>
            </a:custGeom>
            <a:blipFill rotWithShape="1">
              <a:blip r:embed="rId3">
                <a:alphaModFix amt="0"/>
              </a:blip>
              <a:stretch>
                <a:fillRect b="-74811" l="0" r="-10900" t="-102082"/>
              </a:stretch>
            </a:blipFill>
            <a:ln>
              <a:noFill/>
            </a:ln>
          </p:spPr>
        </p:sp>
        <p:sp>
          <p:nvSpPr>
            <p:cNvPr id="251" name="Google Shape;251;g3f548546c16_0_2"/>
            <p:cNvSpPr txBox="1"/>
            <p:nvPr/>
          </p:nvSpPr>
          <p:spPr>
            <a:xfrm>
              <a:off x="0" y="0"/>
              <a:ext cx="19008300" cy="2967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6400">
                  <a:solidFill>
                    <a:srgbClr val="92F7FF"/>
                  </a:solidFill>
                  <a:latin typeface="Archivo Black"/>
                  <a:ea typeface="Archivo Black"/>
                  <a:cs typeface="Archivo Black"/>
                  <a:sym typeface="Archivo Black"/>
                </a:rPr>
                <a:t>¿CÓMO FUNCIONA /PROC?</a:t>
              </a:r>
              <a:endParaRPr/>
            </a:p>
          </p:txBody>
        </p:sp>
      </p:grpSp>
      <p:sp>
        <p:nvSpPr>
          <p:cNvPr id="252" name="Google Shape;252;g3f548546c16_0_2"/>
          <p:cNvSpPr txBox="1"/>
          <p:nvPr/>
        </p:nvSpPr>
        <p:spPr>
          <a:xfrm>
            <a:off x="1028700" y="2918600"/>
            <a:ext cx="15992400" cy="6635700"/>
          </a:xfrm>
          <a:prstGeom prst="rect">
            <a:avLst/>
          </a:prstGeom>
          <a:noFill/>
          <a:ln>
            <a:noFill/>
          </a:ln>
        </p:spPr>
        <p:txBody>
          <a:bodyPr anchorCtr="0" anchor="t" bIns="0" lIns="0" spcFirstLastPara="1" rIns="0" wrap="square" tIns="0">
            <a:spAutoFit/>
          </a:bodyPr>
          <a:lstStyle/>
          <a:p>
            <a:pPr indent="0" lvl="0" marL="0" rtl="0" algn="l">
              <a:lnSpc>
                <a:spcPct val="180028"/>
              </a:lnSpc>
              <a:spcBef>
                <a:spcPts val="0"/>
              </a:spcBef>
              <a:spcAft>
                <a:spcPts val="0"/>
              </a:spcAft>
              <a:buClr>
                <a:schemeClr val="dk1"/>
              </a:buClr>
              <a:buSzPts val="1100"/>
              <a:buFont typeface="Arial"/>
              <a:buNone/>
            </a:pPr>
            <a:r>
              <a:rPr lang="en-US" sz="2799">
                <a:solidFill>
                  <a:srgbClr val="FFFFFF"/>
                </a:solidFill>
                <a:latin typeface="Archivo Narrow"/>
                <a:ea typeface="Archivo Narrow"/>
                <a:cs typeface="Archivo Narrow"/>
                <a:sym typeface="Archivo Narrow"/>
              </a:rPr>
              <a:t>/proc es un sistema de archivos virtual generado dinámicamente por el kernel.</a:t>
            </a:r>
            <a:endParaRPr sz="2799">
              <a:solidFill>
                <a:srgbClr val="FFFFFF"/>
              </a:solidFill>
              <a:latin typeface="Archivo Narrow"/>
              <a:ea typeface="Archivo Narrow"/>
              <a:cs typeface="Archivo Narrow"/>
              <a:sym typeface="Archivo Narrow"/>
            </a:endParaRPr>
          </a:p>
          <a:p>
            <a:pPr indent="0" lvl="0" marL="0" rtl="0" algn="l">
              <a:lnSpc>
                <a:spcPct val="180028"/>
              </a:lnSpc>
              <a:spcBef>
                <a:spcPts val="0"/>
              </a:spcBef>
              <a:spcAft>
                <a:spcPts val="0"/>
              </a:spcAft>
              <a:buNone/>
            </a:pPr>
            <a:r>
              <a:rPr lang="en-US" sz="2799">
                <a:solidFill>
                  <a:srgbClr val="FFFFFF"/>
                </a:solidFill>
                <a:latin typeface="Archivo Narrow"/>
                <a:ea typeface="Archivo Narrow"/>
                <a:cs typeface="Archivo Narrow"/>
                <a:sym typeface="Archivo Narrow"/>
              </a:rPr>
              <a:t>Los archivos en / proc:</a:t>
            </a:r>
            <a:endParaRPr sz="2799">
              <a:solidFill>
                <a:srgbClr val="FFFFFF"/>
              </a:solidFill>
              <a:latin typeface="Archivo Narrow"/>
              <a:ea typeface="Archivo Narrow"/>
              <a:cs typeface="Archivo Narrow"/>
              <a:sym typeface="Archivo Narrow"/>
            </a:endParaRPr>
          </a:p>
          <a:p>
            <a:pPr indent="-406336" lvl="0" marL="457200" rtl="0" algn="l">
              <a:lnSpc>
                <a:spcPct val="180028"/>
              </a:lnSpc>
              <a:spcBef>
                <a:spcPts val="0"/>
              </a:spcBef>
              <a:spcAft>
                <a:spcPts val="0"/>
              </a:spcAft>
              <a:buClr>
                <a:srgbClr val="FFFFFF"/>
              </a:buClr>
              <a:buSzPts val="2799"/>
              <a:buFont typeface="Archivo Narrow"/>
              <a:buChar char="●"/>
            </a:pPr>
            <a:r>
              <a:rPr lang="en-US" sz="2799">
                <a:solidFill>
                  <a:srgbClr val="FFFFFF"/>
                </a:solidFill>
                <a:latin typeface="Archivo Narrow"/>
                <a:ea typeface="Archivo Narrow"/>
                <a:cs typeface="Archivo Narrow"/>
                <a:sym typeface="Archivo Narrow"/>
              </a:rPr>
              <a:t>No existen físicamente en disco</a:t>
            </a:r>
            <a:endParaRPr sz="2799">
              <a:solidFill>
                <a:srgbClr val="FFFFFF"/>
              </a:solidFill>
              <a:latin typeface="Archivo Narrow"/>
              <a:ea typeface="Archivo Narrow"/>
              <a:cs typeface="Archivo Narrow"/>
              <a:sym typeface="Archivo Narrow"/>
            </a:endParaRPr>
          </a:p>
          <a:p>
            <a:pPr indent="-406336" lvl="0" marL="457200" rtl="0" algn="l">
              <a:lnSpc>
                <a:spcPct val="180028"/>
              </a:lnSpc>
              <a:spcBef>
                <a:spcPts val="0"/>
              </a:spcBef>
              <a:spcAft>
                <a:spcPts val="0"/>
              </a:spcAft>
              <a:buClr>
                <a:srgbClr val="FFFFFF"/>
              </a:buClr>
              <a:buSzPts val="2799"/>
              <a:buFont typeface="Archivo Narrow"/>
              <a:buChar char="●"/>
            </a:pPr>
            <a:r>
              <a:rPr lang="en-US" sz="2799">
                <a:solidFill>
                  <a:srgbClr val="FFFFFF"/>
                </a:solidFill>
                <a:latin typeface="Archivo Narrow"/>
                <a:ea typeface="Archivo Narrow"/>
                <a:cs typeface="Archivo Narrow"/>
                <a:sym typeface="Archivo Narrow"/>
              </a:rPr>
              <a:t>Son generados en tiempo real</a:t>
            </a:r>
            <a:endParaRPr sz="2799">
              <a:solidFill>
                <a:srgbClr val="FFFFFF"/>
              </a:solidFill>
              <a:latin typeface="Archivo Narrow"/>
              <a:ea typeface="Archivo Narrow"/>
              <a:cs typeface="Archivo Narrow"/>
              <a:sym typeface="Archivo Narrow"/>
            </a:endParaRPr>
          </a:p>
          <a:p>
            <a:pPr indent="-406336" lvl="0" marL="457200" rtl="0" algn="l">
              <a:lnSpc>
                <a:spcPct val="180028"/>
              </a:lnSpc>
              <a:spcBef>
                <a:spcPts val="0"/>
              </a:spcBef>
              <a:spcAft>
                <a:spcPts val="0"/>
              </a:spcAft>
              <a:buClr>
                <a:srgbClr val="FFFFFF"/>
              </a:buClr>
              <a:buSzPts val="2799"/>
              <a:buFont typeface="Archivo Narrow"/>
              <a:buChar char="●"/>
            </a:pPr>
            <a:r>
              <a:rPr lang="en-US" sz="2799">
                <a:solidFill>
                  <a:srgbClr val="FFFFFF"/>
                </a:solidFill>
                <a:latin typeface="Archivo Narrow"/>
                <a:ea typeface="Archivo Narrow"/>
                <a:cs typeface="Archivo Narrow"/>
                <a:sym typeface="Archivo Narrow"/>
              </a:rPr>
              <a:t>Exponen estructuras internas del kernel</a:t>
            </a:r>
            <a:endParaRPr sz="2799">
              <a:solidFill>
                <a:srgbClr val="FFFFFF"/>
              </a:solidFill>
              <a:latin typeface="Archivo Narrow"/>
              <a:ea typeface="Archivo Narrow"/>
              <a:cs typeface="Archivo Narrow"/>
              <a:sym typeface="Archivo Narrow"/>
            </a:endParaRPr>
          </a:p>
          <a:p>
            <a:pPr indent="0" lvl="0" marL="0" rtl="0" algn="l">
              <a:lnSpc>
                <a:spcPct val="180028"/>
              </a:lnSpc>
              <a:spcBef>
                <a:spcPts val="0"/>
              </a:spcBef>
              <a:spcAft>
                <a:spcPts val="0"/>
              </a:spcAft>
              <a:buNone/>
            </a:pPr>
            <a:r>
              <a:rPr lang="en-US" sz="2799">
                <a:solidFill>
                  <a:srgbClr val="FFFFFF"/>
                </a:solidFill>
                <a:latin typeface="Archivo Narrow"/>
                <a:ea typeface="Archivo Narrow"/>
                <a:cs typeface="Archivo Narrow"/>
                <a:sym typeface="Archivo Narrow"/>
              </a:rPr>
              <a:t>Ventajas:</a:t>
            </a:r>
            <a:endParaRPr sz="2799">
              <a:solidFill>
                <a:srgbClr val="FFFFFF"/>
              </a:solidFill>
              <a:latin typeface="Archivo Narrow"/>
              <a:ea typeface="Archivo Narrow"/>
              <a:cs typeface="Archivo Narrow"/>
              <a:sym typeface="Archivo Narrow"/>
            </a:endParaRPr>
          </a:p>
          <a:p>
            <a:pPr indent="-406336" lvl="0" marL="457200" rtl="0" algn="l">
              <a:lnSpc>
                <a:spcPct val="180028"/>
              </a:lnSpc>
              <a:spcBef>
                <a:spcPts val="0"/>
              </a:spcBef>
              <a:spcAft>
                <a:spcPts val="0"/>
              </a:spcAft>
              <a:buClr>
                <a:srgbClr val="FFFFFF"/>
              </a:buClr>
              <a:buSzPts val="2799"/>
              <a:buFont typeface="Archivo Narrow"/>
              <a:buChar char="●"/>
            </a:pPr>
            <a:r>
              <a:rPr lang="en-US" sz="2799">
                <a:solidFill>
                  <a:srgbClr val="FFFFFF"/>
                </a:solidFill>
                <a:latin typeface="Archivo Narrow"/>
                <a:ea typeface="Archivo Narrow"/>
                <a:cs typeface="Archivo Narrow"/>
                <a:sym typeface="Archivo Narrow"/>
              </a:rPr>
              <a:t>Fácil monitoreo</a:t>
            </a:r>
            <a:endParaRPr sz="2799">
              <a:solidFill>
                <a:srgbClr val="FFFFFF"/>
              </a:solidFill>
              <a:latin typeface="Archivo Narrow"/>
              <a:ea typeface="Archivo Narrow"/>
              <a:cs typeface="Archivo Narrow"/>
              <a:sym typeface="Archivo Narrow"/>
            </a:endParaRPr>
          </a:p>
          <a:p>
            <a:pPr indent="-406336" lvl="0" marL="457200" rtl="0" algn="l">
              <a:lnSpc>
                <a:spcPct val="180028"/>
              </a:lnSpc>
              <a:spcBef>
                <a:spcPts val="0"/>
              </a:spcBef>
              <a:spcAft>
                <a:spcPts val="0"/>
              </a:spcAft>
              <a:buClr>
                <a:srgbClr val="FFFFFF"/>
              </a:buClr>
              <a:buSzPts val="2799"/>
              <a:buFont typeface="Archivo Narrow"/>
              <a:buChar char="●"/>
            </a:pPr>
            <a:r>
              <a:rPr lang="en-US" sz="2799">
                <a:solidFill>
                  <a:srgbClr val="FFFFFF"/>
                </a:solidFill>
                <a:latin typeface="Archivo Narrow"/>
                <a:ea typeface="Archivo Narrow"/>
                <a:cs typeface="Archivo Narrow"/>
                <a:sym typeface="Archivo Narrow"/>
              </a:rPr>
              <a:t>Comunicación user/kernel</a:t>
            </a:r>
            <a:endParaRPr sz="2799">
              <a:solidFill>
                <a:srgbClr val="FFFFFF"/>
              </a:solidFill>
              <a:latin typeface="Archivo Narrow"/>
              <a:ea typeface="Archivo Narrow"/>
              <a:cs typeface="Archivo Narrow"/>
              <a:sym typeface="Archivo Narrow"/>
            </a:endParaRPr>
          </a:p>
          <a:p>
            <a:pPr indent="-406336" lvl="0" marL="457200" rtl="0" algn="l">
              <a:lnSpc>
                <a:spcPct val="180028"/>
              </a:lnSpc>
              <a:spcBef>
                <a:spcPts val="0"/>
              </a:spcBef>
              <a:spcAft>
                <a:spcPts val="0"/>
              </a:spcAft>
              <a:buClr>
                <a:srgbClr val="FFFFFF"/>
              </a:buClr>
              <a:buSzPts val="2799"/>
              <a:buFont typeface="Archivo Narrow"/>
              <a:buChar char="●"/>
            </a:pPr>
            <a:r>
              <a:rPr lang="en-US" sz="2799">
                <a:solidFill>
                  <a:srgbClr val="FFFFFF"/>
                </a:solidFill>
                <a:latin typeface="Archivo Narrow"/>
                <a:ea typeface="Archivo Narrow"/>
                <a:cs typeface="Archivo Narrow"/>
                <a:sym typeface="Archivo Narrow"/>
              </a:rPr>
              <a:t>Interfaces simples</a:t>
            </a:r>
            <a:endParaRPr sz="2799">
              <a:solidFill>
                <a:srgbClr val="FFFFFF"/>
              </a:solidFill>
              <a:latin typeface="Archivo Narrow"/>
              <a:ea typeface="Archivo Narrow"/>
              <a:cs typeface="Archivo Narrow"/>
              <a:sym typeface="Archivo Narro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092A"/>
            </a:gs>
            <a:gs pos="100000">
              <a:srgbClr val="3333B8"/>
            </a:gs>
          </a:gsLst>
          <a:lin ang="18900044" scaled="0"/>
        </a:gradFill>
      </p:bgPr>
    </p:bg>
    <p:spTree>
      <p:nvGrpSpPr>
        <p:cNvPr id="260" name="Shape 260"/>
        <p:cNvGrpSpPr/>
        <p:nvPr/>
      </p:nvGrpSpPr>
      <p:grpSpPr>
        <a:xfrm>
          <a:off x="0" y="0"/>
          <a:ext cx="0" cy="0"/>
          <a:chOff x="0" y="0"/>
          <a:chExt cx="0" cy="0"/>
        </a:xfrm>
      </p:grpSpPr>
      <p:grpSp>
        <p:nvGrpSpPr>
          <p:cNvPr id="261" name="Google Shape;261;g3f548546c16_0_19"/>
          <p:cNvGrpSpPr/>
          <p:nvPr/>
        </p:nvGrpSpPr>
        <p:grpSpPr>
          <a:xfrm>
            <a:off x="1028700" y="846975"/>
            <a:ext cx="15903225" cy="2225250"/>
            <a:chOff x="0" y="-9"/>
            <a:chExt cx="21204300" cy="2967000"/>
          </a:xfrm>
        </p:grpSpPr>
        <p:sp>
          <p:nvSpPr>
            <p:cNvPr id="262" name="Google Shape;262;g3f548546c16_0_19"/>
            <p:cNvSpPr/>
            <p:nvPr/>
          </p:nvSpPr>
          <p:spPr>
            <a:xfrm>
              <a:off x="0" y="0"/>
              <a:ext cx="19008311" cy="2966848"/>
            </a:xfrm>
            <a:custGeom>
              <a:rect b="b" l="l" r="r" t="t"/>
              <a:pathLst>
                <a:path extrusionOk="0" h="2966848" w="19008311">
                  <a:moveTo>
                    <a:pt x="0" y="0"/>
                  </a:moveTo>
                  <a:lnTo>
                    <a:pt x="19008311" y="0"/>
                  </a:lnTo>
                  <a:lnTo>
                    <a:pt x="19008311" y="2966848"/>
                  </a:lnTo>
                  <a:lnTo>
                    <a:pt x="0" y="2966848"/>
                  </a:lnTo>
                  <a:close/>
                </a:path>
              </a:pathLst>
            </a:custGeom>
            <a:blipFill rotWithShape="1">
              <a:blip r:embed="rId3">
                <a:alphaModFix amt="0"/>
              </a:blip>
              <a:stretch>
                <a:fillRect b="-74811" l="0" r="-10900" t="-102082"/>
              </a:stretch>
            </a:blipFill>
            <a:ln>
              <a:noFill/>
            </a:ln>
          </p:spPr>
        </p:sp>
        <p:sp>
          <p:nvSpPr>
            <p:cNvPr id="263" name="Google Shape;263;g3f548546c16_0_19"/>
            <p:cNvSpPr txBox="1"/>
            <p:nvPr/>
          </p:nvSpPr>
          <p:spPr>
            <a:xfrm>
              <a:off x="0" y="-9"/>
              <a:ext cx="21204300" cy="2967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6400">
                  <a:solidFill>
                    <a:srgbClr val="92F7FF"/>
                  </a:solidFill>
                  <a:latin typeface="Archivo Black"/>
                  <a:ea typeface="Archivo Black"/>
                  <a:cs typeface="Archivo Black"/>
                  <a:sym typeface="Archivo Black"/>
                </a:rPr>
                <a:t>SUBDIRECTORIOS ESPECÍFICOS</a:t>
              </a:r>
              <a:endParaRPr/>
            </a:p>
          </p:txBody>
        </p:sp>
      </p:grpSp>
      <p:sp>
        <p:nvSpPr>
          <p:cNvPr id="264" name="Google Shape;264;g3f548546c16_0_19"/>
          <p:cNvSpPr txBox="1"/>
          <p:nvPr/>
        </p:nvSpPr>
        <p:spPr>
          <a:xfrm>
            <a:off x="1028700" y="2918600"/>
            <a:ext cx="15992400" cy="6635700"/>
          </a:xfrm>
          <a:prstGeom prst="rect">
            <a:avLst/>
          </a:prstGeom>
          <a:noFill/>
          <a:ln>
            <a:noFill/>
          </a:ln>
        </p:spPr>
        <p:txBody>
          <a:bodyPr anchorCtr="0" anchor="t" bIns="0" lIns="0" spcFirstLastPara="1" rIns="0" wrap="square" tIns="0">
            <a:spAutoFit/>
          </a:bodyPr>
          <a:lstStyle/>
          <a:p>
            <a:pPr indent="0" lvl="0" marL="0" rtl="0" algn="l">
              <a:lnSpc>
                <a:spcPct val="180028"/>
              </a:lnSpc>
              <a:spcBef>
                <a:spcPts val="0"/>
              </a:spcBef>
              <a:spcAft>
                <a:spcPts val="0"/>
              </a:spcAft>
              <a:buNone/>
            </a:pPr>
            <a:r>
              <a:rPr lang="en-US" sz="2799">
                <a:solidFill>
                  <a:srgbClr val="FFFFFF"/>
                </a:solidFill>
                <a:latin typeface="Archivo Narrow"/>
                <a:ea typeface="Archivo Narrow"/>
                <a:cs typeface="Archivo Narrow"/>
                <a:sym typeface="Archivo Narrow"/>
              </a:rPr>
              <a:t>El directorio /proc contiene (entre otras cosas) un subdirectorio para cada uno proceso que se ejecuta en el sistema, que lleva el nombre del ID del proceso (PID).</a:t>
            </a:r>
            <a:endParaRPr sz="2799">
              <a:solidFill>
                <a:srgbClr val="FFFFFF"/>
              </a:solidFill>
              <a:latin typeface="Archivo Narrow"/>
              <a:ea typeface="Archivo Narrow"/>
              <a:cs typeface="Archivo Narrow"/>
              <a:sym typeface="Archivo Narrow"/>
            </a:endParaRPr>
          </a:p>
          <a:p>
            <a:pPr indent="0" lvl="0" marL="0" rtl="0" algn="l">
              <a:lnSpc>
                <a:spcPct val="180028"/>
              </a:lnSpc>
              <a:spcBef>
                <a:spcPts val="0"/>
              </a:spcBef>
              <a:spcAft>
                <a:spcPts val="0"/>
              </a:spcAft>
              <a:buNone/>
            </a:pPr>
            <a:r>
              <a:t/>
            </a:r>
            <a:endParaRPr sz="2799">
              <a:solidFill>
                <a:srgbClr val="FFFFFF"/>
              </a:solidFill>
              <a:latin typeface="Archivo Narrow"/>
              <a:ea typeface="Archivo Narrow"/>
              <a:cs typeface="Archivo Narrow"/>
              <a:sym typeface="Archivo Narrow"/>
            </a:endParaRPr>
          </a:p>
          <a:p>
            <a:pPr indent="0" lvl="0" marL="0" rtl="0" algn="l">
              <a:lnSpc>
                <a:spcPct val="180028"/>
              </a:lnSpc>
              <a:spcBef>
                <a:spcPts val="0"/>
              </a:spcBef>
              <a:spcAft>
                <a:spcPts val="0"/>
              </a:spcAft>
              <a:buNone/>
            </a:pPr>
            <a:r>
              <a:rPr lang="en-US" sz="2799">
                <a:solidFill>
                  <a:srgbClr val="FFFFFF"/>
                </a:solidFill>
                <a:latin typeface="Archivo Narrow"/>
                <a:ea typeface="Archivo Narrow"/>
                <a:cs typeface="Archivo Narrow"/>
                <a:sym typeface="Archivo Narrow"/>
              </a:rPr>
              <a:t>El enlace ‘self’ apunta al proceso de lectura del sistema de archivos. Cada proceso El subdirectorio tiene las entradas </a:t>
            </a:r>
            <a:r>
              <a:rPr lang="en-US" sz="2799">
                <a:solidFill>
                  <a:srgbClr val="FFFFFF"/>
                </a:solidFill>
                <a:latin typeface="Archivo Narrow"/>
                <a:ea typeface="Archivo Narrow"/>
                <a:cs typeface="Archivo Narrow"/>
                <a:sym typeface="Archivo Narrow"/>
              </a:rPr>
              <a:t>numeradas</a:t>
            </a:r>
            <a:r>
              <a:rPr lang="en-US" sz="2799">
                <a:solidFill>
                  <a:srgbClr val="FFFFFF"/>
                </a:solidFill>
                <a:latin typeface="Archivo Narrow"/>
                <a:ea typeface="Archivo Narrow"/>
                <a:cs typeface="Archivo Narrow"/>
                <a:sym typeface="Archivo Narrow"/>
              </a:rPr>
              <a:t>.</a:t>
            </a:r>
            <a:endParaRPr sz="2799">
              <a:solidFill>
                <a:srgbClr val="FFFFFF"/>
              </a:solidFill>
              <a:latin typeface="Archivo Narrow"/>
              <a:ea typeface="Archivo Narrow"/>
              <a:cs typeface="Archivo Narrow"/>
              <a:sym typeface="Archivo Narrow"/>
            </a:endParaRPr>
          </a:p>
          <a:p>
            <a:pPr indent="0" lvl="0" marL="0" rtl="0" algn="l">
              <a:lnSpc>
                <a:spcPct val="180028"/>
              </a:lnSpc>
              <a:spcBef>
                <a:spcPts val="0"/>
              </a:spcBef>
              <a:spcAft>
                <a:spcPts val="0"/>
              </a:spcAft>
              <a:buNone/>
            </a:pPr>
            <a:r>
              <a:t/>
            </a:r>
            <a:endParaRPr sz="2799">
              <a:solidFill>
                <a:srgbClr val="FFFFFF"/>
              </a:solidFill>
              <a:latin typeface="Archivo Narrow"/>
              <a:ea typeface="Archivo Narrow"/>
              <a:cs typeface="Archivo Narrow"/>
              <a:sym typeface="Archivo Narrow"/>
            </a:endParaRPr>
          </a:p>
          <a:p>
            <a:pPr indent="0" lvl="0" marL="0" rtl="0" algn="l">
              <a:lnSpc>
                <a:spcPct val="180028"/>
              </a:lnSpc>
              <a:spcBef>
                <a:spcPts val="0"/>
              </a:spcBef>
              <a:spcAft>
                <a:spcPts val="0"/>
              </a:spcAft>
              <a:buNone/>
            </a:pPr>
            <a:r>
              <a:rPr lang="en-US" sz="2799">
                <a:solidFill>
                  <a:srgbClr val="FFFFFF"/>
                </a:solidFill>
                <a:latin typeface="Archivo Narrow"/>
                <a:ea typeface="Archivo Narrow"/>
                <a:cs typeface="Archivo Narrow"/>
                <a:sym typeface="Archivo Narrow"/>
              </a:rPr>
              <a:t>Un proceso puede leer su propia información desde</a:t>
            </a:r>
            <a:r>
              <a:rPr b="1" lang="en-US" sz="2799">
                <a:solidFill>
                  <a:srgbClr val="FFFFFF"/>
                </a:solidFill>
                <a:latin typeface="Archivo Narrow"/>
                <a:ea typeface="Archivo Narrow"/>
                <a:cs typeface="Archivo Narrow"/>
                <a:sym typeface="Archivo Narrow"/>
              </a:rPr>
              <a:t> /proc/PID/*</a:t>
            </a:r>
            <a:r>
              <a:rPr lang="en-US" sz="2799">
                <a:solidFill>
                  <a:srgbClr val="FFFFFF"/>
                </a:solidFill>
                <a:latin typeface="Archivo Narrow"/>
                <a:ea typeface="Archivo Narrow"/>
                <a:cs typeface="Archivo Narrow"/>
                <a:sym typeface="Archivo Narrow"/>
              </a:rPr>
              <a:t> sin necesidad de realizar ninguna operación adicional permisos. Al leer </a:t>
            </a:r>
            <a:r>
              <a:rPr b="1" lang="en-US" sz="2799">
                <a:solidFill>
                  <a:srgbClr val="FFFFFF"/>
                </a:solidFill>
                <a:latin typeface="Archivo Narrow"/>
                <a:ea typeface="Archivo Narrow"/>
                <a:cs typeface="Archivo Narrow"/>
                <a:sym typeface="Archivo Narrow"/>
              </a:rPr>
              <a:t>/proc/PID/*</a:t>
            </a:r>
            <a:r>
              <a:rPr lang="en-US" sz="2799">
                <a:solidFill>
                  <a:srgbClr val="FFFFFF"/>
                </a:solidFill>
                <a:latin typeface="Archivo Narrow"/>
                <a:ea typeface="Archivo Narrow"/>
                <a:cs typeface="Archivo Narrow"/>
                <a:sym typeface="Archivo Narrow"/>
              </a:rPr>
              <a:t> para otros procesos se requiere que el proceso tenga capacidad </a:t>
            </a:r>
            <a:r>
              <a:rPr b="1" lang="en-US" sz="2799">
                <a:solidFill>
                  <a:srgbClr val="FFFFFF"/>
                </a:solidFill>
                <a:latin typeface="Archivo Narrow"/>
                <a:ea typeface="Archivo Narrow"/>
                <a:cs typeface="Archivo Narrow"/>
                <a:sym typeface="Archivo Narrow"/>
              </a:rPr>
              <a:t>CAP_SYS_PTRACE</a:t>
            </a:r>
            <a:r>
              <a:rPr lang="en-US" sz="2799">
                <a:solidFill>
                  <a:srgbClr val="FFFFFF"/>
                </a:solidFill>
                <a:latin typeface="Archivo Narrow"/>
                <a:ea typeface="Archivo Narrow"/>
                <a:cs typeface="Archivo Narrow"/>
                <a:sym typeface="Archivo Narrow"/>
              </a:rPr>
              <a:t> con permisos de acceso </a:t>
            </a:r>
            <a:r>
              <a:rPr b="1" lang="en-US" sz="2799">
                <a:solidFill>
                  <a:srgbClr val="FFFFFF"/>
                </a:solidFill>
                <a:latin typeface="Archivo Narrow"/>
                <a:ea typeface="Archivo Narrow"/>
                <a:cs typeface="Archivo Narrow"/>
                <a:sym typeface="Archivo Narrow"/>
              </a:rPr>
              <a:t>PTRACE_MODE_READ</a:t>
            </a:r>
            <a:r>
              <a:rPr lang="en-US" sz="2799">
                <a:solidFill>
                  <a:srgbClr val="FFFFFF"/>
                </a:solidFill>
                <a:latin typeface="Archivo Narrow"/>
                <a:ea typeface="Archivo Narrow"/>
                <a:cs typeface="Archivo Narrow"/>
                <a:sym typeface="Archivo Narrow"/>
              </a:rPr>
              <a:t> o, alternativamente, </a:t>
            </a:r>
            <a:r>
              <a:rPr b="1" lang="en-US" sz="2799">
                <a:solidFill>
                  <a:srgbClr val="FFFFFF"/>
                </a:solidFill>
                <a:latin typeface="Archivo Narrow"/>
                <a:ea typeface="Archivo Narrow"/>
                <a:cs typeface="Archivo Narrow"/>
                <a:sym typeface="Archivo Narrow"/>
              </a:rPr>
              <a:t>CAP_PERFMON</a:t>
            </a:r>
            <a:r>
              <a:rPr lang="en-US" sz="2799">
                <a:solidFill>
                  <a:srgbClr val="FFFFFF"/>
                </a:solidFill>
                <a:latin typeface="Archivo Narrow"/>
                <a:ea typeface="Archivo Narrow"/>
                <a:cs typeface="Archivo Narrow"/>
                <a:sym typeface="Archivo Narrow"/>
              </a:rPr>
              <a:t>.</a:t>
            </a:r>
            <a:endParaRPr sz="2799">
              <a:solidFill>
                <a:srgbClr val="FFFFFF"/>
              </a:solidFill>
              <a:latin typeface="Archivo Narrow"/>
              <a:ea typeface="Archivo Narrow"/>
              <a:cs typeface="Archivo Narrow"/>
              <a:sym typeface="Archivo Narro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092A"/>
            </a:gs>
            <a:gs pos="100000">
              <a:srgbClr val="3333B8"/>
            </a:gs>
          </a:gsLst>
          <a:lin ang="18900044" scaled="0"/>
        </a:gradFill>
      </p:bgPr>
    </p:bg>
    <p:spTree>
      <p:nvGrpSpPr>
        <p:cNvPr id="272" name="Shape 272"/>
        <p:cNvGrpSpPr/>
        <p:nvPr/>
      </p:nvGrpSpPr>
      <p:grpSpPr>
        <a:xfrm>
          <a:off x="0" y="0"/>
          <a:ext cx="0" cy="0"/>
          <a:chOff x="0" y="0"/>
          <a:chExt cx="0" cy="0"/>
        </a:xfrm>
      </p:grpSpPr>
      <p:grpSp>
        <p:nvGrpSpPr>
          <p:cNvPr id="273" name="Google Shape;273;g3f548546c16_0_32"/>
          <p:cNvGrpSpPr/>
          <p:nvPr/>
        </p:nvGrpSpPr>
        <p:grpSpPr>
          <a:xfrm>
            <a:off x="1028700" y="846975"/>
            <a:ext cx="15903225" cy="2225250"/>
            <a:chOff x="0" y="-9"/>
            <a:chExt cx="21204300" cy="2967000"/>
          </a:xfrm>
        </p:grpSpPr>
        <p:sp>
          <p:nvSpPr>
            <p:cNvPr id="274" name="Google Shape;274;g3f548546c16_0_32"/>
            <p:cNvSpPr/>
            <p:nvPr/>
          </p:nvSpPr>
          <p:spPr>
            <a:xfrm>
              <a:off x="0" y="0"/>
              <a:ext cx="19008311" cy="2966848"/>
            </a:xfrm>
            <a:custGeom>
              <a:rect b="b" l="l" r="r" t="t"/>
              <a:pathLst>
                <a:path extrusionOk="0" h="2966848" w="19008311">
                  <a:moveTo>
                    <a:pt x="0" y="0"/>
                  </a:moveTo>
                  <a:lnTo>
                    <a:pt x="19008311" y="0"/>
                  </a:lnTo>
                  <a:lnTo>
                    <a:pt x="19008311" y="2966848"/>
                  </a:lnTo>
                  <a:lnTo>
                    <a:pt x="0" y="2966848"/>
                  </a:lnTo>
                  <a:close/>
                </a:path>
              </a:pathLst>
            </a:custGeom>
            <a:blipFill rotWithShape="1">
              <a:blip r:embed="rId3">
                <a:alphaModFix amt="0"/>
              </a:blip>
              <a:stretch>
                <a:fillRect b="-74811" l="0" r="-10900" t="-102082"/>
              </a:stretch>
            </a:blipFill>
            <a:ln>
              <a:noFill/>
            </a:ln>
          </p:spPr>
        </p:sp>
        <p:sp>
          <p:nvSpPr>
            <p:cNvPr id="275" name="Google Shape;275;g3f548546c16_0_32"/>
            <p:cNvSpPr txBox="1"/>
            <p:nvPr/>
          </p:nvSpPr>
          <p:spPr>
            <a:xfrm>
              <a:off x="0" y="-9"/>
              <a:ext cx="21204300" cy="2967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6400">
                  <a:solidFill>
                    <a:srgbClr val="92F7FF"/>
                  </a:solidFill>
                  <a:latin typeface="Archivo Black"/>
                  <a:ea typeface="Archivo Black"/>
                  <a:cs typeface="Archivo Black"/>
                  <a:sym typeface="Archivo Black"/>
                </a:rPr>
                <a:t>ENTRADAS PROC</a:t>
              </a:r>
              <a:endParaRPr/>
            </a:p>
          </p:txBody>
        </p:sp>
      </p:grpSp>
      <p:pic>
        <p:nvPicPr>
          <p:cNvPr id="276" name="Google Shape;276;g3f548546c16_0_32"/>
          <p:cNvPicPr preferRelativeResize="0"/>
          <p:nvPr/>
        </p:nvPicPr>
        <p:blipFill>
          <a:blip r:embed="rId4">
            <a:alphaModFix/>
          </a:blip>
          <a:stretch>
            <a:fillRect/>
          </a:stretch>
        </p:blipFill>
        <p:spPr>
          <a:xfrm>
            <a:off x="3162338" y="2807575"/>
            <a:ext cx="11635950" cy="67023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092A"/>
            </a:gs>
            <a:gs pos="100000">
              <a:srgbClr val="3333B8"/>
            </a:gs>
          </a:gsLst>
          <a:lin ang="18900044" scaled="0"/>
        </a:gradFill>
      </p:bgPr>
    </p:bg>
    <p:spTree>
      <p:nvGrpSpPr>
        <p:cNvPr id="284" name="Shape 284"/>
        <p:cNvGrpSpPr/>
        <p:nvPr/>
      </p:nvGrpSpPr>
      <p:grpSpPr>
        <a:xfrm>
          <a:off x="0" y="0"/>
          <a:ext cx="0" cy="0"/>
          <a:chOff x="0" y="0"/>
          <a:chExt cx="0" cy="0"/>
        </a:xfrm>
      </p:grpSpPr>
      <p:grpSp>
        <p:nvGrpSpPr>
          <p:cNvPr id="285" name="Google Shape;285;g3f548546c16_0_44"/>
          <p:cNvGrpSpPr/>
          <p:nvPr/>
        </p:nvGrpSpPr>
        <p:grpSpPr>
          <a:xfrm>
            <a:off x="1028700" y="846975"/>
            <a:ext cx="15903225" cy="2225250"/>
            <a:chOff x="0" y="-9"/>
            <a:chExt cx="21204300" cy="2967000"/>
          </a:xfrm>
        </p:grpSpPr>
        <p:sp>
          <p:nvSpPr>
            <p:cNvPr id="286" name="Google Shape;286;g3f548546c16_0_44"/>
            <p:cNvSpPr/>
            <p:nvPr/>
          </p:nvSpPr>
          <p:spPr>
            <a:xfrm>
              <a:off x="0" y="0"/>
              <a:ext cx="19008311" cy="2966848"/>
            </a:xfrm>
            <a:custGeom>
              <a:rect b="b" l="l" r="r" t="t"/>
              <a:pathLst>
                <a:path extrusionOk="0" h="2966848" w="19008311">
                  <a:moveTo>
                    <a:pt x="0" y="0"/>
                  </a:moveTo>
                  <a:lnTo>
                    <a:pt x="19008311" y="0"/>
                  </a:lnTo>
                  <a:lnTo>
                    <a:pt x="19008311" y="2966848"/>
                  </a:lnTo>
                  <a:lnTo>
                    <a:pt x="0" y="2966848"/>
                  </a:lnTo>
                  <a:close/>
                </a:path>
              </a:pathLst>
            </a:custGeom>
            <a:blipFill rotWithShape="1">
              <a:blip r:embed="rId3">
                <a:alphaModFix amt="0"/>
              </a:blip>
              <a:stretch>
                <a:fillRect b="-74811" l="0" r="-10900" t="-102082"/>
              </a:stretch>
            </a:blipFill>
            <a:ln>
              <a:noFill/>
            </a:ln>
          </p:spPr>
        </p:sp>
        <p:sp>
          <p:nvSpPr>
            <p:cNvPr id="287" name="Google Shape;287;g3f548546c16_0_44"/>
            <p:cNvSpPr txBox="1"/>
            <p:nvPr/>
          </p:nvSpPr>
          <p:spPr>
            <a:xfrm>
              <a:off x="0" y="-9"/>
              <a:ext cx="21204300" cy="2967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6400">
                  <a:solidFill>
                    <a:srgbClr val="92F7FF"/>
                  </a:solidFill>
                  <a:latin typeface="Archivo Black"/>
                  <a:ea typeface="Archivo Black"/>
                  <a:cs typeface="Archivo Black"/>
                  <a:sym typeface="Archivo Black"/>
                </a:rPr>
                <a:t>CÓDIGOS ERROR</a:t>
              </a:r>
              <a:endParaRPr/>
            </a:p>
          </p:txBody>
        </p:sp>
      </p:grpSp>
      <p:pic>
        <p:nvPicPr>
          <p:cNvPr id="288" name="Google Shape;288;g3f548546c16_0_44"/>
          <p:cNvPicPr preferRelativeResize="0"/>
          <p:nvPr/>
        </p:nvPicPr>
        <p:blipFill>
          <a:blip r:embed="rId4">
            <a:alphaModFix/>
          </a:blip>
          <a:stretch>
            <a:fillRect/>
          </a:stretch>
        </p:blipFill>
        <p:spPr>
          <a:xfrm>
            <a:off x="1824500" y="2946600"/>
            <a:ext cx="14639001" cy="6242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092A"/>
            </a:gs>
            <a:gs pos="100000">
              <a:srgbClr val="3333B8"/>
            </a:gs>
          </a:gsLst>
          <a:lin ang="18900044" scaled="0"/>
        </a:gradFill>
      </p:bgPr>
    </p:bg>
    <p:spTree>
      <p:nvGrpSpPr>
        <p:cNvPr id="296" name="Shape 296"/>
        <p:cNvGrpSpPr/>
        <p:nvPr/>
      </p:nvGrpSpPr>
      <p:grpSpPr>
        <a:xfrm>
          <a:off x="0" y="0"/>
          <a:ext cx="0" cy="0"/>
          <a:chOff x="0" y="0"/>
          <a:chExt cx="0" cy="0"/>
        </a:xfrm>
      </p:grpSpPr>
      <p:sp>
        <p:nvSpPr>
          <p:cNvPr id="297" name="Google Shape;297;g3f548546c16_0_56"/>
          <p:cNvSpPr txBox="1"/>
          <p:nvPr/>
        </p:nvSpPr>
        <p:spPr>
          <a:xfrm>
            <a:off x="1404563" y="857250"/>
            <a:ext cx="7324200" cy="7884600"/>
          </a:xfrm>
          <a:prstGeom prst="rect">
            <a:avLst/>
          </a:prstGeom>
          <a:noFill/>
          <a:ln>
            <a:noFill/>
          </a:ln>
        </p:spPr>
        <p:txBody>
          <a:bodyPr anchorCtr="0" anchor="t" bIns="0" lIns="0" spcFirstLastPara="1" rIns="0" wrap="square" tIns="0">
            <a:spAutoFit/>
          </a:bodyPr>
          <a:lstStyle/>
          <a:p>
            <a:pPr indent="0" lvl="0" marL="0" rtl="0" algn="just">
              <a:lnSpc>
                <a:spcPct val="180028"/>
              </a:lnSpc>
              <a:spcBef>
                <a:spcPts val="0"/>
              </a:spcBef>
              <a:spcAft>
                <a:spcPts val="0"/>
              </a:spcAft>
              <a:buSzPts val="1100"/>
              <a:buNone/>
            </a:pPr>
            <a:r>
              <a:rPr lang="en-US" sz="2099">
                <a:solidFill>
                  <a:srgbClr val="FFFFFF"/>
                </a:solidFill>
                <a:latin typeface="Archivo Narrow"/>
                <a:ea typeface="Archivo Narrow"/>
                <a:cs typeface="Archivo Narrow"/>
                <a:sym typeface="Archivo Narrow"/>
              </a:rPr>
              <a:t>Permite mapear operaciones de usuario hacia funciones del kernel.</a:t>
            </a:r>
            <a:endParaRPr sz="2099">
              <a:solidFill>
                <a:srgbClr val="FFFFFF"/>
              </a:solidFill>
              <a:latin typeface="Archivo Narrow"/>
              <a:ea typeface="Archivo Narrow"/>
              <a:cs typeface="Archivo Narrow"/>
              <a:sym typeface="Archivo Narrow"/>
            </a:endParaRPr>
          </a:p>
          <a:p>
            <a:pPr indent="0" lvl="0" marL="0" rtl="0" algn="just">
              <a:lnSpc>
                <a:spcPct val="180028"/>
              </a:lnSpc>
              <a:spcBef>
                <a:spcPts val="0"/>
              </a:spcBef>
              <a:spcAft>
                <a:spcPts val="0"/>
              </a:spcAft>
              <a:buSzPts val="1100"/>
              <a:buNone/>
            </a:pPr>
            <a:r>
              <a:t/>
            </a:r>
            <a:endParaRPr sz="2099">
              <a:solidFill>
                <a:srgbClr val="FFFFFF"/>
              </a:solidFill>
              <a:latin typeface="Archivo Narrow"/>
              <a:ea typeface="Archivo Narrow"/>
              <a:cs typeface="Archivo Narrow"/>
              <a:sym typeface="Archivo Narrow"/>
            </a:endParaRPr>
          </a:p>
          <a:p>
            <a:pPr indent="0" lvl="0" marL="0" rtl="0" algn="just">
              <a:lnSpc>
                <a:spcPct val="180028"/>
              </a:lnSpc>
              <a:spcBef>
                <a:spcPts val="0"/>
              </a:spcBef>
              <a:spcAft>
                <a:spcPts val="0"/>
              </a:spcAft>
              <a:buSzPts val="1100"/>
              <a:buNone/>
            </a:pPr>
            <a:r>
              <a:t/>
            </a:r>
            <a:endParaRPr sz="2099">
              <a:solidFill>
                <a:srgbClr val="FFFFFF"/>
              </a:solidFill>
              <a:latin typeface="Archivo Narrow"/>
              <a:ea typeface="Archivo Narrow"/>
              <a:cs typeface="Archivo Narrow"/>
              <a:sym typeface="Archivo Narrow"/>
            </a:endParaRPr>
          </a:p>
          <a:p>
            <a:pPr indent="0" lvl="0" marL="0" rtl="0" algn="just">
              <a:lnSpc>
                <a:spcPct val="180028"/>
              </a:lnSpc>
              <a:spcBef>
                <a:spcPts val="0"/>
              </a:spcBef>
              <a:spcAft>
                <a:spcPts val="0"/>
              </a:spcAft>
              <a:buSzPts val="1100"/>
              <a:buNone/>
            </a:pPr>
            <a:r>
              <a:t/>
            </a:r>
            <a:endParaRPr sz="2099">
              <a:solidFill>
                <a:srgbClr val="FFFFFF"/>
              </a:solidFill>
              <a:latin typeface="Archivo Narrow"/>
              <a:ea typeface="Archivo Narrow"/>
              <a:cs typeface="Archivo Narrow"/>
              <a:sym typeface="Archivo Narrow"/>
            </a:endParaRPr>
          </a:p>
          <a:p>
            <a:pPr indent="0" lvl="0" marL="0" rtl="0" algn="just">
              <a:lnSpc>
                <a:spcPct val="180028"/>
              </a:lnSpc>
              <a:spcBef>
                <a:spcPts val="0"/>
              </a:spcBef>
              <a:spcAft>
                <a:spcPts val="0"/>
              </a:spcAft>
              <a:buSzPts val="1100"/>
              <a:buNone/>
            </a:pPr>
            <a:r>
              <a:t/>
            </a:r>
            <a:endParaRPr sz="2099">
              <a:solidFill>
                <a:srgbClr val="FFFFFF"/>
              </a:solidFill>
              <a:latin typeface="Archivo Narrow"/>
              <a:ea typeface="Archivo Narrow"/>
              <a:cs typeface="Archivo Narrow"/>
              <a:sym typeface="Archivo Narrow"/>
            </a:endParaRPr>
          </a:p>
          <a:p>
            <a:pPr indent="0" lvl="0" marL="0" rtl="0" algn="just">
              <a:lnSpc>
                <a:spcPct val="180028"/>
              </a:lnSpc>
              <a:spcBef>
                <a:spcPts val="0"/>
              </a:spcBef>
              <a:spcAft>
                <a:spcPts val="0"/>
              </a:spcAft>
              <a:buSzPts val="1100"/>
              <a:buNone/>
            </a:pPr>
            <a:r>
              <a:t/>
            </a:r>
            <a:endParaRPr sz="2099">
              <a:solidFill>
                <a:srgbClr val="FFFFFF"/>
              </a:solidFill>
              <a:latin typeface="Archivo Narrow"/>
              <a:ea typeface="Archivo Narrow"/>
              <a:cs typeface="Archivo Narrow"/>
              <a:sym typeface="Archivo Narrow"/>
            </a:endParaRPr>
          </a:p>
          <a:p>
            <a:pPr indent="0" lvl="0" marL="0" rtl="0" algn="just">
              <a:lnSpc>
                <a:spcPct val="180028"/>
              </a:lnSpc>
              <a:spcBef>
                <a:spcPts val="0"/>
              </a:spcBef>
              <a:spcAft>
                <a:spcPts val="0"/>
              </a:spcAft>
              <a:buSzPts val="1100"/>
              <a:buNone/>
            </a:pPr>
            <a:r>
              <a:t/>
            </a:r>
            <a:endParaRPr sz="2099">
              <a:solidFill>
                <a:srgbClr val="FFFFFF"/>
              </a:solidFill>
              <a:latin typeface="Archivo Narrow"/>
              <a:ea typeface="Archivo Narrow"/>
              <a:cs typeface="Archivo Narrow"/>
              <a:sym typeface="Archivo Narrow"/>
            </a:endParaRPr>
          </a:p>
          <a:p>
            <a:pPr indent="0" lvl="0" marL="0" rtl="0" algn="just">
              <a:lnSpc>
                <a:spcPct val="180028"/>
              </a:lnSpc>
              <a:spcBef>
                <a:spcPts val="0"/>
              </a:spcBef>
              <a:spcAft>
                <a:spcPts val="0"/>
              </a:spcAft>
              <a:buSzPts val="1100"/>
              <a:buNone/>
            </a:pPr>
            <a:r>
              <a:rPr b="1" lang="en-US" sz="2099">
                <a:solidFill>
                  <a:srgbClr val="FFFFFF"/>
                </a:solidFill>
                <a:latin typeface="Archivo Narrow"/>
                <a:ea typeface="Archivo Narrow"/>
                <a:cs typeface="Archivo Narrow"/>
                <a:sym typeface="Archivo Narrow"/>
              </a:rPr>
              <a:t>proc_open: </a:t>
            </a:r>
            <a:r>
              <a:rPr lang="en-US" sz="2099">
                <a:solidFill>
                  <a:srgbClr val="FFFFFF"/>
                </a:solidFill>
                <a:latin typeface="Archivo Narrow"/>
                <a:ea typeface="Archivo Narrow"/>
                <a:cs typeface="Archivo Narrow"/>
                <a:sym typeface="Archivo Narrow"/>
              </a:rPr>
              <a:t>Asigna el estado e inicializa los datos cuando se accede al archivo.</a:t>
            </a:r>
            <a:endParaRPr sz="2099">
              <a:solidFill>
                <a:srgbClr val="FFFFFF"/>
              </a:solidFill>
              <a:latin typeface="Archivo Narrow"/>
              <a:ea typeface="Archivo Narrow"/>
              <a:cs typeface="Archivo Narrow"/>
              <a:sym typeface="Archivo Narrow"/>
            </a:endParaRPr>
          </a:p>
          <a:p>
            <a:pPr indent="0" lvl="0" marL="0" rtl="0" algn="just">
              <a:lnSpc>
                <a:spcPct val="180028"/>
              </a:lnSpc>
              <a:spcBef>
                <a:spcPts val="0"/>
              </a:spcBef>
              <a:spcAft>
                <a:spcPts val="0"/>
              </a:spcAft>
              <a:buSzPts val="1100"/>
              <a:buNone/>
            </a:pPr>
            <a:r>
              <a:rPr b="1" lang="en-US" sz="2099">
                <a:solidFill>
                  <a:srgbClr val="FFFFFF"/>
                </a:solidFill>
                <a:latin typeface="Archivo Narrow"/>
                <a:ea typeface="Archivo Narrow"/>
                <a:cs typeface="Archivo Narrow"/>
                <a:sym typeface="Archivo Narrow"/>
              </a:rPr>
              <a:t>proc_read:</a:t>
            </a:r>
            <a:r>
              <a:rPr lang="en-US" sz="2099">
                <a:solidFill>
                  <a:srgbClr val="FFFFFF"/>
                </a:solidFill>
                <a:latin typeface="Archivo Narrow"/>
                <a:ea typeface="Archivo Narrow"/>
                <a:cs typeface="Archivo Narrow"/>
                <a:sym typeface="Archivo Narrow"/>
              </a:rPr>
              <a:t> Devuelve datos del espacio del núcleo al espacio de usuario (por ejemplo, `cat /proc/my_file`).</a:t>
            </a:r>
            <a:endParaRPr sz="2099">
              <a:solidFill>
                <a:srgbClr val="FFFFFF"/>
              </a:solidFill>
              <a:latin typeface="Archivo Narrow"/>
              <a:ea typeface="Archivo Narrow"/>
              <a:cs typeface="Archivo Narrow"/>
              <a:sym typeface="Archivo Narrow"/>
            </a:endParaRPr>
          </a:p>
          <a:p>
            <a:pPr indent="0" lvl="0" marL="0" rtl="0" algn="just">
              <a:lnSpc>
                <a:spcPct val="180028"/>
              </a:lnSpc>
              <a:spcBef>
                <a:spcPts val="0"/>
              </a:spcBef>
              <a:spcAft>
                <a:spcPts val="0"/>
              </a:spcAft>
              <a:buSzPts val="1100"/>
              <a:buNone/>
            </a:pPr>
            <a:r>
              <a:rPr b="1" lang="en-US" sz="2099">
                <a:solidFill>
                  <a:srgbClr val="FFFFFF"/>
                </a:solidFill>
                <a:latin typeface="Archivo Narrow"/>
                <a:ea typeface="Archivo Narrow"/>
                <a:cs typeface="Archivo Narrow"/>
                <a:sym typeface="Archivo Narrow"/>
              </a:rPr>
              <a:t>proc_write:</a:t>
            </a:r>
            <a:r>
              <a:rPr lang="en-US" sz="2099">
                <a:solidFill>
                  <a:srgbClr val="FFFFFF"/>
                </a:solidFill>
                <a:latin typeface="Archivo Narrow"/>
                <a:ea typeface="Archivo Narrow"/>
                <a:cs typeface="Archivo Narrow"/>
                <a:sym typeface="Archivo Narrow"/>
              </a:rPr>
              <a:t> Envía datos del espacio de usuario al núcleo (por ejemplo, `echo "string" &gt; /proc/my_file`).</a:t>
            </a:r>
            <a:endParaRPr sz="2099">
              <a:solidFill>
                <a:srgbClr val="FFFFFF"/>
              </a:solidFill>
              <a:latin typeface="Archivo Narrow"/>
              <a:ea typeface="Archivo Narrow"/>
              <a:cs typeface="Archivo Narrow"/>
              <a:sym typeface="Archivo Narrow"/>
            </a:endParaRPr>
          </a:p>
          <a:p>
            <a:pPr indent="0" lvl="0" marL="0" rtl="0" algn="just">
              <a:lnSpc>
                <a:spcPct val="180028"/>
              </a:lnSpc>
              <a:spcBef>
                <a:spcPts val="0"/>
              </a:spcBef>
              <a:spcAft>
                <a:spcPts val="0"/>
              </a:spcAft>
              <a:buSzPts val="1100"/>
              <a:buNone/>
            </a:pPr>
            <a:r>
              <a:rPr b="1" lang="en-US" sz="2099">
                <a:solidFill>
                  <a:srgbClr val="FFFFFF"/>
                </a:solidFill>
                <a:latin typeface="Archivo Narrow"/>
                <a:ea typeface="Archivo Narrow"/>
                <a:cs typeface="Archivo Narrow"/>
                <a:sym typeface="Archivo Narrow"/>
              </a:rPr>
              <a:t>proc_release:</a:t>
            </a:r>
            <a:r>
              <a:rPr lang="en-US" sz="2099">
                <a:solidFill>
                  <a:srgbClr val="FFFFFF"/>
                </a:solidFill>
                <a:latin typeface="Archivo Narrow"/>
                <a:ea typeface="Archivo Narrow"/>
                <a:cs typeface="Archivo Narrow"/>
                <a:sym typeface="Archivo Narrow"/>
              </a:rPr>
              <a:t> Libera recursos cuando se cierra el descriptor de archivo.</a:t>
            </a:r>
            <a:endParaRPr sz="2099">
              <a:solidFill>
                <a:srgbClr val="FFFFFF"/>
              </a:solidFill>
              <a:latin typeface="Archivo Narrow"/>
              <a:ea typeface="Archivo Narrow"/>
              <a:cs typeface="Archivo Narrow"/>
              <a:sym typeface="Archivo Narrow"/>
            </a:endParaRPr>
          </a:p>
        </p:txBody>
      </p:sp>
      <p:pic>
        <p:nvPicPr>
          <p:cNvPr id="298" name="Google Shape;298;g3f548546c16_0_56"/>
          <p:cNvPicPr preferRelativeResize="0"/>
          <p:nvPr/>
        </p:nvPicPr>
        <p:blipFill>
          <a:blip r:embed="rId3">
            <a:alphaModFix/>
          </a:blip>
          <a:stretch>
            <a:fillRect/>
          </a:stretch>
        </p:blipFill>
        <p:spPr>
          <a:xfrm>
            <a:off x="1404581" y="1621006"/>
            <a:ext cx="5953900" cy="2998475"/>
          </a:xfrm>
          <a:prstGeom prst="rect">
            <a:avLst/>
          </a:prstGeom>
          <a:noFill/>
          <a:ln>
            <a:noFill/>
          </a:ln>
        </p:spPr>
      </p:pic>
      <p:sp>
        <p:nvSpPr>
          <p:cNvPr id="299" name="Google Shape;299;g3f548546c16_0_56"/>
          <p:cNvSpPr txBox="1"/>
          <p:nvPr/>
        </p:nvSpPr>
        <p:spPr>
          <a:xfrm>
            <a:off x="9465463" y="857250"/>
            <a:ext cx="7324200" cy="7302900"/>
          </a:xfrm>
          <a:prstGeom prst="rect">
            <a:avLst/>
          </a:prstGeom>
          <a:noFill/>
          <a:ln>
            <a:noFill/>
          </a:ln>
        </p:spPr>
        <p:txBody>
          <a:bodyPr anchorCtr="0" anchor="t" bIns="0" lIns="0" spcFirstLastPara="1" rIns="0" wrap="square" tIns="0">
            <a:spAutoFit/>
          </a:bodyPr>
          <a:lstStyle/>
          <a:p>
            <a:pPr indent="0" lvl="0" marL="0" rtl="0" algn="just">
              <a:lnSpc>
                <a:spcPct val="180028"/>
              </a:lnSpc>
              <a:spcBef>
                <a:spcPts val="0"/>
              </a:spcBef>
              <a:spcAft>
                <a:spcPts val="0"/>
              </a:spcAft>
              <a:buSzPts val="1100"/>
              <a:buNone/>
            </a:pPr>
            <a:r>
              <a:rPr b="1" lang="en-US" sz="2099">
                <a:solidFill>
                  <a:srgbClr val="FFFFFF"/>
                </a:solidFill>
                <a:latin typeface="Archivo Narrow"/>
                <a:ea typeface="Archivo Narrow"/>
                <a:cs typeface="Archivo Narrow"/>
                <a:sym typeface="Archivo Narrow"/>
              </a:rPr>
              <a:t>Creación:</a:t>
            </a:r>
            <a:r>
              <a:rPr lang="en-US" sz="2099">
                <a:solidFill>
                  <a:srgbClr val="FFFFFF"/>
                </a:solidFill>
                <a:latin typeface="Archivo Narrow"/>
                <a:ea typeface="Archivo Narrow"/>
                <a:cs typeface="Archivo Narrow"/>
                <a:sym typeface="Archivo Narrow"/>
              </a:rPr>
              <a:t> Para que tus proc_ops sean accesibles, debes crear una</a:t>
            </a:r>
            <a:endParaRPr sz="2099">
              <a:solidFill>
                <a:srgbClr val="FFFFFF"/>
              </a:solidFill>
              <a:latin typeface="Archivo Narrow"/>
              <a:ea typeface="Archivo Narrow"/>
              <a:cs typeface="Archivo Narrow"/>
              <a:sym typeface="Archivo Narrow"/>
            </a:endParaRPr>
          </a:p>
          <a:p>
            <a:pPr indent="0" lvl="0" marL="0" rtl="0" algn="just">
              <a:lnSpc>
                <a:spcPct val="180028"/>
              </a:lnSpc>
              <a:spcBef>
                <a:spcPts val="0"/>
              </a:spcBef>
              <a:spcAft>
                <a:spcPts val="0"/>
              </a:spcAft>
              <a:buSzPts val="1100"/>
              <a:buNone/>
            </a:pPr>
            <a:r>
              <a:rPr lang="en-US" sz="2099">
                <a:solidFill>
                  <a:srgbClr val="FFFFFF"/>
                </a:solidFill>
                <a:latin typeface="Archivo Narrow"/>
                <a:ea typeface="Archivo Narrow"/>
                <a:cs typeface="Archivo Narrow"/>
                <a:sym typeface="Archivo Narrow"/>
              </a:rPr>
              <a:t>entrada de directorio durante la inicialización del módulo:</a:t>
            </a:r>
            <a:endParaRPr sz="2099">
              <a:solidFill>
                <a:srgbClr val="FFFFFF"/>
              </a:solidFill>
              <a:latin typeface="Archivo Narrow"/>
              <a:ea typeface="Archivo Narrow"/>
              <a:cs typeface="Archivo Narrow"/>
              <a:sym typeface="Archivo Narrow"/>
            </a:endParaRPr>
          </a:p>
          <a:p>
            <a:pPr indent="0" lvl="0" marL="0" rtl="0" algn="just">
              <a:lnSpc>
                <a:spcPct val="180028"/>
              </a:lnSpc>
              <a:spcBef>
                <a:spcPts val="0"/>
              </a:spcBef>
              <a:spcAft>
                <a:spcPts val="0"/>
              </a:spcAft>
              <a:buSzPts val="1100"/>
              <a:buNone/>
            </a:pPr>
            <a:r>
              <a:t/>
            </a:r>
            <a:endParaRPr sz="2099">
              <a:solidFill>
                <a:srgbClr val="FFFFFF"/>
              </a:solidFill>
              <a:latin typeface="Archivo Narrow"/>
              <a:ea typeface="Archivo Narrow"/>
              <a:cs typeface="Archivo Narrow"/>
              <a:sym typeface="Archivo Narrow"/>
            </a:endParaRPr>
          </a:p>
          <a:p>
            <a:pPr indent="0" lvl="0" marL="0" rtl="0" algn="just">
              <a:lnSpc>
                <a:spcPct val="180028"/>
              </a:lnSpc>
              <a:spcBef>
                <a:spcPts val="0"/>
              </a:spcBef>
              <a:spcAft>
                <a:spcPts val="0"/>
              </a:spcAft>
              <a:buSzPts val="1100"/>
              <a:buNone/>
            </a:pPr>
            <a:r>
              <a:t/>
            </a:r>
            <a:endParaRPr sz="2099">
              <a:solidFill>
                <a:srgbClr val="FFFFFF"/>
              </a:solidFill>
              <a:latin typeface="Archivo Narrow"/>
              <a:ea typeface="Archivo Narrow"/>
              <a:cs typeface="Archivo Narrow"/>
              <a:sym typeface="Archivo Narrow"/>
            </a:endParaRPr>
          </a:p>
          <a:p>
            <a:pPr indent="0" lvl="0" marL="0" rtl="0" algn="just">
              <a:lnSpc>
                <a:spcPct val="180028"/>
              </a:lnSpc>
              <a:spcBef>
                <a:spcPts val="0"/>
              </a:spcBef>
              <a:spcAft>
                <a:spcPts val="0"/>
              </a:spcAft>
              <a:buSzPts val="1100"/>
              <a:buNone/>
            </a:pPr>
            <a:r>
              <a:t/>
            </a:r>
            <a:endParaRPr sz="2099">
              <a:solidFill>
                <a:srgbClr val="FFFFFF"/>
              </a:solidFill>
              <a:latin typeface="Archivo Narrow"/>
              <a:ea typeface="Archivo Narrow"/>
              <a:cs typeface="Archivo Narrow"/>
              <a:sym typeface="Archivo Narrow"/>
            </a:endParaRPr>
          </a:p>
          <a:p>
            <a:pPr indent="0" lvl="0" marL="0" rtl="0" algn="just">
              <a:lnSpc>
                <a:spcPct val="180028"/>
              </a:lnSpc>
              <a:spcBef>
                <a:spcPts val="0"/>
              </a:spcBef>
              <a:spcAft>
                <a:spcPts val="0"/>
              </a:spcAft>
              <a:buSzPts val="1100"/>
              <a:buNone/>
            </a:pPr>
            <a:r>
              <a:t/>
            </a:r>
            <a:endParaRPr sz="2099">
              <a:solidFill>
                <a:srgbClr val="FFFFFF"/>
              </a:solidFill>
              <a:latin typeface="Archivo Narrow"/>
              <a:ea typeface="Archivo Narrow"/>
              <a:cs typeface="Archivo Narrow"/>
              <a:sym typeface="Archivo Narrow"/>
            </a:endParaRPr>
          </a:p>
          <a:p>
            <a:pPr indent="0" lvl="0" marL="0" rtl="0" algn="just">
              <a:lnSpc>
                <a:spcPct val="180028"/>
              </a:lnSpc>
              <a:spcBef>
                <a:spcPts val="0"/>
              </a:spcBef>
              <a:spcAft>
                <a:spcPts val="0"/>
              </a:spcAft>
              <a:buSzPts val="1100"/>
              <a:buNone/>
            </a:pPr>
            <a:r>
              <a:t/>
            </a:r>
            <a:endParaRPr sz="2099">
              <a:solidFill>
                <a:srgbClr val="FFFFFF"/>
              </a:solidFill>
              <a:latin typeface="Archivo Narrow"/>
              <a:ea typeface="Archivo Narrow"/>
              <a:cs typeface="Archivo Narrow"/>
              <a:sym typeface="Archivo Narrow"/>
            </a:endParaRPr>
          </a:p>
          <a:p>
            <a:pPr indent="0" lvl="0" marL="0" rtl="0" algn="just">
              <a:lnSpc>
                <a:spcPct val="180028"/>
              </a:lnSpc>
              <a:spcBef>
                <a:spcPts val="0"/>
              </a:spcBef>
              <a:spcAft>
                <a:spcPts val="0"/>
              </a:spcAft>
              <a:buSzPts val="1100"/>
              <a:buNone/>
            </a:pPr>
            <a:r>
              <a:t/>
            </a:r>
            <a:endParaRPr b="1" sz="2099">
              <a:solidFill>
                <a:srgbClr val="FFFFFF"/>
              </a:solidFill>
              <a:latin typeface="Archivo Narrow"/>
              <a:ea typeface="Archivo Narrow"/>
              <a:cs typeface="Archivo Narrow"/>
              <a:sym typeface="Archivo Narrow"/>
            </a:endParaRPr>
          </a:p>
          <a:p>
            <a:pPr indent="0" lvl="0" marL="0" rtl="0" algn="just">
              <a:lnSpc>
                <a:spcPct val="180028"/>
              </a:lnSpc>
              <a:spcBef>
                <a:spcPts val="0"/>
              </a:spcBef>
              <a:spcAft>
                <a:spcPts val="0"/>
              </a:spcAft>
              <a:buSzPts val="1100"/>
              <a:buNone/>
            </a:pPr>
            <a:r>
              <a:rPr b="1" lang="en-US" sz="2099">
                <a:solidFill>
                  <a:srgbClr val="FFFFFF"/>
                </a:solidFill>
                <a:latin typeface="Archivo Narrow"/>
                <a:ea typeface="Archivo Narrow"/>
                <a:cs typeface="Archivo Narrow"/>
                <a:sym typeface="Archivo Narrow"/>
              </a:rPr>
              <a:t>L</a:t>
            </a:r>
            <a:r>
              <a:rPr b="1" lang="en-US" sz="2099">
                <a:solidFill>
                  <a:srgbClr val="FFFFFF"/>
                </a:solidFill>
                <a:latin typeface="Archivo Narrow"/>
                <a:ea typeface="Archivo Narrow"/>
                <a:cs typeface="Archivo Narrow"/>
                <a:sym typeface="Archivo Narrow"/>
              </a:rPr>
              <a:t>impieza:</a:t>
            </a:r>
            <a:r>
              <a:rPr lang="en-US" sz="2099">
                <a:solidFill>
                  <a:srgbClr val="FFFFFF"/>
                </a:solidFill>
                <a:latin typeface="Archivo Narrow"/>
                <a:ea typeface="Archivo Narrow"/>
                <a:cs typeface="Archivo Narrow"/>
                <a:sym typeface="Archivo Narrow"/>
              </a:rPr>
              <a:t> Elimina siempre la entrada del archivo cuando se descargue</a:t>
            </a:r>
            <a:endParaRPr sz="2099">
              <a:solidFill>
                <a:srgbClr val="FFFFFF"/>
              </a:solidFill>
              <a:latin typeface="Archivo Narrow"/>
              <a:ea typeface="Archivo Narrow"/>
              <a:cs typeface="Archivo Narrow"/>
              <a:sym typeface="Archivo Narrow"/>
            </a:endParaRPr>
          </a:p>
          <a:p>
            <a:pPr indent="0" lvl="0" marL="0" rtl="0" algn="just">
              <a:lnSpc>
                <a:spcPct val="180028"/>
              </a:lnSpc>
              <a:spcBef>
                <a:spcPts val="0"/>
              </a:spcBef>
              <a:spcAft>
                <a:spcPts val="0"/>
              </a:spcAft>
              <a:buSzPts val="1100"/>
              <a:buNone/>
            </a:pPr>
            <a:r>
              <a:rPr lang="en-US" sz="2099">
                <a:solidFill>
                  <a:srgbClr val="FFFFFF"/>
                </a:solidFill>
                <a:latin typeface="Archivo Narrow"/>
                <a:ea typeface="Archivo Narrow"/>
                <a:cs typeface="Archivo Narrow"/>
                <a:sym typeface="Archivo Narrow"/>
              </a:rPr>
              <a:t>el módulo para evitar punteros sueltos o fugas de memoria:</a:t>
            </a:r>
            <a:endParaRPr sz="2099">
              <a:solidFill>
                <a:srgbClr val="FFFFFF"/>
              </a:solidFill>
              <a:latin typeface="Archivo Narrow"/>
              <a:ea typeface="Archivo Narrow"/>
              <a:cs typeface="Archivo Narrow"/>
              <a:sym typeface="Archivo Narrow"/>
            </a:endParaRPr>
          </a:p>
          <a:p>
            <a:pPr indent="0" lvl="0" marL="0" rtl="0" algn="just">
              <a:lnSpc>
                <a:spcPct val="180028"/>
              </a:lnSpc>
              <a:spcBef>
                <a:spcPts val="0"/>
              </a:spcBef>
              <a:spcAft>
                <a:spcPts val="0"/>
              </a:spcAft>
              <a:buSzPts val="1100"/>
              <a:buNone/>
            </a:pPr>
            <a:r>
              <a:t/>
            </a:r>
            <a:endParaRPr sz="2099">
              <a:solidFill>
                <a:srgbClr val="FFFFFF"/>
              </a:solidFill>
              <a:latin typeface="Archivo Narrow"/>
              <a:ea typeface="Archivo Narrow"/>
              <a:cs typeface="Archivo Narrow"/>
              <a:sym typeface="Archivo Narrow"/>
            </a:endParaRPr>
          </a:p>
          <a:p>
            <a:pPr indent="0" lvl="0" marL="0" rtl="0" algn="just">
              <a:lnSpc>
                <a:spcPct val="180028"/>
              </a:lnSpc>
              <a:spcBef>
                <a:spcPts val="0"/>
              </a:spcBef>
              <a:spcAft>
                <a:spcPts val="0"/>
              </a:spcAft>
              <a:buClr>
                <a:schemeClr val="dk1"/>
              </a:buClr>
              <a:buSzPts val="1100"/>
              <a:buFont typeface="Arial"/>
              <a:buNone/>
            </a:pPr>
            <a:r>
              <a:t/>
            </a:r>
            <a:endParaRPr sz="2099">
              <a:solidFill>
                <a:srgbClr val="FFFFFF"/>
              </a:solidFill>
              <a:latin typeface="Archivo Narrow"/>
              <a:ea typeface="Archivo Narrow"/>
              <a:cs typeface="Archivo Narrow"/>
              <a:sym typeface="Archivo Narrow"/>
            </a:endParaRPr>
          </a:p>
          <a:p>
            <a:pPr indent="0" lvl="0" marL="0" rtl="0" algn="just">
              <a:lnSpc>
                <a:spcPct val="180028"/>
              </a:lnSpc>
              <a:spcBef>
                <a:spcPts val="0"/>
              </a:spcBef>
              <a:spcAft>
                <a:spcPts val="0"/>
              </a:spcAft>
              <a:buSzPts val="1100"/>
              <a:buNone/>
            </a:pPr>
            <a:r>
              <a:t/>
            </a:r>
            <a:endParaRPr sz="2099">
              <a:solidFill>
                <a:srgbClr val="FFFFFF"/>
              </a:solidFill>
              <a:latin typeface="Archivo Narrow"/>
              <a:ea typeface="Archivo Narrow"/>
              <a:cs typeface="Archivo Narrow"/>
              <a:sym typeface="Archivo Narrow"/>
            </a:endParaRPr>
          </a:p>
        </p:txBody>
      </p:sp>
      <p:pic>
        <p:nvPicPr>
          <p:cNvPr id="300" name="Google Shape;300;g3f548546c16_0_56"/>
          <p:cNvPicPr preferRelativeResize="0"/>
          <p:nvPr/>
        </p:nvPicPr>
        <p:blipFill>
          <a:blip r:embed="rId4">
            <a:alphaModFix/>
          </a:blip>
          <a:stretch>
            <a:fillRect/>
          </a:stretch>
        </p:blipFill>
        <p:spPr>
          <a:xfrm>
            <a:off x="10016775" y="2500083"/>
            <a:ext cx="6221598" cy="2012031"/>
          </a:xfrm>
          <a:prstGeom prst="rect">
            <a:avLst/>
          </a:prstGeom>
          <a:noFill/>
          <a:ln>
            <a:noFill/>
          </a:ln>
        </p:spPr>
      </p:pic>
      <p:pic>
        <p:nvPicPr>
          <p:cNvPr id="301" name="Google Shape;301;g3f548546c16_0_56"/>
          <p:cNvPicPr preferRelativeResize="0"/>
          <p:nvPr/>
        </p:nvPicPr>
        <p:blipFill>
          <a:blip r:embed="rId5">
            <a:alphaModFix/>
          </a:blip>
          <a:stretch>
            <a:fillRect/>
          </a:stretch>
        </p:blipFill>
        <p:spPr>
          <a:xfrm>
            <a:off x="9936950" y="7339749"/>
            <a:ext cx="6381244" cy="95795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092A"/>
            </a:gs>
            <a:gs pos="100000">
              <a:srgbClr val="3333B8"/>
            </a:gs>
          </a:gsLst>
          <a:lin ang="18900000" scaled="0"/>
        </a:gradFill>
      </p:bgPr>
    </p:bg>
    <p:spTree>
      <p:nvGrpSpPr>
        <p:cNvPr id="309" name="Shape 309"/>
        <p:cNvGrpSpPr/>
        <p:nvPr/>
      </p:nvGrpSpPr>
      <p:grpSpPr>
        <a:xfrm>
          <a:off x="0" y="0"/>
          <a:ext cx="0" cy="0"/>
          <a:chOff x="0" y="0"/>
          <a:chExt cx="0" cy="0"/>
        </a:xfrm>
      </p:grpSpPr>
      <p:sp>
        <p:nvSpPr>
          <p:cNvPr id="310" name="Google Shape;310;p7"/>
          <p:cNvSpPr/>
          <p:nvPr/>
        </p:nvSpPr>
        <p:spPr>
          <a:xfrm>
            <a:off x="-811054" y="-735597"/>
            <a:ext cx="19647217" cy="11482102"/>
          </a:xfrm>
          <a:custGeom>
            <a:rect b="b" l="l" r="r" t="t"/>
            <a:pathLst>
              <a:path extrusionOk="0" h="15309469" w="26196289">
                <a:moveTo>
                  <a:pt x="0" y="0"/>
                </a:moveTo>
                <a:lnTo>
                  <a:pt x="26196289" y="0"/>
                </a:lnTo>
                <a:lnTo>
                  <a:pt x="26196289" y="15309469"/>
                </a:lnTo>
                <a:lnTo>
                  <a:pt x="0" y="15309469"/>
                </a:lnTo>
                <a:lnTo>
                  <a:pt x="0" y="0"/>
                </a:lnTo>
                <a:close/>
              </a:path>
            </a:pathLst>
          </a:custGeom>
          <a:blipFill rotWithShape="1">
            <a:blip r:embed="rId3">
              <a:alphaModFix/>
            </a:blip>
            <a:stretch>
              <a:fillRect b="-20540" l="0" r="0" t="-20540"/>
            </a:stretch>
          </a:blipFill>
          <a:ln>
            <a:noFill/>
          </a:ln>
        </p:spPr>
      </p:sp>
      <p:grpSp>
        <p:nvGrpSpPr>
          <p:cNvPr id="311" name="Google Shape;311;p7"/>
          <p:cNvGrpSpPr/>
          <p:nvPr/>
        </p:nvGrpSpPr>
        <p:grpSpPr>
          <a:xfrm>
            <a:off x="1238345" y="3577380"/>
            <a:ext cx="6952202" cy="4087639"/>
            <a:chOff x="0" y="0"/>
            <a:chExt cx="9269603" cy="5450186"/>
          </a:xfrm>
        </p:grpSpPr>
        <p:sp>
          <p:nvSpPr>
            <p:cNvPr id="312" name="Google Shape;312;p7"/>
            <p:cNvSpPr/>
            <p:nvPr/>
          </p:nvSpPr>
          <p:spPr>
            <a:xfrm>
              <a:off x="0" y="0"/>
              <a:ext cx="9269600" cy="5450177"/>
            </a:xfrm>
            <a:custGeom>
              <a:rect b="b" l="l" r="r" t="t"/>
              <a:pathLst>
                <a:path extrusionOk="0" h="5450177" w="9269600">
                  <a:moveTo>
                    <a:pt x="0" y="0"/>
                  </a:moveTo>
                  <a:lnTo>
                    <a:pt x="9269600" y="0"/>
                  </a:lnTo>
                  <a:lnTo>
                    <a:pt x="9269600" y="5450177"/>
                  </a:lnTo>
                  <a:lnTo>
                    <a:pt x="0" y="5450177"/>
                  </a:lnTo>
                  <a:close/>
                </a:path>
              </a:pathLst>
            </a:custGeom>
            <a:blipFill rotWithShape="1">
              <a:blip r:embed="rId4">
                <a:alphaModFix amt="0"/>
              </a:blip>
              <a:stretch>
                <a:fillRect b="30101" l="-2729" r="-2730" t="0"/>
              </a:stretch>
            </a:blipFill>
            <a:ln>
              <a:noFill/>
            </a:ln>
          </p:spPr>
        </p:sp>
        <p:sp>
          <p:nvSpPr>
            <p:cNvPr id="313" name="Google Shape;313;p7"/>
            <p:cNvSpPr txBox="1"/>
            <p:nvPr/>
          </p:nvSpPr>
          <p:spPr>
            <a:xfrm>
              <a:off x="0" y="0"/>
              <a:ext cx="9269603" cy="545018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300" u="none" cap="none" strike="noStrike">
                  <a:solidFill>
                    <a:srgbClr val="92F7FF"/>
                  </a:solidFill>
                  <a:latin typeface="Archivo Black"/>
                  <a:ea typeface="Archivo Black"/>
                  <a:cs typeface="Archivo Black"/>
                  <a:sym typeface="Archivo Black"/>
                </a:rPr>
                <a:t>Personalización del Kernel y Llamadas al Sistema</a:t>
              </a:r>
              <a:endParaRPr/>
            </a:p>
          </p:txBody>
        </p:sp>
      </p:grpSp>
      <p:sp>
        <p:nvSpPr>
          <p:cNvPr id="314" name="Google Shape;314;p7"/>
          <p:cNvSpPr/>
          <p:nvPr/>
        </p:nvSpPr>
        <p:spPr>
          <a:xfrm>
            <a:off x="9601200" y="514083"/>
            <a:ext cx="8228933" cy="9258015"/>
          </a:xfrm>
          <a:custGeom>
            <a:rect b="b" l="l" r="r" t="t"/>
            <a:pathLst>
              <a:path extrusionOk="0" h="12344019" w="10971911">
                <a:moveTo>
                  <a:pt x="0" y="1828673"/>
                </a:moveTo>
                <a:cubicBezTo>
                  <a:pt x="0" y="818769"/>
                  <a:pt x="818769" y="0"/>
                  <a:pt x="1828673" y="0"/>
                </a:cubicBezTo>
                <a:lnTo>
                  <a:pt x="9143238" y="0"/>
                </a:lnTo>
                <a:cubicBezTo>
                  <a:pt x="10153142" y="0"/>
                  <a:pt x="10971911" y="818769"/>
                  <a:pt x="10971911" y="1828673"/>
                </a:cubicBezTo>
                <a:lnTo>
                  <a:pt x="10971911" y="10515346"/>
                </a:lnTo>
                <a:cubicBezTo>
                  <a:pt x="10971911" y="11525250"/>
                  <a:pt x="10153142" y="12344019"/>
                  <a:pt x="9143238" y="12344019"/>
                </a:cubicBezTo>
                <a:lnTo>
                  <a:pt x="1828673" y="12344019"/>
                </a:lnTo>
                <a:cubicBezTo>
                  <a:pt x="818769" y="12344019"/>
                  <a:pt x="0" y="11525250"/>
                  <a:pt x="0" y="10515346"/>
                </a:cubicBezTo>
                <a:close/>
              </a:path>
            </a:pathLst>
          </a:custGeom>
          <a:blipFill rotWithShape="1">
            <a:blip r:embed="rId5">
              <a:alphaModFix/>
            </a:blip>
            <a:stretch>
              <a:fillRect b="0" l="-34431" r="-34431"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7"/>
          <p:cNvSpPr txBox="1"/>
          <p:nvPr/>
        </p:nvSpPr>
        <p:spPr>
          <a:xfrm>
            <a:off x="1329823" y="1274578"/>
            <a:ext cx="6986141" cy="152400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0" i="0" lang="en-US" sz="9999" u="none" cap="none" strike="noStrike">
                <a:solidFill>
                  <a:srgbClr val="92F7FF"/>
                </a:solidFill>
                <a:latin typeface="Archivo Black"/>
                <a:ea typeface="Archivo Black"/>
                <a:cs typeface="Archivo Black"/>
                <a:sym typeface="Archivo Black"/>
              </a:rPr>
              <a:t>Unidad 02</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092A"/>
            </a:gs>
            <a:gs pos="100000">
              <a:srgbClr val="3333B8"/>
            </a:gs>
          </a:gsLst>
          <a:lin ang="18900000" scaled="0"/>
        </a:gradFill>
      </p:bgPr>
    </p:bg>
    <p:spTree>
      <p:nvGrpSpPr>
        <p:cNvPr id="323" name="Shape 323"/>
        <p:cNvGrpSpPr/>
        <p:nvPr/>
      </p:nvGrpSpPr>
      <p:grpSpPr>
        <a:xfrm>
          <a:off x="0" y="0"/>
          <a:ext cx="0" cy="0"/>
          <a:chOff x="0" y="0"/>
          <a:chExt cx="0" cy="0"/>
        </a:xfrm>
      </p:grpSpPr>
      <p:grpSp>
        <p:nvGrpSpPr>
          <p:cNvPr id="324" name="Google Shape;324;p8"/>
          <p:cNvGrpSpPr/>
          <p:nvPr/>
        </p:nvGrpSpPr>
        <p:grpSpPr>
          <a:xfrm>
            <a:off x="9861970" y="831786"/>
            <a:ext cx="7186914" cy="3196692"/>
            <a:chOff x="0" y="0"/>
            <a:chExt cx="9582551" cy="4262255"/>
          </a:xfrm>
        </p:grpSpPr>
        <p:sp>
          <p:nvSpPr>
            <p:cNvPr id="325" name="Google Shape;325;p8"/>
            <p:cNvSpPr/>
            <p:nvPr/>
          </p:nvSpPr>
          <p:spPr>
            <a:xfrm>
              <a:off x="0" y="0"/>
              <a:ext cx="9582551" cy="4262244"/>
            </a:xfrm>
            <a:custGeom>
              <a:rect b="b" l="l" r="r" t="t"/>
              <a:pathLst>
                <a:path extrusionOk="0" h="4262244" w="9582551">
                  <a:moveTo>
                    <a:pt x="0" y="0"/>
                  </a:moveTo>
                  <a:lnTo>
                    <a:pt x="9582551" y="0"/>
                  </a:lnTo>
                  <a:lnTo>
                    <a:pt x="9582551" y="4262244"/>
                  </a:lnTo>
                  <a:lnTo>
                    <a:pt x="0" y="4262244"/>
                  </a:lnTo>
                  <a:close/>
                </a:path>
              </a:pathLst>
            </a:custGeom>
            <a:blipFill rotWithShape="1">
              <a:blip r:embed="rId3">
                <a:alphaModFix amt="0"/>
              </a:blip>
              <a:stretch>
                <a:fillRect b="-21687" l="0" r="-119988" t="-71054"/>
              </a:stretch>
            </a:blipFill>
            <a:ln>
              <a:noFill/>
            </a:ln>
          </p:spPr>
        </p:sp>
        <p:sp>
          <p:nvSpPr>
            <p:cNvPr id="326" name="Google Shape;326;p8"/>
            <p:cNvSpPr txBox="1"/>
            <p:nvPr/>
          </p:nvSpPr>
          <p:spPr>
            <a:xfrm>
              <a:off x="0" y="0"/>
              <a:ext cx="9582551" cy="426225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92F7FF"/>
                  </a:solidFill>
                  <a:latin typeface="Archivo Black"/>
                  <a:ea typeface="Archivo Black"/>
                  <a:cs typeface="Archivo Black"/>
                  <a:sym typeface="Archivo Black"/>
                </a:rPr>
                <a:t>Gestión Avanzada del Kernel</a:t>
              </a:r>
              <a:endParaRPr/>
            </a:p>
          </p:txBody>
        </p:sp>
      </p:grpSp>
      <p:sp>
        <p:nvSpPr>
          <p:cNvPr id="327" name="Google Shape;327;p8"/>
          <p:cNvSpPr/>
          <p:nvPr/>
        </p:nvSpPr>
        <p:spPr>
          <a:xfrm>
            <a:off x="0" y="0"/>
            <a:ext cx="8525643" cy="10287000"/>
          </a:xfrm>
          <a:custGeom>
            <a:rect b="b" l="l" r="r" t="t"/>
            <a:pathLst>
              <a:path extrusionOk="0" h="10287000" w="8525643">
                <a:moveTo>
                  <a:pt x="0" y="0"/>
                </a:moveTo>
                <a:lnTo>
                  <a:pt x="8525643" y="0"/>
                </a:lnTo>
                <a:lnTo>
                  <a:pt x="8525643" y="10287000"/>
                </a:lnTo>
                <a:lnTo>
                  <a:pt x="0" y="10287000"/>
                </a:lnTo>
                <a:lnTo>
                  <a:pt x="0" y="0"/>
                </a:lnTo>
                <a:close/>
              </a:path>
            </a:pathLst>
          </a:custGeom>
          <a:blipFill rotWithShape="1">
            <a:blip r:embed="rId4">
              <a:alphaModFix/>
            </a:blip>
            <a:stretch>
              <a:fillRect b="0" l="-46911" r="-33911" t="0"/>
            </a:stretch>
          </a:blipFill>
          <a:ln>
            <a:noFill/>
          </a:ln>
        </p:spPr>
      </p:sp>
      <p:sp>
        <p:nvSpPr>
          <p:cNvPr id="328" name="Google Shape;328;p8"/>
          <p:cNvSpPr txBox="1"/>
          <p:nvPr/>
        </p:nvSpPr>
        <p:spPr>
          <a:xfrm>
            <a:off x="9861970" y="4620093"/>
            <a:ext cx="7095483" cy="3324226"/>
          </a:xfrm>
          <a:prstGeom prst="rect">
            <a:avLst/>
          </a:prstGeom>
          <a:noFill/>
          <a:ln>
            <a:noFill/>
          </a:ln>
        </p:spPr>
        <p:txBody>
          <a:bodyPr anchorCtr="0" anchor="t" bIns="0" lIns="0" spcFirstLastPara="1" rIns="0" wrap="square" tIns="0">
            <a:spAutoFit/>
          </a:bodyPr>
          <a:lstStyle/>
          <a:p>
            <a:pPr indent="-323848" lvl="1" marL="647697" marR="0" rtl="0" algn="l">
              <a:lnSpc>
                <a:spcPct val="180026"/>
              </a:lnSpc>
              <a:spcBef>
                <a:spcPts val="0"/>
              </a:spcBef>
              <a:spcAft>
                <a:spcPts val="0"/>
              </a:spcAft>
              <a:buClr>
                <a:srgbClr val="FFFFFF"/>
              </a:buClr>
              <a:buSzPts val="2999"/>
              <a:buFont typeface="Arial"/>
              <a:buChar char="•"/>
            </a:pPr>
            <a:r>
              <a:rPr b="0" i="0" lang="en-US" sz="2999" u="none" cap="none" strike="noStrike">
                <a:solidFill>
                  <a:srgbClr val="FFFFFF"/>
                </a:solidFill>
                <a:latin typeface="Archivo Narrow"/>
                <a:ea typeface="Archivo Narrow"/>
                <a:cs typeface="Archivo Narrow"/>
                <a:sym typeface="Archivo Narrow"/>
              </a:rPr>
              <a:t>Obtención y configuración del código fuente.</a:t>
            </a:r>
            <a:endParaRPr/>
          </a:p>
          <a:p>
            <a:pPr indent="-323848" lvl="1" marL="647697" marR="0" rtl="0" algn="l">
              <a:lnSpc>
                <a:spcPct val="180026"/>
              </a:lnSpc>
              <a:spcBef>
                <a:spcPts val="0"/>
              </a:spcBef>
              <a:spcAft>
                <a:spcPts val="0"/>
              </a:spcAft>
              <a:buClr>
                <a:srgbClr val="FFFFFF"/>
              </a:buClr>
              <a:buSzPts val="2999"/>
              <a:buFont typeface="Arial"/>
              <a:buChar char="•"/>
            </a:pPr>
            <a:r>
              <a:rPr b="0" i="0" lang="en-US" sz="2999" u="none" cap="none" strike="noStrike">
                <a:solidFill>
                  <a:srgbClr val="FFFFFF"/>
                </a:solidFill>
                <a:latin typeface="Archivo Narrow"/>
                <a:ea typeface="Archivo Narrow"/>
                <a:cs typeface="Archivo Narrow"/>
                <a:sym typeface="Archivo Narrow"/>
              </a:rPr>
              <a:t>Proceso de personalización, compilación e instalación.</a:t>
            </a:r>
            <a:endParaRPr/>
          </a:p>
          <a:p>
            <a:pPr indent="-323848" lvl="1" marL="647697" marR="0" rtl="0" algn="l">
              <a:lnSpc>
                <a:spcPct val="180026"/>
              </a:lnSpc>
              <a:spcBef>
                <a:spcPts val="0"/>
              </a:spcBef>
              <a:spcAft>
                <a:spcPts val="0"/>
              </a:spcAft>
              <a:buClr>
                <a:srgbClr val="FFFFFF"/>
              </a:buClr>
              <a:buSzPts val="2999"/>
              <a:buFont typeface="Arial"/>
              <a:buChar char="•"/>
            </a:pPr>
            <a:r>
              <a:rPr b="0" i="0" lang="en-US" sz="2999" u="none" cap="none" strike="noStrike">
                <a:solidFill>
                  <a:srgbClr val="FFFFFF"/>
                </a:solidFill>
                <a:latin typeface="Archivo Narrow"/>
                <a:ea typeface="Archivo Narrow"/>
                <a:cs typeface="Archivo Narrow"/>
                <a:sym typeface="Archivo Narrow"/>
              </a:rPr>
              <a:t>Depuración y prueba de versiones personalizadas del kernel.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092A"/>
            </a:gs>
            <a:gs pos="100000">
              <a:srgbClr val="3333B8"/>
            </a:gs>
          </a:gsLst>
          <a:lin ang="18900000" scaled="0"/>
        </a:gradFill>
      </p:bgPr>
    </p:bg>
    <p:spTree>
      <p:nvGrpSpPr>
        <p:cNvPr id="336" name="Shape 336"/>
        <p:cNvGrpSpPr/>
        <p:nvPr/>
      </p:nvGrpSpPr>
      <p:grpSpPr>
        <a:xfrm>
          <a:off x="0" y="0"/>
          <a:ext cx="0" cy="0"/>
          <a:chOff x="0" y="0"/>
          <a:chExt cx="0" cy="0"/>
        </a:xfrm>
      </p:grpSpPr>
      <p:grpSp>
        <p:nvGrpSpPr>
          <p:cNvPr id="337" name="Google Shape;337;p9"/>
          <p:cNvGrpSpPr/>
          <p:nvPr/>
        </p:nvGrpSpPr>
        <p:grpSpPr>
          <a:xfrm>
            <a:off x="1113364" y="928426"/>
            <a:ext cx="14623905" cy="2225142"/>
            <a:chOff x="0" y="0"/>
            <a:chExt cx="19498540" cy="2966855"/>
          </a:xfrm>
        </p:grpSpPr>
        <p:sp>
          <p:nvSpPr>
            <p:cNvPr id="338" name="Google Shape;338;p9"/>
            <p:cNvSpPr/>
            <p:nvPr/>
          </p:nvSpPr>
          <p:spPr>
            <a:xfrm>
              <a:off x="0" y="0"/>
              <a:ext cx="19498539" cy="2966848"/>
            </a:xfrm>
            <a:custGeom>
              <a:rect b="b" l="l" r="r" t="t"/>
              <a:pathLst>
                <a:path extrusionOk="0" h="2966848" w="19498539">
                  <a:moveTo>
                    <a:pt x="0" y="0"/>
                  </a:moveTo>
                  <a:lnTo>
                    <a:pt x="19498539" y="0"/>
                  </a:lnTo>
                  <a:lnTo>
                    <a:pt x="19498539" y="2966848"/>
                  </a:lnTo>
                  <a:lnTo>
                    <a:pt x="0" y="2966848"/>
                  </a:lnTo>
                  <a:close/>
                </a:path>
              </a:pathLst>
            </a:custGeom>
            <a:blipFill rotWithShape="1">
              <a:blip r:embed="rId3">
                <a:alphaModFix amt="0"/>
              </a:blip>
              <a:stretch>
                <a:fillRect b="-74817" l="0" r="-8113" t="-102077"/>
              </a:stretch>
            </a:blipFill>
            <a:ln>
              <a:noFill/>
            </a:ln>
          </p:spPr>
        </p:sp>
        <p:sp>
          <p:nvSpPr>
            <p:cNvPr id="339" name="Google Shape;339;p9"/>
            <p:cNvSpPr txBox="1"/>
            <p:nvPr/>
          </p:nvSpPr>
          <p:spPr>
            <a:xfrm>
              <a:off x="0" y="0"/>
              <a:ext cx="19498540" cy="296685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92F7FF"/>
                  </a:solidFill>
                  <a:latin typeface="Archivo Black"/>
                  <a:ea typeface="Archivo Black"/>
                  <a:cs typeface="Archivo Black"/>
                  <a:sym typeface="Archivo Black"/>
                </a:rPr>
                <a:t>Obtención y configuración del código fuente</a:t>
              </a:r>
              <a:endParaRPr/>
            </a:p>
          </p:txBody>
        </p:sp>
      </p:grpSp>
      <p:sp>
        <p:nvSpPr>
          <p:cNvPr id="340" name="Google Shape;340;p9"/>
          <p:cNvSpPr/>
          <p:nvPr/>
        </p:nvSpPr>
        <p:spPr>
          <a:xfrm>
            <a:off x="11710653" y="3153568"/>
            <a:ext cx="4976980" cy="3763841"/>
          </a:xfrm>
          <a:custGeom>
            <a:rect b="b" l="l" r="r" t="t"/>
            <a:pathLst>
              <a:path extrusionOk="0" h="3763841" w="4976980">
                <a:moveTo>
                  <a:pt x="0" y="0"/>
                </a:moveTo>
                <a:lnTo>
                  <a:pt x="4976980" y="0"/>
                </a:lnTo>
                <a:lnTo>
                  <a:pt x="4976980" y="3763840"/>
                </a:lnTo>
                <a:lnTo>
                  <a:pt x="0" y="3763840"/>
                </a:lnTo>
                <a:lnTo>
                  <a:pt x="0" y="0"/>
                </a:lnTo>
                <a:close/>
              </a:path>
            </a:pathLst>
          </a:custGeom>
          <a:blipFill rotWithShape="1">
            <a:blip r:embed="rId4">
              <a:alphaModFix/>
            </a:blip>
            <a:stretch>
              <a:fillRect b="0" l="0" r="0" t="0"/>
            </a:stretch>
          </a:blipFill>
          <a:ln>
            <a:noFill/>
          </a:ln>
        </p:spPr>
      </p:sp>
      <p:sp>
        <p:nvSpPr>
          <p:cNvPr id="341" name="Google Shape;341;p9"/>
          <p:cNvSpPr/>
          <p:nvPr/>
        </p:nvSpPr>
        <p:spPr>
          <a:xfrm>
            <a:off x="2590981" y="3253842"/>
            <a:ext cx="3663567" cy="3663567"/>
          </a:xfrm>
          <a:custGeom>
            <a:rect b="b" l="l" r="r" t="t"/>
            <a:pathLst>
              <a:path extrusionOk="0" h="3663567" w="3663567">
                <a:moveTo>
                  <a:pt x="0" y="0"/>
                </a:moveTo>
                <a:lnTo>
                  <a:pt x="3663566" y="0"/>
                </a:lnTo>
                <a:lnTo>
                  <a:pt x="3663566" y="3663566"/>
                </a:lnTo>
                <a:lnTo>
                  <a:pt x="0" y="3663566"/>
                </a:lnTo>
                <a:lnTo>
                  <a:pt x="0" y="0"/>
                </a:lnTo>
                <a:close/>
              </a:path>
            </a:pathLst>
          </a:custGeom>
          <a:blipFill rotWithShape="1">
            <a:blip r:embed="rId5">
              <a:alphaModFix/>
            </a:blip>
            <a:stretch>
              <a:fillRect b="0" l="0" r="0" t="0"/>
            </a:stretch>
          </a:blipFill>
          <a:ln>
            <a:noFill/>
          </a:ln>
        </p:spPr>
      </p:sp>
      <p:sp>
        <p:nvSpPr>
          <p:cNvPr id="342" name="Google Shape;342;p9"/>
          <p:cNvSpPr txBox="1"/>
          <p:nvPr/>
        </p:nvSpPr>
        <p:spPr>
          <a:xfrm>
            <a:off x="1329823" y="7285928"/>
            <a:ext cx="7095493" cy="2131695"/>
          </a:xfrm>
          <a:prstGeom prst="rect">
            <a:avLst/>
          </a:prstGeom>
          <a:noFill/>
          <a:ln>
            <a:noFill/>
          </a:ln>
        </p:spPr>
        <p:txBody>
          <a:bodyPr anchorCtr="0" anchor="t" bIns="0" lIns="0" spcFirstLastPara="1" rIns="0" wrap="square" tIns="0">
            <a:spAutoFit/>
          </a:bodyPr>
          <a:lstStyle/>
          <a:p>
            <a:pPr indent="0" lvl="0" marL="0" marR="0" rtl="0" algn="l">
              <a:lnSpc>
                <a:spcPct val="180000"/>
              </a:lnSpc>
              <a:spcBef>
                <a:spcPts val="0"/>
              </a:spcBef>
              <a:spcAft>
                <a:spcPts val="0"/>
              </a:spcAft>
              <a:buNone/>
            </a:pPr>
            <a:r>
              <a:rPr b="0" i="0" lang="en-US" sz="2400" u="none" cap="none" strike="noStrike">
                <a:solidFill>
                  <a:srgbClr val="FFFFFF"/>
                </a:solidFill>
                <a:latin typeface="Archivo Narrow"/>
                <a:ea typeface="Archivo Narrow"/>
                <a:cs typeface="Archivo Narrow"/>
                <a:sym typeface="Archivo Narrow"/>
              </a:rPr>
              <a:t>El código fuente original se puede obtener directamente desde el repositorio de Linus Torvalds.</a:t>
            </a:r>
            <a:endParaRPr/>
          </a:p>
          <a:p>
            <a:pPr indent="0" lvl="0" marL="0" marR="0" rtl="0" algn="ctr">
              <a:lnSpc>
                <a:spcPct val="180000"/>
              </a:lnSpc>
              <a:spcBef>
                <a:spcPts val="0"/>
              </a:spcBef>
              <a:spcAft>
                <a:spcPts val="0"/>
              </a:spcAft>
              <a:buNone/>
            </a:pPr>
            <a:r>
              <a:rPr b="0" i="0" lang="en-US" sz="2400" u="sng" cap="none" strike="noStrike">
                <a:solidFill>
                  <a:srgbClr val="FFFFFF"/>
                </a:solidFill>
                <a:latin typeface="Archivo Narrow"/>
                <a:ea typeface="Archivo Narrow"/>
                <a:cs typeface="Archivo Narrow"/>
                <a:sym typeface="Archivo Narrow"/>
                <a:hlinkClick r:id="rId6">
                  <a:extLst>
                    <a:ext uri="{A12FA001-AC4F-418D-AE19-62706E023703}">
                      <ahyp:hlinkClr val="tx"/>
                    </a:ext>
                  </a:extLst>
                </a:hlinkClick>
              </a:rPr>
              <a:t>Github.com/torvalds/linux</a:t>
            </a:r>
            <a:endParaRPr/>
          </a:p>
          <a:p>
            <a:pPr indent="0" lvl="0" marL="0" marR="0" rtl="0" algn="l">
              <a:lnSpc>
                <a:spcPct val="180000"/>
              </a:lnSpc>
              <a:spcBef>
                <a:spcPts val="0"/>
              </a:spcBef>
              <a:spcAft>
                <a:spcPts val="0"/>
              </a:spcAft>
              <a:buNone/>
            </a:pPr>
            <a:r>
              <a:t/>
            </a:r>
            <a:endParaRPr b="0" i="0" sz="2400" u="sng" cap="none" strike="noStrike">
              <a:solidFill>
                <a:srgbClr val="FFFFFF"/>
              </a:solidFill>
              <a:latin typeface="Archivo Narrow"/>
              <a:ea typeface="Archivo Narrow"/>
              <a:cs typeface="Archivo Narrow"/>
              <a:sym typeface="Archivo Narrow"/>
              <a:hlinkClick r:id="rId7">
                <a:extLst>
                  <a:ext uri="{A12FA001-AC4F-418D-AE19-62706E023703}">
                    <ahyp:hlinkClr val="tx"/>
                  </a:ext>
                </a:extLst>
              </a:hlinkClick>
            </a:endParaRPr>
          </a:p>
        </p:txBody>
      </p:sp>
      <p:sp>
        <p:nvSpPr>
          <p:cNvPr id="343" name="Google Shape;343;p9"/>
          <p:cNvSpPr txBox="1"/>
          <p:nvPr/>
        </p:nvSpPr>
        <p:spPr>
          <a:xfrm>
            <a:off x="11145954" y="7448550"/>
            <a:ext cx="6113346" cy="1447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0" i="0" lang="en-US" sz="2400" u="none" cap="none" strike="noStrike">
                <a:solidFill>
                  <a:srgbClr val="FFFFFF"/>
                </a:solidFill>
                <a:latin typeface="Archivo Narrow"/>
                <a:ea typeface="Archivo Narrow"/>
                <a:cs typeface="Archivo Narrow"/>
                <a:sym typeface="Archivo Narrow"/>
              </a:rPr>
              <a:t>También puedes encontrarlo desde el repositorio de la organización de Linux.</a:t>
            </a:r>
            <a:endParaRPr/>
          </a:p>
          <a:p>
            <a:pPr indent="0" lvl="0" marL="0" marR="0" rtl="0" algn="ctr">
              <a:lnSpc>
                <a:spcPct val="119958"/>
              </a:lnSpc>
              <a:spcBef>
                <a:spcPts val="0"/>
              </a:spcBef>
              <a:spcAft>
                <a:spcPts val="0"/>
              </a:spcAft>
              <a:buNone/>
            </a:pPr>
            <a:r>
              <a:rPr b="0" i="0" lang="en-US" sz="2400" u="sng" cap="none" strike="noStrike">
                <a:solidFill>
                  <a:srgbClr val="FFFFFF"/>
                </a:solidFill>
                <a:latin typeface="Archivo Narrow"/>
                <a:ea typeface="Archivo Narrow"/>
                <a:cs typeface="Archivo Narrow"/>
                <a:sym typeface="Archivo Narrow"/>
                <a:hlinkClick r:id="rId8">
                  <a:extLst>
                    <a:ext uri="{A12FA001-AC4F-418D-AE19-62706E023703}">
                      <ahyp:hlinkClr val="tx"/>
                    </a:ext>
                  </a:extLst>
                </a:hlinkClick>
              </a:rPr>
              <a:t>www.kernel.org</a:t>
            </a:r>
            <a:endParaRPr/>
          </a:p>
          <a:p>
            <a:pPr indent="0" lvl="0" marL="0" marR="0" rtl="0" algn="l">
              <a:lnSpc>
                <a:spcPct val="119958"/>
              </a:lnSpc>
              <a:spcBef>
                <a:spcPts val="0"/>
              </a:spcBef>
              <a:spcAft>
                <a:spcPts val="0"/>
              </a:spcAft>
              <a:buNone/>
            </a:pPr>
            <a:r>
              <a:t/>
            </a:r>
            <a:endParaRPr b="0" i="0" sz="2400" u="sng" cap="none" strike="noStrike">
              <a:solidFill>
                <a:srgbClr val="FFFFFF"/>
              </a:solidFill>
              <a:latin typeface="Archivo Narrow"/>
              <a:ea typeface="Archivo Narrow"/>
              <a:cs typeface="Archivo Narrow"/>
              <a:sym typeface="Archivo Narrow"/>
              <a:hlinkClick r:id="rId9">
                <a:extLst>
                  <a:ext uri="{A12FA001-AC4F-418D-AE19-62706E023703}">
                    <ahyp:hlinkClr val="tx"/>
                  </a:ext>
                </a:extLst>
              </a:hlinkClick>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092A"/>
            </a:gs>
            <a:gs pos="100000">
              <a:srgbClr val="3333B8"/>
            </a:gs>
          </a:gsLst>
          <a:lin ang="18900000" scaled="0"/>
        </a:gradFill>
      </p:bgPr>
    </p:bg>
    <p:spTree>
      <p:nvGrpSpPr>
        <p:cNvPr id="351" name="Shape 351"/>
        <p:cNvGrpSpPr/>
        <p:nvPr/>
      </p:nvGrpSpPr>
      <p:grpSpPr>
        <a:xfrm>
          <a:off x="0" y="0"/>
          <a:ext cx="0" cy="0"/>
          <a:chOff x="0" y="0"/>
          <a:chExt cx="0" cy="0"/>
        </a:xfrm>
      </p:grpSpPr>
      <p:grpSp>
        <p:nvGrpSpPr>
          <p:cNvPr id="352" name="Google Shape;352;p10"/>
          <p:cNvGrpSpPr/>
          <p:nvPr/>
        </p:nvGrpSpPr>
        <p:grpSpPr>
          <a:xfrm>
            <a:off x="1028700" y="846982"/>
            <a:ext cx="14256233" cy="2225142"/>
            <a:chOff x="0" y="0"/>
            <a:chExt cx="19008311" cy="2966855"/>
          </a:xfrm>
        </p:grpSpPr>
        <p:sp>
          <p:nvSpPr>
            <p:cNvPr id="353" name="Google Shape;353;p10"/>
            <p:cNvSpPr/>
            <p:nvPr/>
          </p:nvSpPr>
          <p:spPr>
            <a:xfrm>
              <a:off x="0" y="0"/>
              <a:ext cx="19008311" cy="2966848"/>
            </a:xfrm>
            <a:custGeom>
              <a:rect b="b" l="l" r="r" t="t"/>
              <a:pathLst>
                <a:path extrusionOk="0" h="2966848" w="19008311">
                  <a:moveTo>
                    <a:pt x="0" y="0"/>
                  </a:moveTo>
                  <a:lnTo>
                    <a:pt x="19008311" y="0"/>
                  </a:lnTo>
                  <a:lnTo>
                    <a:pt x="19008311" y="2966848"/>
                  </a:lnTo>
                  <a:lnTo>
                    <a:pt x="0" y="2966848"/>
                  </a:lnTo>
                  <a:close/>
                </a:path>
              </a:pathLst>
            </a:custGeom>
            <a:blipFill rotWithShape="1">
              <a:blip r:embed="rId3">
                <a:alphaModFix amt="0"/>
              </a:blip>
              <a:stretch>
                <a:fillRect b="-74817" l="0" r="-10902" t="-102077"/>
              </a:stretch>
            </a:blipFill>
            <a:ln>
              <a:noFill/>
            </a:ln>
          </p:spPr>
        </p:sp>
        <p:sp>
          <p:nvSpPr>
            <p:cNvPr id="354" name="Google Shape;354;p10"/>
            <p:cNvSpPr txBox="1"/>
            <p:nvPr/>
          </p:nvSpPr>
          <p:spPr>
            <a:xfrm>
              <a:off x="0" y="0"/>
              <a:ext cx="19008311" cy="296685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92F7FF"/>
                  </a:solidFill>
                  <a:latin typeface="Archivo Black"/>
                  <a:ea typeface="Archivo Black"/>
                  <a:cs typeface="Archivo Black"/>
                  <a:sym typeface="Archivo Black"/>
                </a:rPr>
                <a:t>Proceso de personalización, compilación e instalación</a:t>
              </a:r>
              <a:endParaRPr/>
            </a:p>
          </p:txBody>
        </p:sp>
      </p:grpSp>
      <p:sp>
        <p:nvSpPr>
          <p:cNvPr id="355" name="Google Shape;355;p10"/>
          <p:cNvSpPr txBox="1"/>
          <p:nvPr/>
        </p:nvSpPr>
        <p:spPr>
          <a:xfrm>
            <a:off x="2888258" y="3364579"/>
            <a:ext cx="14051893" cy="6339841"/>
          </a:xfrm>
          <a:prstGeom prst="rect">
            <a:avLst/>
          </a:prstGeom>
          <a:noFill/>
          <a:ln>
            <a:noFill/>
          </a:ln>
        </p:spPr>
        <p:txBody>
          <a:bodyPr anchorCtr="0" anchor="t" bIns="0" lIns="0" spcFirstLastPara="1" rIns="0" wrap="square" tIns="0">
            <a:spAutoFit/>
          </a:bodyPr>
          <a:lstStyle/>
          <a:p>
            <a:pPr indent="0" lvl="0" marL="0" marR="0" rtl="0" algn="l">
              <a:lnSpc>
                <a:spcPct val="180028"/>
              </a:lnSpc>
              <a:spcBef>
                <a:spcPts val="0"/>
              </a:spcBef>
              <a:spcAft>
                <a:spcPts val="0"/>
              </a:spcAft>
              <a:buNone/>
            </a:pPr>
            <a:r>
              <a:rPr b="0" i="0" lang="en-US" sz="2799" u="none" cap="none" strike="noStrike">
                <a:solidFill>
                  <a:srgbClr val="FFFFFF"/>
                </a:solidFill>
                <a:latin typeface="Archivo Narrow"/>
                <a:ea typeface="Archivo Narrow"/>
                <a:cs typeface="Archivo Narrow"/>
                <a:sym typeface="Archivo Narrow"/>
              </a:rPr>
              <a:t>1) Configuración:</a:t>
            </a:r>
            <a:endParaRPr/>
          </a:p>
          <a:p>
            <a:pPr indent="0" lvl="0" marL="0" marR="0" rtl="0" algn="l">
              <a:lnSpc>
                <a:spcPct val="180028"/>
              </a:lnSpc>
              <a:spcBef>
                <a:spcPts val="0"/>
              </a:spcBef>
              <a:spcAft>
                <a:spcPts val="0"/>
              </a:spcAft>
              <a:buNone/>
            </a:pPr>
            <a:r>
              <a:rPr b="0" i="0" lang="en-US" sz="2799" u="none" cap="none" strike="noStrike">
                <a:solidFill>
                  <a:srgbClr val="FFFFFF"/>
                </a:solidFill>
                <a:latin typeface="Archivo Narrow"/>
                <a:ea typeface="Archivo Narrow"/>
                <a:cs typeface="Archivo Narrow"/>
                <a:sym typeface="Archivo Narrow"/>
              </a:rPr>
              <a:t>El proceso comienza con la configuración, un paso que determina las características y módulos que incluirá el kernel. Herramientas como </a:t>
            </a:r>
            <a:r>
              <a:rPr b="0" i="1" lang="en-US" sz="2799" u="none" cap="none" strike="noStrike">
                <a:solidFill>
                  <a:srgbClr val="FFFFFF"/>
                </a:solidFill>
                <a:latin typeface="Archivo Narrow"/>
                <a:ea typeface="Archivo Narrow"/>
                <a:cs typeface="Archivo Narrow"/>
                <a:sym typeface="Archivo Narrow"/>
              </a:rPr>
              <a:t>make menuconfig</a:t>
            </a:r>
            <a:r>
              <a:rPr b="0" i="0" lang="en-US" sz="2799" u="none" cap="none" strike="noStrike">
                <a:solidFill>
                  <a:srgbClr val="FFFFFF"/>
                </a:solidFill>
                <a:latin typeface="Archivo Narrow"/>
                <a:ea typeface="Archivo Narrow"/>
                <a:cs typeface="Archivo Narrow"/>
                <a:sym typeface="Archivo Narrow"/>
              </a:rPr>
              <a:t> ofrecen una interfaz gráfica para alternar opciones, guiando a los usuarios a través de la infinidad de posibilidades.</a:t>
            </a:r>
            <a:endParaRPr/>
          </a:p>
          <a:p>
            <a:pPr indent="0" lvl="0" marL="0" marR="0" rtl="0" algn="l">
              <a:lnSpc>
                <a:spcPct val="180028"/>
              </a:lnSpc>
              <a:spcBef>
                <a:spcPts val="0"/>
              </a:spcBef>
              <a:spcAft>
                <a:spcPts val="0"/>
              </a:spcAft>
              <a:buNone/>
            </a:pPr>
            <a:r>
              <a:t/>
            </a:r>
            <a:endParaRPr b="0" i="0" sz="2799" u="none" cap="none" strike="noStrike">
              <a:solidFill>
                <a:srgbClr val="FFFFFF"/>
              </a:solidFill>
              <a:latin typeface="Archivo Narrow"/>
              <a:ea typeface="Archivo Narrow"/>
              <a:cs typeface="Archivo Narrow"/>
              <a:sym typeface="Archivo Narrow"/>
            </a:endParaRPr>
          </a:p>
          <a:p>
            <a:pPr indent="0" lvl="0" marL="0" marR="0" rtl="0" algn="l">
              <a:lnSpc>
                <a:spcPct val="180028"/>
              </a:lnSpc>
              <a:spcBef>
                <a:spcPts val="0"/>
              </a:spcBef>
              <a:spcAft>
                <a:spcPts val="0"/>
              </a:spcAft>
              <a:buNone/>
            </a:pPr>
            <a:r>
              <a:rPr b="0" i="0" lang="en-US" sz="2799" u="none" cap="none" strike="noStrike">
                <a:solidFill>
                  <a:srgbClr val="FFFFFF"/>
                </a:solidFill>
                <a:latin typeface="Archivo Narrow"/>
                <a:ea typeface="Archivo Narrow"/>
                <a:cs typeface="Archivo Narrow"/>
                <a:sym typeface="Archivo Narrow"/>
              </a:rPr>
              <a:t>2) Compilar el Kernel:</a:t>
            </a:r>
            <a:endParaRPr/>
          </a:p>
          <a:p>
            <a:pPr indent="0" lvl="0" marL="0" marR="0" rtl="0" algn="l">
              <a:lnSpc>
                <a:spcPct val="180028"/>
              </a:lnSpc>
              <a:spcBef>
                <a:spcPts val="0"/>
              </a:spcBef>
              <a:spcAft>
                <a:spcPts val="0"/>
              </a:spcAft>
              <a:buNone/>
            </a:pPr>
            <a:r>
              <a:rPr b="0" i="0" lang="en-US" sz="2799" u="none" cap="none" strike="noStrike">
                <a:solidFill>
                  <a:srgbClr val="FFFFFF"/>
                </a:solidFill>
                <a:latin typeface="Archivo Narrow"/>
                <a:ea typeface="Archivo Narrow"/>
                <a:cs typeface="Archivo Narrow"/>
                <a:sym typeface="Archivo Narrow"/>
              </a:rPr>
              <a:t>Con la configuración establecida, la siguiente fase es la compilación, que transforma el código fuente en un kernel ejecutable. Este proceso se inicia con comandos como make y make modules_install, un procedimiento meticuloso que puede llevar tiempo, dependiendo de las capacidades del sistema y la complejidad del kernel.</a:t>
            </a:r>
            <a:endParaRPr/>
          </a:p>
        </p:txBody>
      </p:sp>
      <p:sp>
        <p:nvSpPr>
          <p:cNvPr id="356" name="Google Shape;356;p10"/>
          <p:cNvSpPr/>
          <p:nvPr/>
        </p:nvSpPr>
        <p:spPr>
          <a:xfrm>
            <a:off x="818813" y="4276413"/>
            <a:ext cx="1734173" cy="1734173"/>
          </a:xfrm>
          <a:custGeom>
            <a:rect b="b" l="l" r="r" t="t"/>
            <a:pathLst>
              <a:path extrusionOk="0" h="1734173" w="1734173">
                <a:moveTo>
                  <a:pt x="0" y="0"/>
                </a:moveTo>
                <a:lnTo>
                  <a:pt x="1734173" y="0"/>
                </a:lnTo>
                <a:lnTo>
                  <a:pt x="1734173" y="1734174"/>
                </a:lnTo>
                <a:lnTo>
                  <a:pt x="0" y="1734174"/>
                </a:lnTo>
                <a:lnTo>
                  <a:pt x="0" y="0"/>
                </a:lnTo>
                <a:close/>
              </a:path>
            </a:pathLst>
          </a:custGeom>
          <a:blipFill rotWithShape="1">
            <a:blip r:embed="rId4">
              <a:alphaModFix/>
            </a:blip>
            <a:stretch>
              <a:fillRect b="0" l="0" r="0" t="0"/>
            </a:stretch>
          </a:blipFill>
          <a:ln>
            <a:noFill/>
          </a:ln>
        </p:spPr>
      </p:sp>
      <p:sp>
        <p:nvSpPr>
          <p:cNvPr id="357" name="Google Shape;357;p10"/>
          <p:cNvSpPr/>
          <p:nvPr/>
        </p:nvSpPr>
        <p:spPr>
          <a:xfrm>
            <a:off x="854653" y="7595807"/>
            <a:ext cx="1662493" cy="1662493"/>
          </a:xfrm>
          <a:custGeom>
            <a:rect b="b" l="l" r="r" t="t"/>
            <a:pathLst>
              <a:path extrusionOk="0" h="1662493" w="1662493">
                <a:moveTo>
                  <a:pt x="0" y="0"/>
                </a:moveTo>
                <a:lnTo>
                  <a:pt x="1662493" y="0"/>
                </a:lnTo>
                <a:lnTo>
                  <a:pt x="1662493" y="1662493"/>
                </a:lnTo>
                <a:lnTo>
                  <a:pt x="0" y="1662493"/>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092A"/>
            </a:gs>
            <a:gs pos="100000">
              <a:srgbClr val="3333B8"/>
            </a:gs>
          </a:gsLst>
          <a:lin ang="18900000" scaled="0"/>
        </a:gradFill>
      </p:bgPr>
    </p:bg>
    <p:spTree>
      <p:nvGrpSpPr>
        <p:cNvPr id="365" name="Shape 365"/>
        <p:cNvGrpSpPr/>
        <p:nvPr/>
      </p:nvGrpSpPr>
      <p:grpSpPr>
        <a:xfrm>
          <a:off x="0" y="0"/>
          <a:ext cx="0" cy="0"/>
          <a:chOff x="0" y="0"/>
          <a:chExt cx="0" cy="0"/>
        </a:xfrm>
      </p:grpSpPr>
      <p:sp>
        <p:nvSpPr>
          <p:cNvPr id="366" name="Google Shape;366;p11"/>
          <p:cNvSpPr txBox="1"/>
          <p:nvPr/>
        </p:nvSpPr>
        <p:spPr>
          <a:xfrm>
            <a:off x="3235074" y="1568767"/>
            <a:ext cx="13672453" cy="6978016"/>
          </a:xfrm>
          <a:prstGeom prst="rect">
            <a:avLst/>
          </a:prstGeom>
          <a:noFill/>
          <a:ln>
            <a:noFill/>
          </a:ln>
        </p:spPr>
        <p:txBody>
          <a:bodyPr anchorCtr="0" anchor="t" bIns="0" lIns="0" spcFirstLastPara="1" rIns="0" wrap="square" tIns="0">
            <a:spAutoFit/>
          </a:bodyPr>
          <a:lstStyle/>
          <a:p>
            <a:pPr indent="0" lvl="0" marL="0" marR="0" rtl="0" algn="l">
              <a:lnSpc>
                <a:spcPct val="180028"/>
              </a:lnSpc>
              <a:spcBef>
                <a:spcPts val="0"/>
              </a:spcBef>
              <a:spcAft>
                <a:spcPts val="0"/>
              </a:spcAft>
              <a:buNone/>
            </a:pPr>
            <a:r>
              <a:rPr b="0" i="0" lang="en-US" sz="2799" u="none" cap="none" strike="noStrike">
                <a:solidFill>
                  <a:srgbClr val="FFFFFF"/>
                </a:solidFill>
                <a:latin typeface="Archivo Narrow"/>
                <a:ea typeface="Archivo Narrow"/>
                <a:cs typeface="Archivo Narrow"/>
                <a:sym typeface="Archivo Narrow"/>
              </a:rPr>
              <a:t>3) Instalación del kernel personalizado:</a:t>
            </a:r>
            <a:endParaRPr/>
          </a:p>
          <a:p>
            <a:pPr indent="0" lvl="0" marL="0" marR="0" rtl="0" algn="l">
              <a:lnSpc>
                <a:spcPct val="180028"/>
              </a:lnSpc>
              <a:spcBef>
                <a:spcPts val="0"/>
              </a:spcBef>
              <a:spcAft>
                <a:spcPts val="0"/>
              </a:spcAft>
              <a:buNone/>
            </a:pPr>
            <a:r>
              <a:rPr b="0" i="0" lang="en-US" sz="2799" u="none" cap="none" strike="noStrike">
                <a:solidFill>
                  <a:srgbClr val="FFFFFF"/>
                </a:solidFill>
                <a:latin typeface="Archivo Narrow"/>
                <a:ea typeface="Archivo Narrow"/>
                <a:cs typeface="Archivo Narrow"/>
                <a:sym typeface="Archivo Narrow"/>
              </a:rPr>
              <a:t>Tras la compilación, se instala el nuevo kernel. Esto implica copiar la imagen del kernel al directorio de arranque y, posiblemente, actualizar la configuración del gestor de arranque para incluir el nuevo kernel como opción de arranque, garantizando así que el sistema pueda arrancar con este núcleo personalizado.</a:t>
            </a:r>
            <a:endParaRPr/>
          </a:p>
          <a:p>
            <a:pPr indent="0" lvl="0" marL="0" marR="0" rtl="0" algn="l">
              <a:lnSpc>
                <a:spcPct val="180028"/>
              </a:lnSpc>
              <a:spcBef>
                <a:spcPts val="0"/>
              </a:spcBef>
              <a:spcAft>
                <a:spcPts val="0"/>
              </a:spcAft>
              <a:buNone/>
            </a:pPr>
            <a:r>
              <a:t/>
            </a:r>
            <a:endParaRPr b="0" i="0" sz="2799" u="none" cap="none" strike="noStrike">
              <a:solidFill>
                <a:srgbClr val="FFFFFF"/>
              </a:solidFill>
              <a:latin typeface="Archivo Narrow"/>
              <a:ea typeface="Archivo Narrow"/>
              <a:cs typeface="Archivo Narrow"/>
              <a:sym typeface="Archivo Narrow"/>
            </a:endParaRPr>
          </a:p>
          <a:p>
            <a:pPr indent="0" lvl="0" marL="0" marR="0" rtl="0" algn="l">
              <a:lnSpc>
                <a:spcPct val="180028"/>
              </a:lnSpc>
              <a:spcBef>
                <a:spcPts val="0"/>
              </a:spcBef>
              <a:spcAft>
                <a:spcPts val="0"/>
              </a:spcAft>
              <a:buNone/>
            </a:pPr>
            <a:r>
              <a:t/>
            </a:r>
            <a:endParaRPr b="0" i="0" sz="2799" u="none" cap="none" strike="noStrike">
              <a:solidFill>
                <a:srgbClr val="FFFFFF"/>
              </a:solidFill>
              <a:latin typeface="Archivo Narrow"/>
              <a:ea typeface="Archivo Narrow"/>
              <a:cs typeface="Archivo Narrow"/>
              <a:sym typeface="Archivo Narrow"/>
            </a:endParaRPr>
          </a:p>
          <a:p>
            <a:pPr indent="0" lvl="0" marL="0" marR="0" rtl="0" algn="l">
              <a:lnSpc>
                <a:spcPct val="180028"/>
              </a:lnSpc>
              <a:spcBef>
                <a:spcPts val="0"/>
              </a:spcBef>
              <a:spcAft>
                <a:spcPts val="0"/>
              </a:spcAft>
              <a:buNone/>
            </a:pPr>
            <a:r>
              <a:rPr b="0" i="0" lang="en-US" sz="2799" u="none" cap="none" strike="noStrike">
                <a:solidFill>
                  <a:srgbClr val="FFFFFF"/>
                </a:solidFill>
                <a:latin typeface="Archivo Narrow"/>
                <a:ea typeface="Archivo Narrow"/>
                <a:cs typeface="Archivo Narrow"/>
                <a:sym typeface="Archivo Narrow"/>
              </a:rPr>
              <a:t>4) Pruebas y validación</a:t>
            </a:r>
            <a:endParaRPr/>
          </a:p>
          <a:p>
            <a:pPr indent="0" lvl="0" marL="0" marR="0" rtl="0" algn="l">
              <a:lnSpc>
                <a:spcPct val="180028"/>
              </a:lnSpc>
              <a:spcBef>
                <a:spcPts val="0"/>
              </a:spcBef>
              <a:spcAft>
                <a:spcPts val="0"/>
              </a:spcAft>
              <a:buNone/>
            </a:pPr>
            <a:r>
              <a:rPr b="0" i="0" lang="en-US" sz="2799" u="none" cap="none" strike="noStrike">
                <a:solidFill>
                  <a:srgbClr val="FFFFFF"/>
                </a:solidFill>
                <a:latin typeface="Archivo Narrow"/>
                <a:ea typeface="Archivo Narrow"/>
                <a:cs typeface="Archivo Narrow"/>
                <a:sym typeface="Archivo Narrow"/>
              </a:rPr>
              <a:t>El último paso es la prueba, donde se reinicia el sistema con el nuevo kernel. Esta fase es crucial para verificar que el sistema funciona como se espera, con todo el hardware reconocido y funcionando correctamente.</a:t>
            </a:r>
            <a:endParaRPr/>
          </a:p>
        </p:txBody>
      </p:sp>
      <p:sp>
        <p:nvSpPr>
          <p:cNvPr id="367" name="Google Shape;367;p11"/>
          <p:cNvSpPr/>
          <p:nvPr/>
        </p:nvSpPr>
        <p:spPr>
          <a:xfrm>
            <a:off x="1028700" y="2504300"/>
            <a:ext cx="1623233" cy="2007088"/>
          </a:xfrm>
          <a:custGeom>
            <a:rect b="b" l="l" r="r" t="t"/>
            <a:pathLst>
              <a:path extrusionOk="0" h="2007088" w="1623233">
                <a:moveTo>
                  <a:pt x="0" y="0"/>
                </a:moveTo>
                <a:lnTo>
                  <a:pt x="1623233" y="0"/>
                </a:lnTo>
                <a:lnTo>
                  <a:pt x="1623233" y="2007089"/>
                </a:lnTo>
                <a:lnTo>
                  <a:pt x="0" y="2007089"/>
                </a:lnTo>
                <a:lnTo>
                  <a:pt x="0" y="0"/>
                </a:lnTo>
                <a:close/>
              </a:path>
            </a:pathLst>
          </a:custGeom>
          <a:blipFill rotWithShape="1">
            <a:blip r:embed="rId3">
              <a:alphaModFix/>
            </a:blip>
            <a:stretch>
              <a:fillRect b="0" l="0" r="0" t="0"/>
            </a:stretch>
          </a:blipFill>
          <a:ln>
            <a:noFill/>
          </a:ln>
        </p:spPr>
      </p:sp>
      <p:sp>
        <p:nvSpPr>
          <p:cNvPr id="368" name="Google Shape;368;p11"/>
          <p:cNvSpPr/>
          <p:nvPr/>
        </p:nvSpPr>
        <p:spPr>
          <a:xfrm>
            <a:off x="1028700" y="6645383"/>
            <a:ext cx="1901400" cy="1901400"/>
          </a:xfrm>
          <a:custGeom>
            <a:rect b="b" l="l" r="r" t="t"/>
            <a:pathLst>
              <a:path extrusionOk="0" h="1901400" w="1901400">
                <a:moveTo>
                  <a:pt x="0" y="0"/>
                </a:moveTo>
                <a:lnTo>
                  <a:pt x="1901400" y="0"/>
                </a:lnTo>
                <a:lnTo>
                  <a:pt x="1901400" y="1901400"/>
                </a:lnTo>
                <a:lnTo>
                  <a:pt x="0" y="1901400"/>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092A"/>
            </a:gs>
            <a:gs pos="100000">
              <a:srgbClr val="3333B8"/>
            </a:gs>
          </a:gsLst>
          <a:lin ang="18900000" scaled="0"/>
        </a:gradFill>
      </p:bgPr>
    </p:bg>
    <p:spTree>
      <p:nvGrpSpPr>
        <p:cNvPr id="376" name="Shape 376"/>
        <p:cNvGrpSpPr/>
        <p:nvPr/>
      </p:nvGrpSpPr>
      <p:grpSpPr>
        <a:xfrm>
          <a:off x="0" y="0"/>
          <a:ext cx="0" cy="0"/>
          <a:chOff x="0" y="0"/>
          <a:chExt cx="0" cy="0"/>
        </a:xfrm>
      </p:grpSpPr>
      <p:grpSp>
        <p:nvGrpSpPr>
          <p:cNvPr id="377" name="Google Shape;377;p12"/>
          <p:cNvGrpSpPr/>
          <p:nvPr/>
        </p:nvGrpSpPr>
        <p:grpSpPr>
          <a:xfrm>
            <a:off x="1351927" y="860060"/>
            <a:ext cx="15478873" cy="2225142"/>
            <a:chOff x="0" y="0"/>
            <a:chExt cx="20638498" cy="2966855"/>
          </a:xfrm>
        </p:grpSpPr>
        <p:sp>
          <p:nvSpPr>
            <p:cNvPr id="378" name="Google Shape;378;p12"/>
            <p:cNvSpPr/>
            <p:nvPr/>
          </p:nvSpPr>
          <p:spPr>
            <a:xfrm>
              <a:off x="0" y="0"/>
              <a:ext cx="20638497" cy="2966848"/>
            </a:xfrm>
            <a:custGeom>
              <a:rect b="b" l="l" r="r" t="t"/>
              <a:pathLst>
                <a:path extrusionOk="0" h="2966848" w="20638497">
                  <a:moveTo>
                    <a:pt x="0" y="0"/>
                  </a:moveTo>
                  <a:lnTo>
                    <a:pt x="20638497" y="0"/>
                  </a:lnTo>
                  <a:lnTo>
                    <a:pt x="20638497" y="2966848"/>
                  </a:lnTo>
                  <a:lnTo>
                    <a:pt x="0" y="2966848"/>
                  </a:lnTo>
                  <a:close/>
                </a:path>
              </a:pathLst>
            </a:custGeom>
            <a:blipFill rotWithShape="1">
              <a:blip r:embed="rId3">
                <a:alphaModFix amt="0"/>
              </a:blip>
              <a:stretch>
                <a:fillRect b="-74817" l="0" r="-2142" t="-102077"/>
              </a:stretch>
            </a:blipFill>
            <a:ln>
              <a:noFill/>
            </a:ln>
          </p:spPr>
        </p:sp>
        <p:sp>
          <p:nvSpPr>
            <p:cNvPr id="379" name="Google Shape;379;p12"/>
            <p:cNvSpPr txBox="1"/>
            <p:nvPr/>
          </p:nvSpPr>
          <p:spPr>
            <a:xfrm>
              <a:off x="0" y="0"/>
              <a:ext cx="20638498" cy="296685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92F7FF"/>
                  </a:solidFill>
                  <a:latin typeface="Archivo Black"/>
                  <a:ea typeface="Archivo Black"/>
                  <a:cs typeface="Archivo Black"/>
                  <a:sym typeface="Archivo Black"/>
                </a:rPr>
                <a:t>Depuración y prueba de versiones personalizadas del kernel.</a:t>
              </a:r>
              <a:endParaRPr/>
            </a:p>
          </p:txBody>
        </p:sp>
      </p:grpSp>
      <p:sp>
        <p:nvSpPr>
          <p:cNvPr id="380" name="Google Shape;380;p12"/>
          <p:cNvSpPr txBox="1"/>
          <p:nvPr/>
        </p:nvSpPr>
        <p:spPr>
          <a:xfrm>
            <a:off x="1351927" y="3280259"/>
            <a:ext cx="15478873" cy="3787141"/>
          </a:xfrm>
          <a:prstGeom prst="rect">
            <a:avLst/>
          </a:prstGeom>
          <a:noFill/>
          <a:ln>
            <a:noFill/>
          </a:ln>
        </p:spPr>
        <p:txBody>
          <a:bodyPr anchorCtr="0" anchor="t" bIns="0" lIns="0" spcFirstLastPara="1" rIns="0" wrap="square" tIns="0">
            <a:spAutoFit/>
          </a:bodyPr>
          <a:lstStyle/>
          <a:p>
            <a:pPr indent="0" lvl="0" marL="0" marR="0" rtl="0" algn="l">
              <a:lnSpc>
                <a:spcPct val="180028"/>
              </a:lnSpc>
              <a:spcBef>
                <a:spcPts val="0"/>
              </a:spcBef>
              <a:spcAft>
                <a:spcPts val="0"/>
              </a:spcAft>
              <a:buNone/>
            </a:pPr>
            <a:r>
              <a:rPr b="0" i="0" lang="en-US" sz="2799" u="none" cap="none" strike="noStrike">
                <a:solidFill>
                  <a:srgbClr val="FFFFFF"/>
                </a:solidFill>
                <a:latin typeface="Archivo Narrow"/>
                <a:ea typeface="Archivo Narrow"/>
                <a:cs typeface="Archivo Narrow"/>
                <a:sym typeface="Archivo Narrow"/>
              </a:rPr>
              <a:t>Los logs del kernel son mensajes que el sistema operativo genera en tiempo de ejecución para informar sobre eventos importantes, advertencias, errores, o simplemente para ayudar en el seguimiento del estado del sistema. En el contexto de desarrollo del kernel, los logs son vitales para entender qué está ocurriendo dentro del núcleo sin necesidad de herramientas invasivas.</a:t>
            </a:r>
            <a:endParaRPr/>
          </a:p>
          <a:p>
            <a:pPr indent="0" lvl="0" marL="0" marR="0" rtl="0" algn="l">
              <a:lnSpc>
                <a:spcPct val="180028"/>
              </a:lnSpc>
              <a:spcBef>
                <a:spcPts val="0"/>
              </a:spcBef>
              <a:spcAft>
                <a:spcPts val="0"/>
              </a:spcAft>
              <a:buNone/>
            </a:pPr>
            <a:r>
              <a:t/>
            </a:r>
            <a:endParaRPr b="0" i="0" sz="2799" u="none" cap="none" strike="noStrike">
              <a:solidFill>
                <a:srgbClr val="FFFFFF"/>
              </a:solidFill>
              <a:latin typeface="Archivo Narrow"/>
              <a:ea typeface="Archivo Narrow"/>
              <a:cs typeface="Archivo Narrow"/>
              <a:sym typeface="Archivo Narrow"/>
            </a:endParaRPr>
          </a:p>
          <a:p>
            <a:pPr indent="0" lvl="0" marL="0" marR="0" rtl="0" algn="l">
              <a:lnSpc>
                <a:spcPct val="180028"/>
              </a:lnSpc>
              <a:spcBef>
                <a:spcPts val="0"/>
              </a:spcBef>
              <a:spcAft>
                <a:spcPts val="0"/>
              </a:spcAft>
              <a:buNone/>
            </a:pPr>
            <a:r>
              <a:rPr b="0" i="0" lang="en-US" sz="2799" u="none" cap="none" strike="noStrike">
                <a:solidFill>
                  <a:srgbClr val="FFFFFF"/>
                </a:solidFill>
                <a:latin typeface="Archivo Narrow"/>
                <a:ea typeface="Archivo Narrow"/>
                <a:cs typeface="Archivo Narrow"/>
                <a:sym typeface="Archivo Narrow"/>
              </a:rPr>
              <a:t>Se utiliza la función printk(), análoga a printf() en espacio de usuario:</a:t>
            </a:r>
            <a:endParaRPr/>
          </a:p>
        </p:txBody>
      </p:sp>
      <p:sp>
        <p:nvSpPr>
          <p:cNvPr id="381" name="Google Shape;381;p12"/>
          <p:cNvSpPr/>
          <p:nvPr/>
        </p:nvSpPr>
        <p:spPr>
          <a:xfrm>
            <a:off x="4003511" y="8100181"/>
            <a:ext cx="10175706" cy="663600"/>
          </a:xfrm>
          <a:custGeom>
            <a:rect b="b" l="l" r="r" t="t"/>
            <a:pathLst>
              <a:path extrusionOk="0" h="663600" w="10175706">
                <a:moveTo>
                  <a:pt x="0" y="0"/>
                </a:moveTo>
                <a:lnTo>
                  <a:pt x="10175705" y="0"/>
                </a:lnTo>
                <a:lnTo>
                  <a:pt x="10175705" y="663599"/>
                </a:lnTo>
                <a:lnTo>
                  <a:pt x="0" y="663599"/>
                </a:lnTo>
                <a:lnTo>
                  <a:pt x="0" y="0"/>
                </a:lnTo>
                <a:close/>
              </a:path>
            </a:pathLst>
          </a:custGeom>
          <a:blipFill rotWithShape="1">
            <a:blip r:embed="rId4">
              <a:alphaModFix/>
            </a:blip>
            <a:stretch>
              <a:fillRect b="0" l="-1657" r="0" t="0"/>
            </a:stretch>
          </a:blip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092A"/>
            </a:gs>
            <a:gs pos="100000">
              <a:srgbClr val="3333B8"/>
            </a:gs>
          </a:gsLst>
          <a:lin ang="18900000" scaled="0"/>
        </a:gradFill>
      </p:bgPr>
    </p:bg>
    <p:spTree>
      <p:nvGrpSpPr>
        <p:cNvPr id="389" name="Shape 389"/>
        <p:cNvGrpSpPr/>
        <p:nvPr/>
      </p:nvGrpSpPr>
      <p:grpSpPr>
        <a:xfrm>
          <a:off x="0" y="0"/>
          <a:ext cx="0" cy="0"/>
          <a:chOff x="0" y="0"/>
          <a:chExt cx="0" cy="0"/>
        </a:xfrm>
      </p:grpSpPr>
      <p:sp>
        <p:nvSpPr>
          <p:cNvPr id="390" name="Google Shape;390;p13"/>
          <p:cNvSpPr/>
          <p:nvPr/>
        </p:nvSpPr>
        <p:spPr>
          <a:xfrm>
            <a:off x="1404563" y="4905774"/>
            <a:ext cx="7324174" cy="4352526"/>
          </a:xfrm>
          <a:custGeom>
            <a:rect b="b" l="l" r="r" t="t"/>
            <a:pathLst>
              <a:path extrusionOk="0" h="4352526" w="7324174">
                <a:moveTo>
                  <a:pt x="0" y="0"/>
                </a:moveTo>
                <a:lnTo>
                  <a:pt x="7324175" y="0"/>
                </a:lnTo>
                <a:lnTo>
                  <a:pt x="7324175" y="4352526"/>
                </a:lnTo>
                <a:lnTo>
                  <a:pt x="0" y="4352526"/>
                </a:lnTo>
                <a:lnTo>
                  <a:pt x="0" y="0"/>
                </a:lnTo>
                <a:close/>
              </a:path>
            </a:pathLst>
          </a:custGeom>
          <a:blipFill rotWithShape="1">
            <a:blip r:embed="rId3">
              <a:alphaModFix/>
            </a:blip>
            <a:stretch>
              <a:fillRect b="0" l="0" r="0" t="0"/>
            </a:stretch>
          </a:blipFill>
          <a:ln>
            <a:noFill/>
          </a:ln>
        </p:spPr>
      </p:sp>
      <p:sp>
        <p:nvSpPr>
          <p:cNvPr id="391" name="Google Shape;391;p13"/>
          <p:cNvSpPr/>
          <p:nvPr/>
        </p:nvSpPr>
        <p:spPr>
          <a:xfrm>
            <a:off x="10056682" y="6358012"/>
            <a:ext cx="7009759" cy="2900288"/>
          </a:xfrm>
          <a:custGeom>
            <a:rect b="b" l="l" r="r" t="t"/>
            <a:pathLst>
              <a:path extrusionOk="0" h="2900288" w="7009759">
                <a:moveTo>
                  <a:pt x="0" y="0"/>
                </a:moveTo>
                <a:lnTo>
                  <a:pt x="7009759" y="0"/>
                </a:lnTo>
                <a:lnTo>
                  <a:pt x="7009759" y="2900288"/>
                </a:lnTo>
                <a:lnTo>
                  <a:pt x="0" y="2900288"/>
                </a:lnTo>
                <a:lnTo>
                  <a:pt x="0" y="0"/>
                </a:lnTo>
                <a:close/>
              </a:path>
            </a:pathLst>
          </a:custGeom>
          <a:blipFill rotWithShape="1">
            <a:blip r:embed="rId4">
              <a:alphaModFix/>
            </a:blip>
            <a:stretch>
              <a:fillRect b="0" l="0" r="0" t="0"/>
            </a:stretch>
          </a:blipFill>
          <a:ln>
            <a:noFill/>
          </a:ln>
        </p:spPr>
      </p:sp>
      <p:sp>
        <p:nvSpPr>
          <p:cNvPr id="392" name="Google Shape;392;p13"/>
          <p:cNvSpPr txBox="1"/>
          <p:nvPr/>
        </p:nvSpPr>
        <p:spPr>
          <a:xfrm>
            <a:off x="1404563" y="857250"/>
            <a:ext cx="7324174" cy="3787141"/>
          </a:xfrm>
          <a:prstGeom prst="rect">
            <a:avLst/>
          </a:prstGeom>
          <a:noFill/>
          <a:ln>
            <a:noFill/>
          </a:ln>
        </p:spPr>
        <p:txBody>
          <a:bodyPr anchorCtr="0" anchor="t" bIns="0" lIns="0" spcFirstLastPara="1" rIns="0" wrap="square" tIns="0">
            <a:spAutoFit/>
          </a:bodyPr>
          <a:lstStyle/>
          <a:p>
            <a:pPr indent="0" lvl="0" marL="0" marR="0" rtl="0" algn="just">
              <a:lnSpc>
                <a:spcPct val="180028"/>
              </a:lnSpc>
              <a:spcBef>
                <a:spcPts val="0"/>
              </a:spcBef>
              <a:spcAft>
                <a:spcPts val="0"/>
              </a:spcAft>
              <a:buNone/>
            </a:pPr>
            <a:r>
              <a:rPr b="0" i="0" lang="en-US" sz="2799" u="none" cap="none" strike="noStrike">
                <a:solidFill>
                  <a:srgbClr val="FFFFFF"/>
                </a:solidFill>
                <a:latin typeface="Archivo Narrow"/>
                <a:ea typeface="Archivo Narrow"/>
                <a:cs typeface="Archivo Narrow"/>
                <a:sym typeface="Archivo Narrow"/>
              </a:rPr>
              <a:t>Los niveles de registro del kernel de Linux son valores numéricos que van del 0 al 7 y definen la gravedad de un mensaje. El kernel utiliza estos niveles para decidir si un mensaje debe imprimirse inmediatamente en la consola o simplemente almacenarse en el búfer circular del kernel.</a:t>
            </a:r>
            <a:endParaRPr/>
          </a:p>
        </p:txBody>
      </p:sp>
      <p:sp>
        <p:nvSpPr>
          <p:cNvPr id="393" name="Google Shape;393;p13"/>
          <p:cNvSpPr txBox="1"/>
          <p:nvPr/>
        </p:nvSpPr>
        <p:spPr>
          <a:xfrm>
            <a:off x="9863823" y="857250"/>
            <a:ext cx="7395477" cy="5061414"/>
          </a:xfrm>
          <a:prstGeom prst="rect">
            <a:avLst/>
          </a:prstGeom>
          <a:noFill/>
          <a:ln>
            <a:noFill/>
          </a:ln>
        </p:spPr>
        <p:txBody>
          <a:bodyPr anchorCtr="0" anchor="t" bIns="0" lIns="0" spcFirstLastPara="1" rIns="0" wrap="square" tIns="0">
            <a:spAutoFit/>
          </a:bodyPr>
          <a:lstStyle/>
          <a:p>
            <a:pPr indent="0" lvl="0" marL="0" marR="0" rtl="0" algn="just">
              <a:lnSpc>
                <a:spcPct val="180014"/>
              </a:lnSpc>
              <a:spcBef>
                <a:spcPts val="0"/>
              </a:spcBef>
              <a:spcAft>
                <a:spcPts val="0"/>
              </a:spcAft>
              <a:buNone/>
            </a:pPr>
            <a:r>
              <a:rPr b="1" i="0" lang="en-US" sz="2827" u="none" cap="none" strike="noStrike">
                <a:solidFill>
                  <a:srgbClr val="FFFFFF"/>
                </a:solidFill>
                <a:latin typeface="Archivo Narrow"/>
                <a:ea typeface="Archivo Narrow"/>
                <a:cs typeface="Archivo Narrow"/>
                <a:sym typeface="Archivo Narrow"/>
              </a:rPr>
              <a:t>¿ Donde poder ver estos mensajes ?</a:t>
            </a:r>
            <a:endParaRPr/>
          </a:p>
          <a:p>
            <a:pPr indent="0" lvl="0" marL="0" marR="0" rtl="0" algn="just">
              <a:lnSpc>
                <a:spcPct val="180014"/>
              </a:lnSpc>
              <a:spcBef>
                <a:spcPts val="0"/>
              </a:spcBef>
              <a:spcAft>
                <a:spcPts val="0"/>
              </a:spcAft>
              <a:buNone/>
            </a:pPr>
            <a:r>
              <a:t/>
            </a:r>
            <a:endParaRPr b="1" i="0" sz="2827" u="none" cap="none" strike="noStrike">
              <a:solidFill>
                <a:srgbClr val="FFFFFF"/>
              </a:solidFill>
              <a:latin typeface="Archivo Narrow"/>
              <a:ea typeface="Archivo Narrow"/>
              <a:cs typeface="Archivo Narrow"/>
              <a:sym typeface="Archivo Narrow"/>
            </a:endParaRPr>
          </a:p>
          <a:p>
            <a:pPr indent="-305201" lvl="1" marL="610402" marR="0" rtl="0" algn="l">
              <a:lnSpc>
                <a:spcPct val="180014"/>
              </a:lnSpc>
              <a:spcBef>
                <a:spcPts val="0"/>
              </a:spcBef>
              <a:spcAft>
                <a:spcPts val="0"/>
              </a:spcAft>
              <a:buClr>
                <a:srgbClr val="FFFFFF"/>
              </a:buClr>
              <a:buSzPts val="2827"/>
              <a:buFont typeface="Arial"/>
              <a:buChar char="•"/>
            </a:pPr>
            <a:r>
              <a:rPr b="0" i="0" lang="en-US" sz="2827" u="none" cap="none" strike="noStrike">
                <a:solidFill>
                  <a:srgbClr val="FFFFFF"/>
                </a:solidFill>
                <a:latin typeface="Archivo Narrow"/>
                <a:ea typeface="Archivo Narrow"/>
                <a:cs typeface="Archivo Narrow"/>
                <a:sym typeface="Archivo Narrow"/>
              </a:rPr>
              <a:t>d</a:t>
            </a:r>
            <a:r>
              <a:rPr b="1" i="0" lang="en-US" sz="2827" u="none" cap="none" strike="noStrike">
                <a:solidFill>
                  <a:srgbClr val="FFFFFF"/>
                </a:solidFill>
                <a:latin typeface="Archivo Narrow"/>
                <a:ea typeface="Archivo Narrow"/>
                <a:cs typeface="Archivo Narrow"/>
                <a:sym typeface="Archivo Narrow"/>
              </a:rPr>
              <a:t>mesg</a:t>
            </a:r>
            <a:r>
              <a:rPr b="0" i="0" lang="en-US" sz="2827" u="none" cap="none" strike="noStrike">
                <a:solidFill>
                  <a:srgbClr val="FFFFFF"/>
                </a:solidFill>
                <a:latin typeface="Archivo Narrow"/>
                <a:ea typeface="Archivo Narrow"/>
                <a:cs typeface="Archivo Narrow"/>
                <a:sym typeface="Archivo Narrow"/>
              </a:rPr>
              <a:t>: Muestra el buffer de logs del kernel.</a:t>
            </a:r>
            <a:endParaRPr/>
          </a:p>
          <a:p>
            <a:pPr indent="-305201" lvl="1" marL="610402" marR="0" rtl="0" algn="l">
              <a:lnSpc>
                <a:spcPct val="180014"/>
              </a:lnSpc>
              <a:spcBef>
                <a:spcPts val="0"/>
              </a:spcBef>
              <a:spcAft>
                <a:spcPts val="0"/>
              </a:spcAft>
              <a:buClr>
                <a:srgbClr val="FFFFFF"/>
              </a:buClr>
              <a:buSzPts val="2827"/>
              <a:buFont typeface="Arial"/>
              <a:buChar char="•"/>
            </a:pPr>
            <a:r>
              <a:rPr b="0" i="0" lang="en-US" sz="2827" u="none" cap="none" strike="noStrike">
                <a:solidFill>
                  <a:srgbClr val="FFFFFF"/>
                </a:solidFill>
                <a:latin typeface="Archivo Narrow"/>
                <a:ea typeface="Archivo Narrow"/>
                <a:cs typeface="Archivo Narrow"/>
                <a:sym typeface="Archivo Narrow"/>
              </a:rPr>
              <a:t>/</a:t>
            </a:r>
            <a:r>
              <a:rPr b="1" i="0" lang="en-US" sz="2827" u="none" cap="none" strike="noStrike">
                <a:solidFill>
                  <a:srgbClr val="FFFFFF"/>
                </a:solidFill>
                <a:latin typeface="Archivo Narrow"/>
                <a:ea typeface="Archivo Narrow"/>
                <a:cs typeface="Archivo Narrow"/>
                <a:sym typeface="Archivo Narrow"/>
              </a:rPr>
              <a:t>var/log/kern.log o /var/log/messages:</a:t>
            </a:r>
            <a:r>
              <a:rPr b="0" i="0" lang="en-US" sz="2827" u="none" cap="none" strike="noStrike">
                <a:solidFill>
                  <a:srgbClr val="FFFFFF"/>
                </a:solidFill>
                <a:latin typeface="Archivo Narrow"/>
                <a:ea typeface="Archivo Narrow"/>
                <a:cs typeface="Archivo Narrow"/>
                <a:sym typeface="Archivo Narrow"/>
              </a:rPr>
              <a:t> Dependiendo de la configuración del sistema (y de rsyslog o journald), los logs del kernel también se guardan en archivos persistentes.</a:t>
            </a:r>
            <a:endParaRPr/>
          </a:p>
          <a:p>
            <a:pPr indent="-305201" lvl="1" marL="610402" marR="0" rtl="0" algn="l">
              <a:lnSpc>
                <a:spcPct val="180014"/>
              </a:lnSpc>
              <a:spcBef>
                <a:spcPts val="0"/>
              </a:spcBef>
              <a:spcAft>
                <a:spcPts val="0"/>
              </a:spcAft>
              <a:buClr>
                <a:srgbClr val="FFFFFF"/>
              </a:buClr>
              <a:buSzPts val="2827"/>
              <a:buFont typeface="Arial"/>
              <a:buChar char="•"/>
            </a:pPr>
            <a:r>
              <a:rPr b="0" i="0" lang="en-US" sz="2827" u="none" cap="none" strike="noStrike">
                <a:solidFill>
                  <a:srgbClr val="FFFFFF"/>
                </a:solidFill>
                <a:latin typeface="Archivo Narrow"/>
                <a:ea typeface="Archivo Narrow"/>
                <a:cs typeface="Archivo Narrow"/>
                <a:sym typeface="Archivo Narrow"/>
              </a:rPr>
              <a:t>j</a:t>
            </a:r>
            <a:r>
              <a:rPr b="1" i="0" lang="en-US" sz="2827" u="none" cap="none" strike="noStrike">
                <a:solidFill>
                  <a:srgbClr val="FFFFFF"/>
                </a:solidFill>
                <a:latin typeface="Archivo Narrow"/>
                <a:ea typeface="Archivo Narrow"/>
                <a:cs typeface="Archivo Narrow"/>
                <a:sym typeface="Archivo Narrow"/>
              </a:rPr>
              <a:t>ournalctl</a:t>
            </a:r>
            <a:r>
              <a:rPr b="0" i="0" lang="en-US" sz="2827" u="none" cap="none" strike="noStrike">
                <a:solidFill>
                  <a:srgbClr val="FFFFFF"/>
                </a:solidFill>
                <a:latin typeface="Archivo Narrow"/>
                <a:ea typeface="Archivo Narrow"/>
                <a:cs typeface="Archivo Narrow"/>
                <a:sym typeface="Archivo Narrow"/>
              </a:rPr>
              <a:t> (para sistemas con systemd)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092A"/>
            </a:gs>
            <a:gs pos="100000">
              <a:srgbClr val="3333B8"/>
            </a:gs>
          </a:gsLst>
          <a:lin ang="18900000" scaled="0"/>
        </a:gradFill>
      </p:bgPr>
    </p:bg>
    <p:spTree>
      <p:nvGrpSpPr>
        <p:cNvPr id="401" name="Shape 401"/>
        <p:cNvGrpSpPr/>
        <p:nvPr/>
      </p:nvGrpSpPr>
      <p:grpSpPr>
        <a:xfrm>
          <a:off x="0" y="0"/>
          <a:ext cx="0" cy="0"/>
          <a:chOff x="0" y="0"/>
          <a:chExt cx="0" cy="0"/>
        </a:xfrm>
      </p:grpSpPr>
      <p:grpSp>
        <p:nvGrpSpPr>
          <p:cNvPr id="402" name="Google Shape;402;p14"/>
          <p:cNvGrpSpPr/>
          <p:nvPr/>
        </p:nvGrpSpPr>
        <p:grpSpPr>
          <a:xfrm>
            <a:off x="9861970" y="909645"/>
            <a:ext cx="7186914" cy="3196692"/>
            <a:chOff x="0" y="0"/>
            <a:chExt cx="9582551" cy="4262255"/>
          </a:xfrm>
        </p:grpSpPr>
        <p:sp>
          <p:nvSpPr>
            <p:cNvPr id="403" name="Google Shape;403;p14"/>
            <p:cNvSpPr/>
            <p:nvPr/>
          </p:nvSpPr>
          <p:spPr>
            <a:xfrm>
              <a:off x="0" y="0"/>
              <a:ext cx="9582551" cy="4262244"/>
            </a:xfrm>
            <a:custGeom>
              <a:rect b="b" l="l" r="r" t="t"/>
              <a:pathLst>
                <a:path extrusionOk="0" h="4262244" w="9582551">
                  <a:moveTo>
                    <a:pt x="0" y="0"/>
                  </a:moveTo>
                  <a:lnTo>
                    <a:pt x="9582551" y="0"/>
                  </a:lnTo>
                  <a:lnTo>
                    <a:pt x="9582551" y="4262244"/>
                  </a:lnTo>
                  <a:lnTo>
                    <a:pt x="0" y="4262244"/>
                  </a:lnTo>
                  <a:close/>
                </a:path>
              </a:pathLst>
            </a:custGeom>
            <a:blipFill rotWithShape="1">
              <a:blip r:embed="rId3">
                <a:alphaModFix amt="0"/>
              </a:blip>
              <a:stretch>
                <a:fillRect b="-21687" l="0" r="-119988" t="-71054"/>
              </a:stretch>
            </a:blipFill>
            <a:ln>
              <a:noFill/>
            </a:ln>
          </p:spPr>
        </p:sp>
        <p:sp>
          <p:nvSpPr>
            <p:cNvPr id="404" name="Google Shape;404;p14"/>
            <p:cNvSpPr txBox="1"/>
            <p:nvPr/>
          </p:nvSpPr>
          <p:spPr>
            <a:xfrm>
              <a:off x="0" y="0"/>
              <a:ext cx="9582551" cy="426225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92F7FF"/>
                  </a:solidFill>
                  <a:latin typeface="Archivo Black"/>
                  <a:ea typeface="Archivo Black"/>
                  <a:cs typeface="Archivo Black"/>
                  <a:sym typeface="Archivo Black"/>
                </a:rPr>
                <a:t>Llamadas al Sistema (Syscalls)</a:t>
              </a:r>
              <a:endParaRPr/>
            </a:p>
          </p:txBody>
        </p:sp>
      </p:grpSp>
      <p:sp>
        <p:nvSpPr>
          <p:cNvPr id="405" name="Google Shape;405;p14"/>
          <p:cNvSpPr/>
          <p:nvPr/>
        </p:nvSpPr>
        <p:spPr>
          <a:xfrm>
            <a:off x="-1991065" y="-848065"/>
            <a:ext cx="11135065" cy="11135065"/>
          </a:xfrm>
          <a:custGeom>
            <a:rect b="b" l="l" r="r" t="t"/>
            <a:pathLst>
              <a:path extrusionOk="0" h="11135065" w="11135065">
                <a:moveTo>
                  <a:pt x="0" y="0"/>
                </a:moveTo>
                <a:lnTo>
                  <a:pt x="11135065" y="0"/>
                </a:lnTo>
                <a:lnTo>
                  <a:pt x="11135065" y="11135065"/>
                </a:lnTo>
                <a:lnTo>
                  <a:pt x="0" y="11135065"/>
                </a:lnTo>
                <a:lnTo>
                  <a:pt x="0" y="0"/>
                </a:lnTo>
                <a:close/>
              </a:path>
            </a:pathLst>
          </a:custGeom>
          <a:blipFill rotWithShape="1">
            <a:blip r:embed="rId4">
              <a:alphaModFix/>
            </a:blip>
            <a:stretch>
              <a:fillRect b="0" l="0" r="0" t="0"/>
            </a:stretch>
          </a:blipFill>
          <a:ln>
            <a:noFill/>
          </a:ln>
        </p:spPr>
      </p:sp>
      <p:sp>
        <p:nvSpPr>
          <p:cNvPr id="406" name="Google Shape;406;p14"/>
          <p:cNvSpPr txBox="1"/>
          <p:nvPr/>
        </p:nvSpPr>
        <p:spPr>
          <a:xfrm>
            <a:off x="9861970" y="4232569"/>
            <a:ext cx="7095483" cy="4425316"/>
          </a:xfrm>
          <a:prstGeom prst="rect">
            <a:avLst/>
          </a:prstGeom>
          <a:noFill/>
          <a:ln>
            <a:noFill/>
          </a:ln>
        </p:spPr>
        <p:txBody>
          <a:bodyPr anchorCtr="0" anchor="t" bIns="0" lIns="0" spcFirstLastPara="1" rIns="0" wrap="square" tIns="0">
            <a:spAutoFit/>
          </a:bodyPr>
          <a:lstStyle/>
          <a:p>
            <a:pPr indent="-302259" lvl="1" marL="604518" marR="0" rtl="0" algn="l">
              <a:lnSpc>
                <a:spcPct val="180028"/>
              </a:lnSpc>
              <a:spcBef>
                <a:spcPts val="0"/>
              </a:spcBef>
              <a:spcAft>
                <a:spcPts val="0"/>
              </a:spcAft>
              <a:buClr>
                <a:srgbClr val="FFFFFF"/>
              </a:buClr>
              <a:buSzPts val="2799"/>
              <a:buFont typeface="Arial"/>
              <a:buChar char="•"/>
            </a:pPr>
            <a:r>
              <a:rPr b="0" i="0" lang="en-US" sz="2799" u="none" cap="none" strike="noStrike">
                <a:solidFill>
                  <a:srgbClr val="FFFFFF"/>
                </a:solidFill>
                <a:latin typeface="Archivo Narrow"/>
                <a:ea typeface="Archivo Narrow"/>
                <a:cs typeface="Archivo Narrow"/>
                <a:sym typeface="Archivo Narrow"/>
              </a:rPr>
              <a:t>Definición y función de la interfaz entre usuario y kernel.</a:t>
            </a:r>
            <a:endParaRPr/>
          </a:p>
          <a:p>
            <a:pPr indent="-302259" lvl="1" marL="604518" marR="0" rtl="0" algn="l">
              <a:lnSpc>
                <a:spcPct val="180028"/>
              </a:lnSpc>
              <a:spcBef>
                <a:spcPts val="0"/>
              </a:spcBef>
              <a:spcAft>
                <a:spcPts val="0"/>
              </a:spcAft>
              <a:buClr>
                <a:srgbClr val="FFFFFF"/>
              </a:buClr>
              <a:buSzPts val="2799"/>
              <a:buFont typeface="Arial"/>
              <a:buChar char="•"/>
            </a:pPr>
            <a:r>
              <a:rPr b="0" i="0" lang="en-US" sz="2799" u="none" cap="none" strike="noStrike">
                <a:solidFill>
                  <a:srgbClr val="FFFFFF"/>
                </a:solidFill>
                <a:latin typeface="Archivo Narrow"/>
                <a:ea typeface="Archivo Narrow"/>
                <a:cs typeface="Archivo Narrow"/>
                <a:sym typeface="Archivo Narrow"/>
              </a:rPr>
              <a:t>Flujo de ejecución de una llamada al sistema.</a:t>
            </a:r>
            <a:endParaRPr/>
          </a:p>
          <a:p>
            <a:pPr indent="-302259" lvl="1" marL="604518" marR="0" rtl="0" algn="l">
              <a:lnSpc>
                <a:spcPct val="180028"/>
              </a:lnSpc>
              <a:spcBef>
                <a:spcPts val="0"/>
              </a:spcBef>
              <a:spcAft>
                <a:spcPts val="0"/>
              </a:spcAft>
              <a:buClr>
                <a:srgbClr val="FFFFFF"/>
              </a:buClr>
              <a:buSzPts val="2799"/>
              <a:buFont typeface="Arial"/>
              <a:buChar char="•"/>
            </a:pPr>
            <a:r>
              <a:rPr b="0" i="0" lang="en-US" sz="2799" u="none" cap="none" strike="noStrike">
                <a:solidFill>
                  <a:srgbClr val="FFFFFF"/>
                </a:solidFill>
                <a:latin typeface="Archivo Narrow"/>
                <a:ea typeface="Archivo Narrow"/>
                <a:cs typeface="Archivo Narrow"/>
                <a:sym typeface="Archivo Narrow"/>
              </a:rPr>
              <a:t>Llamadas comunes para gestión de procesos: fork(), exec(), wait() y exit().</a:t>
            </a:r>
            <a:endParaRPr/>
          </a:p>
          <a:p>
            <a:pPr indent="-302259" lvl="1" marL="604518" marR="0" rtl="0" algn="l">
              <a:lnSpc>
                <a:spcPct val="180028"/>
              </a:lnSpc>
              <a:spcBef>
                <a:spcPts val="0"/>
              </a:spcBef>
              <a:spcAft>
                <a:spcPts val="0"/>
              </a:spcAft>
              <a:buClr>
                <a:srgbClr val="FFFFFF"/>
              </a:buClr>
              <a:buSzPts val="2799"/>
              <a:buFont typeface="Arial"/>
              <a:buChar char="•"/>
            </a:pPr>
            <a:r>
              <a:rPr b="0" i="0" lang="en-US" sz="2799" u="none" cap="none" strike="noStrike">
                <a:solidFill>
                  <a:srgbClr val="FFFFFF"/>
                </a:solidFill>
                <a:latin typeface="Archivo Narrow"/>
                <a:ea typeface="Archivo Narrow"/>
                <a:cs typeface="Archivo Narrow"/>
                <a:sym typeface="Archivo Narrow"/>
              </a:rPr>
              <a:t>Metodología para el desarrollo e implementación de nuevas syscalls.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092A"/>
            </a:gs>
            <a:gs pos="100000">
              <a:srgbClr val="3333B8"/>
            </a:gs>
          </a:gsLst>
          <a:lin ang="18900000" scaled="0"/>
        </a:gradFill>
      </p:bgPr>
    </p:bg>
    <p:spTree>
      <p:nvGrpSpPr>
        <p:cNvPr id="414" name="Shape 414"/>
        <p:cNvGrpSpPr/>
        <p:nvPr/>
      </p:nvGrpSpPr>
      <p:grpSpPr>
        <a:xfrm>
          <a:off x="0" y="0"/>
          <a:ext cx="0" cy="0"/>
          <a:chOff x="0" y="0"/>
          <a:chExt cx="0" cy="0"/>
        </a:xfrm>
      </p:grpSpPr>
      <p:grpSp>
        <p:nvGrpSpPr>
          <p:cNvPr id="415" name="Google Shape;415;p15"/>
          <p:cNvGrpSpPr/>
          <p:nvPr/>
        </p:nvGrpSpPr>
        <p:grpSpPr>
          <a:xfrm>
            <a:off x="1028700" y="747633"/>
            <a:ext cx="15802100" cy="2225142"/>
            <a:chOff x="0" y="0"/>
            <a:chExt cx="21069467" cy="2966855"/>
          </a:xfrm>
        </p:grpSpPr>
        <p:sp>
          <p:nvSpPr>
            <p:cNvPr id="416" name="Google Shape;416;p15"/>
            <p:cNvSpPr/>
            <p:nvPr/>
          </p:nvSpPr>
          <p:spPr>
            <a:xfrm>
              <a:off x="0" y="0"/>
              <a:ext cx="21069466" cy="2966848"/>
            </a:xfrm>
            <a:custGeom>
              <a:rect b="b" l="l" r="r" t="t"/>
              <a:pathLst>
                <a:path extrusionOk="0" h="2966848" w="21069466">
                  <a:moveTo>
                    <a:pt x="0" y="0"/>
                  </a:moveTo>
                  <a:lnTo>
                    <a:pt x="21069466" y="0"/>
                  </a:lnTo>
                  <a:lnTo>
                    <a:pt x="21069466" y="2966848"/>
                  </a:lnTo>
                  <a:lnTo>
                    <a:pt x="0" y="2966848"/>
                  </a:lnTo>
                  <a:close/>
                </a:path>
              </a:pathLst>
            </a:custGeom>
            <a:blipFill rotWithShape="1">
              <a:blip r:embed="rId3">
                <a:alphaModFix amt="0"/>
              </a:blip>
              <a:stretch>
                <a:fillRect b="-74817" l="0" r="-53" t="-102077"/>
              </a:stretch>
            </a:blipFill>
            <a:ln>
              <a:noFill/>
            </a:ln>
          </p:spPr>
        </p:sp>
        <p:sp>
          <p:nvSpPr>
            <p:cNvPr id="417" name="Google Shape;417;p15"/>
            <p:cNvSpPr txBox="1"/>
            <p:nvPr/>
          </p:nvSpPr>
          <p:spPr>
            <a:xfrm>
              <a:off x="0" y="0"/>
              <a:ext cx="21069467" cy="296685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92F7FF"/>
                  </a:solidFill>
                  <a:latin typeface="Archivo Black"/>
                  <a:ea typeface="Archivo Black"/>
                  <a:cs typeface="Archivo Black"/>
                  <a:sym typeface="Archivo Black"/>
                </a:rPr>
                <a:t>Definición y función de la interfaz entre usuario y kernel</a:t>
              </a:r>
              <a:endParaRPr/>
            </a:p>
          </p:txBody>
        </p:sp>
      </p:grpSp>
      <p:sp>
        <p:nvSpPr>
          <p:cNvPr id="418" name="Google Shape;418;p15"/>
          <p:cNvSpPr/>
          <p:nvPr/>
        </p:nvSpPr>
        <p:spPr>
          <a:xfrm>
            <a:off x="11562879" y="3988018"/>
            <a:ext cx="6171062" cy="4628296"/>
          </a:xfrm>
          <a:custGeom>
            <a:rect b="b" l="l" r="r" t="t"/>
            <a:pathLst>
              <a:path extrusionOk="0" h="4628296" w="6171062">
                <a:moveTo>
                  <a:pt x="0" y="0"/>
                </a:moveTo>
                <a:lnTo>
                  <a:pt x="6171062" y="0"/>
                </a:lnTo>
                <a:lnTo>
                  <a:pt x="6171062" y="4628296"/>
                </a:lnTo>
                <a:lnTo>
                  <a:pt x="0" y="4628296"/>
                </a:lnTo>
                <a:lnTo>
                  <a:pt x="0" y="0"/>
                </a:lnTo>
                <a:close/>
              </a:path>
            </a:pathLst>
          </a:custGeom>
          <a:blipFill rotWithShape="1">
            <a:blip r:embed="rId4">
              <a:alphaModFix/>
            </a:blip>
            <a:stretch>
              <a:fillRect b="0" l="0" r="0" t="0"/>
            </a:stretch>
          </a:blipFill>
          <a:ln>
            <a:noFill/>
          </a:ln>
        </p:spPr>
      </p:sp>
      <p:sp>
        <p:nvSpPr>
          <p:cNvPr id="419" name="Google Shape;419;p15"/>
          <p:cNvSpPr txBox="1"/>
          <p:nvPr/>
        </p:nvSpPr>
        <p:spPr>
          <a:xfrm>
            <a:off x="1028700" y="2820375"/>
            <a:ext cx="10349780" cy="6930916"/>
          </a:xfrm>
          <a:prstGeom prst="rect">
            <a:avLst/>
          </a:prstGeom>
          <a:noFill/>
          <a:ln>
            <a:noFill/>
          </a:ln>
        </p:spPr>
        <p:txBody>
          <a:bodyPr anchorCtr="0" anchor="t" bIns="0" lIns="0" spcFirstLastPara="1" rIns="0" wrap="square" tIns="0">
            <a:spAutoFit/>
          </a:bodyPr>
          <a:lstStyle/>
          <a:p>
            <a:pPr indent="0" lvl="0" marL="0" marR="0" rtl="0" algn="just">
              <a:lnSpc>
                <a:spcPct val="179984"/>
              </a:lnSpc>
              <a:spcBef>
                <a:spcPts val="0"/>
              </a:spcBef>
              <a:spcAft>
                <a:spcPts val="0"/>
              </a:spcAft>
              <a:buNone/>
            </a:pPr>
            <a:r>
              <a:rPr b="0" i="0" lang="en-US" sz="2543" u="none" cap="none" strike="noStrike">
                <a:solidFill>
                  <a:srgbClr val="FFFFFF"/>
                </a:solidFill>
                <a:latin typeface="Archivo Narrow"/>
                <a:ea typeface="Archivo Narrow"/>
                <a:cs typeface="Archivo Narrow"/>
                <a:sym typeface="Archivo Narrow"/>
              </a:rPr>
              <a:t>Es una rutina que permite a una aplicación de Espacio de Usuario solicitar servicios que requieren privilegios del Espacio de Kernel.</a:t>
            </a:r>
            <a:endParaRPr/>
          </a:p>
          <a:p>
            <a:pPr indent="0" lvl="0" marL="0" marR="0" rtl="0" algn="just">
              <a:lnSpc>
                <a:spcPct val="179984"/>
              </a:lnSpc>
              <a:spcBef>
                <a:spcPts val="0"/>
              </a:spcBef>
              <a:spcAft>
                <a:spcPts val="0"/>
              </a:spcAft>
              <a:buNone/>
            </a:pPr>
            <a:r>
              <a:t/>
            </a:r>
            <a:endParaRPr b="0" i="0" sz="2543" u="none" cap="none" strike="noStrike">
              <a:solidFill>
                <a:srgbClr val="FFFFFF"/>
              </a:solidFill>
              <a:latin typeface="Archivo Narrow"/>
              <a:ea typeface="Archivo Narrow"/>
              <a:cs typeface="Archivo Narrow"/>
              <a:sym typeface="Archivo Narrow"/>
            </a:endParaRPr>
          </a:p>
          <a:p>
            <a:pPr indent="-274527" lvl="1" marL="549054" marR="0" rtl="0" algn="l">
              <a:lnSpc>
                <a:spcPct val="179984"/>
              </a:lnSpc>
              <a:spcBef>
                <a:spcPts val="0"/>
              </a:spcBef>
              <a:spcAft>
                <a:spcPts val="0"/>
              </a:spcAft>
              <a:buClr>
                <a:srgbClr val="FFFFFF"/>
              </a:buClr>
              <a:buSzPts val="2543"/>
              <a:buFont typeface="Arial"/>
              <a:buChar char="•"/>
            </a:pPr>
            <a:r>
              <a:rPr b="0" i="0" lang="en-US" sz="2543" u="none" cap="none" strike="noStrike">
                <a:solidFill>
                  <a:srgbClr val="FFFFFF"/>
                </a:solidFill>
                <a:latin typeface="Archivo Narrow"/>
                <a:ea typeface="Archivo Narrow"/>
                <a:cs typeface="Archivo Narrow"/>
                <a:sym typeface="Archivo Narrow"/>
              </a:rPr>
              <a:t>Vínculo crítico entre modos de ejecución.</a:t>
            </a:r>
            <a:endParaRPr/>
          </a:p>
          <a:p>
            <a:pPr indent="-274527" lvl="1" marL="549054" marR="0" rtl="0" algn="l">
              <a:lnSpc>
                <a:spcPct val="179984"/>
              </a:lnSpc>
              <a:spcBef>
                <a:spcPts val="0"/>
              </a:spcBef>
              <a:spcAft>
                <a:spcPts val="0"/>
              </a:spcAft>
              <a:buClr>
                <a:srgbClr val="FFFFFF"/>
              </a:buClr>
              <a:buSzPts val="2543"/>
              <a:buFont typeface="Arial"/>
              <a:buChar char="•"/>
            </a:pPr>
            <a:r>
              <a:rPr b="0" i="0" lang="en-US" sz="2543" u="none" cap="none" strike="noStrike">
                <a:solidFill>
                  <a:srgbClr val="FFFFFF"/>
                </a:solidFill>
                <a:latin typeface="Archivo Narrow"/>
                <a:ea typeface="Archivo Narrow"/>
                <a:cs typeface="Archivo Narrow"/>
                <a:sym typeface="Archivo Narrow"/>
              </a:rPr>
              <a:t>Protege el hardware de accesos directos maliciosos.</a:t>
            </a:r>
            <a:endParaRPr/>
          </a:p>
          <a:p>
            <a:pPr indent="-274527" lvl="1" marL="549054" marR="0" rtl="0" algn="l">
              <a:lnSpc>
                <a:spcPct val="179984"/>
              </a:lnSpc>
              <a:spcBef>
                <a:spcPts val="0"/>
              </a:spcBef>
              <a:spcAft>
                <a:spcPts val="0"/>
              </a:spcAft>
              <a:buClr>
                <a:srgbClr val="FFFFFF"/>
              </a:buClr>
              <a:buSzPts val="2543"/>
              <a:buFont typeface="Arial"/>
              <a:buChar char="•"/>
            </a:pPr>
            <a:r>
              <a:rPr b="0" i="0" lang="en-US" sz="2543" u="none" cap="none" strike="noStrike">
                <a:solidFill>
                  <a:srgbClr val="FFFFFF"/>
                </a:solidFill>
                <a:latin typeface="Archivo Narrow"/>
                <a:ea typeface="Archivo Narrow"/>
                <a:cs typeface="Archivo Narrow"/>
                <a:sym typeface="Archivo Narrow"/>
              </a:rPr>
              <a:t>Intermediario para gestión de archivos, red y procesos.</a:t>
            </a:r>
            <a:endParaRPr/>
          </a:p>
          <a:p>
            <a:pPr indent="0" lvl="0" marL="0" marR="0" rtl="0" algn="l">
              <a:lnSpc>
                <a:spcPct val="179984"/>
              </a:lnSpc>
              <a:spcBef>
                <a:spcPts val="0"/>
              </a:spcBef>
              <a:spcAft>
                <a:spcPts val="0"/>
              </a:spcAft>
              <a:buNone/>
            </a:pPr>
            <a:r>
              <a:t/>
            </a:r>
            <a:endParaRPr b="0" i="0" sz="2543" u="none" cap="none" strike="noStrike">
              <a:solidFill>
                <a:srgbClr val="FFFFFF"/>
              </a:solidFill>
              <a:latin typeface="Archivo Narrow"/>
              <a:ea typeface="Archivo Narrow"/>
              <a:cs typeface="Archivo Narrow"/>
              <a:sym typeface="Archivo Narrow"/>
            </a:endParaRPr>
          </a:p>
          <a:p>
            <a:pPr indent="0" lvl="0" marL="0" marR="0" rtl="0" algn="l">
              <a:lnSpc>
                <a:spcPct val="179984"/>
              </a:lnSpc>
              <a:spcBef>
                <a:spcPts val="0"/>
              </a:spcBef>
              <a:spcAft>
                <a:spcPts val="0"/>
              </a:spcAft>
              <a:buNone/>
            </a:pPr>
            <a:r>
              <a:rPr b="0" i="0" lang="en-US" sz="2543" u="none" cap="none" strike="noStrike">
                <a:solidFill>
                  <a:srgbClr val="FFFFFF"/>
                </a:solidFill>
                <a:latin typeface="Archivo Narrow"/>
                <a:ea typeface="Archivo Narrow"/>
                <a:cs typeface="Archivo Narrow"/>
                <a:sym typeface="Archivo Narrow"/>
              </a:rPr>
              <a:t>En Linux, realizar una llamada al sistema implica transferir el control del modo de usuario sin privilegios al modo de kernel privilegiado.</a:t>
            </a:r>
            <a:endParaRPr/>
          </a:p>
          <a:p>
            <a:pPr indent="0" lvl="0" marL="0" marR="0" rtl="0" algn="l">
              <a:lnSpc>
                <a:spcPct val="179984"/>
              </a:lnSpc>
              <a:spcBef>
                <a:spcPts val="0"/>
              </a:spcBef>
              <a:spcAft>
                <a:spcPts val="0"/>
              </a:spcAft>
              <a:buNone/>
            </a:pPr>
            <a:r>
              <a:rPr b="0" i="0" lang="en-US" sz="2543" u="none" cap="none" strike="noStrike">
                <a:solidFill>
                  <a:srgbClr val="FFFFFF"/>
                </a:solidFill>
                <a:latin typeface="Archivo Narrow"/>
                <a:ea typeface="Archivo Narrow"/>
                <a:cs typeface="Archivo Narrow"/>
                <a:sym typeface="Archivo Narrow"/>
              </a:rPr>
              <a:t>Las bibliotecas se encargan de recopilar los argumentos de la llamada al sistema y, si es necesario, de organizarlos en la forma especial necesaria para realizar la llamada al sistema.</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092A"/>
            </a:gs>
            <a:gs pos="100000">
              <a:srgbClr val="3333B8"/>
            </a:gs>
          </a:gsLst>
          <a:lin ang="18900000" scaled="0"/>
        </a:gradFill>
      </p:bgPr>
    </p:bg>
    <p:spTree>
      <p:nvGrpSpPr>
        <p:cNvPr id="427" name="Shape 427"/>
        <p:cNvGrpSpPr/>
        <p:nvPr/>
      </p:nvGrpSpPr>
      <p:grpSpPr>
        <a:xfrm>
          <a:off x="0" y="0"/>
          <a:ext cx="0" cy="0"/>
          <a:chOff x="0" y="0"/>
          <a:chExt cx="0" cy="0"/>
        </a:xfrm>
      </p:grpSpPr>
      <p:grpSp>
        <p:nvGrpSpPr>
          <p:cNvPr id="428" name="Google Shape;428;p16"/>
          <p:cNvGrpSpPr/>
          <p:nvPr/>
        </p:nvGrpSpPr>
        <p:grpSpPr>
          <a:xfrm>
            <a:off x="1028700" y="860060"/>
            <a:ext cx="15802100" cy="2225142"/>
            <a:chOff x="0" y="0"/>
            <a:chExt cx="21069467" cy="2966855"/>
          </a:xfrm>
        </p:grpSpPr>
        <p:sp>
          <p:nvSpPr>
            <p:cNvPr id="429" name="Google Shape;429;p16"/>
            <p:cNvSpPr/>
            <p:nvPr/>
          </p:nvSpPr>
          <p:spPr>
            <a:xfrm>
              <a:off x="0" y="0"/>
              <a:ext cx="21069466" cy="2966848"/>
            </a:xfrm>
            <a:custGeom>
              <a:rect b="b" l="l" r="r" t="t"/>
              <a:pathLst>
                <a:path extrusionOk="0" h="2966848" w="21069466">
                  <a:moveTo>
                    <a:pt x="0" y="0"/>
                  </a:moveTo>
                  <a:lnTo>
                    <a:pt x="21069466" y="0"/>
                  </a:lnTo>
                  <a:lnTo>
                    <a:pt x="21069466" y="2966848"/>
                  </a:lnTo>
                  <a:lnTo>
                    <a:pt x="0" y="2966848"/>
                  </a:lnTo>
                  <a:close/>
                </a:path>
              </a:pathLst>
            </a:custGeom>
            <a:blipFill rotWithShape="1">
              <a:blip r:embed="rId3">
                <a:alphaModFix amt="0"/>
              </a:blip>
              <a:stretch>
                <a:fillRect b="-74817" l="0" r="-53" t="-102077"/>
              </a:stretch>
            </a:blipFill>
            <a:ln>
              <a:noFill/>
            </a:ln>
          </p:spPr>
        </p:sp>
        <p:sp>
          <p:nvSpPr>
            <p:cNvPr id="430" name="Google Shape;430;p16"/>
            <p:cNvSpPr txBox="1"/>
            <p:nvPr/>
          </p:nvSpPr>
          <p:spPr>
            <a:xfrm>
              <a:off x="0" y="0"/>
              <a:ext cx="21069467" cy="296685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92F7FF"/>
                  </a:solidFill>
                  <a:latin typeface="Archivo Black"/>
                  <a:ea typeface="Archivo Black"/>
                  <a:cs typeface="Archivo Black"/>
                  <a:sym typeface="Archivo Black"/>
                </a:rPr>
                <a:t>Flujo de ejecución de una llamada al sistema</a:t>
              </a:r>
              <a:endParaRPr/>
            </a:p>
          </p:txBody>
        </p:sp>
      </p:grpSp>
      <p:sp>
        <p:nvSpPr>
          <p:cNvPr id="431" name="Google Shape;431;p16"/>
          <p:cNvSpPr/>
          <p:nvPr/>
        </p:nvSpPr>
        <p:spPr>
          <a:xfrm>
            <a:off x="10165169" y="3436535"/>
            <a:ext cx="7094131" cy="4913342"/>
          </a:xfrm>
          <a:custGeom>
            <a:rect b="b" l="l" r="r" t="t"/>
            <a:pathLst>
              <a:path extrusionOk="0" h="4913342" w="7094131">
                <a:moveTo>
                  <a:pt x="0" y="0"/>
                </a:moveTo>
                <a:lnTo>
                  <a:pt x="7094131" y="0"/>
                </a:lnTo>
                <a:lnTo>
                  <a:pt x="7094131" y="4913342"/>
                </a:lnTo>
                <a:lnTo>
                  <a:pt x="0" y="4913342"/>
                </a:lnTo>
                <a:lnTo>
                  <a:pt x="0" y="0"/>
                </a:lnTo>
                <a:close/>
              </a:path>
            </a:pathLst>
          </a:custGeom>
          <a:blipFill rotWithShape="1">
            <a:blip r:embed="rId4">
              <a:alphaModFix/>
            </a:blip>
            <a:stretch>
              <a:fillRect b="0" l="0" r="0" t="0"/>
            </a:stretch>
          </a:blipFill>
          <a:ln>
            <a:noFill/>
          </a:ln>
        </p:spPr>
      </p:sp>
      <p:sp>
        <p:nvSpPr>
          <p:cNvPr id="432" name="Google Shape;432;p16"/>
          <p:cNvSpPr txBox="1"/>
          <p:nvPr/>
        </p:nvSpPr>
        <p:spPr>
          <a:xfrm>
            <a:off x="1028700" y="3382508"/>
            <a:ext cx="8846073" cy="4606816"/>
          </a:xfrm>
          <a:prstGeom prst="rect">
            <a:avLst/>
          </a:prstGeom>
          <a:noFill/>
          <a:ln>
            <a:noFill/>
          </a:ln>
        </p:spPr>
        <p:txBody>
          <a:bodyPr anchorCtr="0" anchor="t" bIns="0" lIns="0" spcFirstLastPara="1" rIns="0" wrap="square" tIns="0">
            <a:spAutoFit/>
          </a:bodyPr>
          <a:lstStyle/>
          <a:p>
            <a:pPr indent="0" lvl="0" marL="0" marR="0" rtl="0" algn="just">
              <a:lnSpc>
                <a:spcPct val="179984"/>
              </a:lnSpc>
              <a:spcBef>
                <a:spcPts val="0"/>
              </a:spcBef>
              <a:spcAft>
                <a:spcPts val="0"/>
              </a:spcAft>
              <a:buNone/>
            </a:pPr>
            <a:r>
              <a:rPr b="0" i="0" lang="en-US" sz="2543" u="none" cap="none" strike="noStrike">
                <a:solidFill>
                  <a:srgbClr val="FFFFFF"/>
                </a:solidFill>
                <a:latin typeface="Archivo Narrow"/>
                <a:ea typeface="Archivo Narrow"/>
                <a:cs typeface="Archivo Narrow"/>
                <a:sym typeface="Archivo Narrow"/>
              </a:rPr>
              <a:t>1. Trap: El proceso de usuario genera una interrupción de software.</a:t>
            </a:r>
            <a:endParaRPr/>
          </a:p>
          <a:p>
            <a:pPr indent="0" lvl="0" marL="0" marR="0" rtl="0" algn="just">
              <a:lnSpc>
                <a:spcPct val="179984"/>
              </a:lnSpc>
              <a:spcBef>
                <a:spcPts val="0"/>
              </a:spcBef>
              <a:spcAft>
                <a:spcPts val="0"/>
              </a:spcAft>
              <a:buNone/>
            </a:pPr>
            <a:r>
              <a:t/>
            </a:r>
            <a:endParaRPr b="0" i="0" sz="2543" u="none" cap="none" strike="noStrike">
              <a:solidFill>
                <a:srgbClr val="FFFFFF"/>
              </a:solidFill>
              <a:latin typeface="Archivo Narrow"/>
              <a:ea typeface="Archivo Narrow"/>
              <a:cs typeface="Archivo Narrow"/>
              <a:sym typeface="Archivo Narrow"/>
            </a:endParaRPr>
          </a:p>
          <a:p>
            <a:pPr indent="0" lvl="0" marL="0" marR="0" rtl="0" algn="just">
              <a:lnSpc>
                <a:spcPct val="179984"/>
              </a:lnSpc>
              <a:spcBef>
                <a:spcPts val="0"/>
              </a:spcBef>
              <a:spcAft>
                <a:spcPts val="0"/>
              </a:spcAft>
              <a:buNone/>
            </a:pPr>
            <a:r>
              <a:rPr b="0" i="0" lang="en-US" sz="2543" u="none" cap="none" strike="noStrike">
                <a:solidFill>
                  <a:srgbClr val="FFFFFF"/>
                </a:solidFill>
                <a:latin typeface="Archivo Narrow"/>
                <a:ea typeface="Archivo Narrow"/>
                <a:cs typeface="Archivo Narrow"/>
                <a:sym typeface="Archivo Narrow"/>
              </a:rPr>
              <a:t>2. Cambio de Contexto: La CPU pasa a modo privilegiado.</a:t>
            </a:r>
            <a:endParaRPr/>
          </a:p>
          <a:p>
            <a:pPr indent="0" lvl="0" marL="0" marR="0" rtl="0" algn="just">
              <a:lnSpc>
                <a:spcPct val="179984"/>
              </a:lnSpc>
              <a:spcBef>
                <a:spcPts val="0"/>
              </a:spcBef>
              <a:spcAft>
                <a:spcPts val="0"/>
              </a:spcAft>
              <a:buNone/>
            </a:pPr>
            <a:r>
              <a:t/>
            </a:r>
            <a:endParaRPr b="0" i="0" sz="2543" u="none" cap="none" strike="noStrike">
              <a:solidFill>
                <a:srgbClr val="FFFFFF"/>
              </a:solidFill>
              <a:latin typeface="Archivo Narrow"/>
              <a:ea typeface="Archivo Narrow"/>
              <a:cs typeface="Archivo Narrow"/>
              <a:sym typeface="Archivo Narrow"/>
            </a:endParaRPr>
          </a:p>
          <a:p>
            <a:pPr indent="0" lvl="0" marL="0" marR="0" rtl="0" algn="just">
              <a:lnSpc>
                <a:spcPct val="179984"/>
              </a:lnSpc>
              <a:spcBef>
                <a:spcPts val="0"/>
              </a:spcBef>
              <a:spcAft>
                <a:spcPts val="0"/>
              </a:spcAft>
              <a:buNone/>
            </a:pPr>
            <a:r>
              <a:rPr b="0" i="0" lang="en-US" sz="2543" u="none" cap="none" strike="noStrike">
                <a:solidFill>
                  <a:srgbClr val="FFFFFF"/>
                </a:solidFill>
                <a:latin typeface="Archivo Narrow"/>
                <a:ea typeface="Archivo Narrow"/>
                <a:cs typeface="Archivo Narrow"/>
                <a:sym typeface="Archivo Narrow"/>
              </a:rPr>
              <a:t>3. Tabla de Syscalls: El kernel busca el número de la syscall solicitada.</a:t>
            </a:r>
            <a:endParaRPr/>
          </a:p>
          <a:p>
            <a:pPr indent="0" lvl="0" marL="0" marR="0" rtl="0" algn="just">
              <a:lnSpc>
                <a:spcPct val="179984"/>
              </a:lnSpc>
              <a:spcBef>
                <a:spcPts val="0"/>
              </a:spcBef>
              <a:spcAft>
                <a:spcPts val="0"/>
              </a:spcAft>
              <a:buNone/>
            </a:pPr>
            <a:r>
              <a:t/>
            </a:r>
            <a:endParaRPr b="0" i="0" sz="2543" u="none" cap="none" strike="noStrike">
              <a:solidFill>
                <a:srgbClr val="FFFFFF"/>
              </a:solidFill>
              <a:latin typeface="Archivo Narrow"/>
              <a:ea typeface="Archivo Narrow"/>
              <a:cs typeface="Archivo Narrow"/>
              <a:sym typeface="Archivo Narrow"/>
            </a:endParaRPr>
          </a:p>
          <a:p>
            <a:pPr indent="0" lvl="0" marL="0" marR="0" rtl="0" algn="just">
              <a:lnSpc>
                <a:spcPct val="179984"/>
              </a:lnSpc>
              <a:spcBef>
                <a:spcPts val="0"/>
              </a:spcBef>
              <a:spcAft>
                <a:spcPts val="0"/>
              </a:spcAft>
              <a:buNone/>
            </a:pPr>
            <a:r>
              <a:rPr b="0" i="0" lang="en-US" sz="2543" u="none" cap="none" strike="noStrike">
                <a:solidFill>
                  <a:srgbClr val="FFFFFF"/>
                </a:solidFill>
                <a:latin typeface="Archivo Narrow"/>
                <a:ea typeface="Archivo Narrow"/>
                <a:cs typeface="Archivo Narrow"/>
                <a:sym typeface="Archivo Narrow"/>
              </a:rPr>
              <a:t>4. Retorno: Una vez ejecutada, el control vuelve al usuario.</a:t>
            </a:r>
            <a:endParaRPr/>
          </a:p>
          <a:p>
            <a:pPr indent="0" lvl="0" marL="0" marR="0" rtl="0" algn="l">
              <a:lnSpc>
                <a:spcPct val="179984"/>
              </a:lnSpc>
              <a:spcBef>
                <a:spcPts val="0"/>
              </a:spcBef>
              <a:spcAft>
                <a:spcPts val="0"/>
              </a:spcAft>
              <a:buNone/>
            </a:pPr>
            <a:r>
              <a:t/>
            </a:r>
            <a:endParaRPr b="0" i="0" sz="2543" u="none" cap="none" strike="noStrike">
              <a:solidFill>
                <a:srgbClr val="FFFFFF"/>
              </a:solidFill>
              <a:latin typeface="Archivo Narrow"/>
              <a:ea typeface="Archivo Narrow"/>
              <a:cs typeface="Archivo Narrow"/>
              <a:sym typeface="Archivo Narrow"/>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092A"/>
            </a:gs>
            <a:gs pos="100000">
              <a:srgbClr val="3333B8"/>
            </a:gs>
          </a:gsLst>
          <a:lin ang="18900000" scaled="0"/>
        </a:gradFill>
      </p:bgPr>
    </p:bg>
    <p:spTree>
      <p:nvGrpSpPr>
        <p:cNvPr id="440" name="Shape 440"/>
        <p:cNvGrpSpPr/>
        <p:nvPr/>
      </p:nvGrpSpPr>
      <p:grpSpPr>
        <a:xfrm>
          <a:off x="0" y="0"/>
          <a:ext cx="0" cy="0"/>
          <a:chOff x="0" y="0"/>
          <a:chExt cx="0" cy="0"/>
        </a:xfrm>
      </p:grpSpPr>
      <p:grpSp>
        <p:nvGrpSpPr>
          <p:cNvPr id="441" name="Google Shape;441;p17"/>
          <p:cNvGrpSpPr/>
          <p:nvPr/>
        </p:nvGrpSpPr>
        <p:grpSpPr>
          <a:xfrm>
            <a:off x="1028700" y="986488"/>
            <a:ext cx="15802100" cy="1618560"/>
            <a:chOff x="0" y="0"/>
            <a:chExt cx="21069467" cy="2158080"/>
          </a:xfrm>
        </p:grpSpPr>
        <p:sp>
          <p:nvSpPr>
            <p:cNvPr id="442" name="Google Shape;442;p17"/>
            <p:cNvSpPr/>
            <p:nvPr/>
          </p:nvSpPr>
          <p:spPr>
            <a:xfrm>
              <a:off x="0" y="0"/>
              <a:ext cx="21069466" cy="2158074"/>
            </a:xfrm>
            <a:custGeom>
              <a:rect b="b" l="l" r="r" t="t"/>
              <a:pathLst>
                <a:path extrusionOk="0" h="2158074" w="21069466">
                  <a:moveTo>
                    <a:pt x="0" y="0"/>
                  </a:moveTo>
                  <a:lnTo>
                    <a:pt x="21069466" y="0"/>
                  </a:lnTo>
                  <a:lnTo>
                    <a:pt x="21069466" y="2158074"/>
                  </a:lnTo>
                  <a:lnTo>
                    <a:pt x="0" y="2158074"/>
                  </a:lnTo>
                  <a:close/>
                </a:path>
              </a:pathLst>
            </a:custGeom>
            <a:blipFill rotWithShape="1">
              <a:blip r:embed="rId3">
                <a:alphaModFix amt="0"/>
              </a:blip>
              <a:stretch>
                <a:fillRect b="-140331" l="0" r="-53" t="-140331"/>
              </a:stretch>
            </a:blipFill>
            <a:ln>
              <a:noFill/>
            </a:ln>
          </p:spPr>
        </p:sp>
        <p:sp>
          <p:nvSpPr>
            <p:cNvPr id="443" name="Google Shape;443;p17"/>
            <p:cNvSpPr txBox="1"/>
            <p:nvPr/>
          </p:nvSpPr>
          <p:spPr>
            <a:xfrm>
              <a:off x="0" y="0"/>
              <a:ext cx="21069467" cy="21580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92F7FF"/>
                  </a:solidFill>
                  <a:latin typeface="Archivo Black"/>
                  <a:ea typeface="Archivo Black"/>
                  <a:cs typeface="Archivo Black"/>
                  <a:sym typeface="Archivo Black"/>
                </a:rPr>
                <a:t>Llamadas comunes</a:t>
              </a:r>
              <a:endParaRPr/>
            </a:p>
          </p:txBody>
        </p:sp>
      </p:grpSp>
      <p:sp>
        <p:nvSpPr>
          <p:cNvPr id="444" name="Google Shape;444;p17"/>
          <p:cNvSpPr/>
          <p:nvPr/>
        </p:nvSpPr>
        <p:spPr>
          <a:xfrm>
            <a:off x="1028700" y="3655136"/>
            <a:ext cx="4753188" cy="2578159"/>
          </a:xfrm>
          <a:custGeom>
            <a:rect b="b" l="l" r="r" t="t"/>
            <a:pathLst>
              <a:path extrusionOk="0" h="2578159" w="4753188">
                <a:moveTo>
                  <a:pt x="0" y="0"/>
                </a:moveTo>
                <a:lnTo>
                  <a:pt x="4753188" y="0"/>
                </a:lnTo>
                <a:lnTo>
                  <a:pt x="4753188" y="2578160"/>
                </a:lnTo>
                <a:lnTo>
                  <a:pt x="0" y="2578160"/>
                </a:lnTo>
                <a:lnTo>
                  <a:pt x="0" y="0"/>
                </a:lnTo>
                <a:close/>
              </a:path>
            </a:pathLst>
          </a:custGeom>
          <a:blipFill rotWithShape="1">
            <a:blip r:embed="rId4">
              <a:alphaModFix/>
            </a:blip>
            <a:stretch>
              <a:fillRect b="0" l="0" r="0" t="0"/>
            </a:stretch>
          </a:blipFill>
          <a:ln>
            <a:noFill/>
          </a:ln>
        </p:spPr>
      </p:sp>
      <p:sp>
        <p:nvSpPr>
          <p:cNvPr id="445" name="Google Shape;445;p17"/>
          <p:cNvSpPr/>
          <p:nvPr/>
        </p:nvSpPr>
        <p:spPr>
          <a:xfrm>
            <a:off x="6290613" y="3655136"/>
            <a:ext cx="4753188" cy="2622775"/>
          </a:xfrm>
          <a:custGeom>
            <a:rect b="b" l="l" r="r" t="t"/>
            <a:pathLst>
              <a:path extrusionOk="0" h="2622775" w="4753188">
                <a:moveTo>
                  <a:pt x="0" y="0"/>
                </a:moveTo>
                <a:lnTo>
                  <a:pt x="4753188" y="0"/>
                </a:lnTo>
                <a:lnTo>
                  <a:pt x="4753188" y="2622776"/>
                </a:lnTo>
                <a:lnTo>
                  <a:pt x="0" y="2622776"/>
                </a:lnTo>
                <a:lnTo>
                  <a:pt x="0" y="0"/>
                </a:lnTo>
                <a:close/>
              </a:path>
            </a:pathLst>
          </a:custGeom>
          <a:blipFill rotWithShape="1">
            <a:blip r:embed="rId5">
              <a:alphaModFix/>
            </a:blip>
            <a:stretch>
              <a:fillRect b="0" l="0" r="0" t="0"/>
            </a:stretch>
          </a:blipFill>
          <a:ln>
            <a:noFill/>
          </a:ln>
        </p:spPr>
      </p:sp>
      <p:sp>
        <p:nvSpPr>
          <p:cNvPr id="446" name="Google Shape;446;p17"/>
          <p:cNvSpPr/>
          <p:nvPr/>
        </p:nvSpPr>
        <p:spPr>
          <a:xfrm>
            <a:off x="11562026" y="5257216"/>
            <a:ext cx="5697274" cy="2334597"/>
          </a:xfrm>
          <a:custGeom>
            <a:rect b="b" l="l" r="r" t="t"/>
            <a:pathLst>
              <a:path extrusionOk="0" h="2334597" w="5697274">
                <a:moveTo>
                  <a:pt x="0" y="0"/>
                </a:moveTo>
                <a:lnTo>
                  <a:pt x="5697274" y="0"/>
                </a:lnTo>
                <a:lnTo>
                  <a:pt x="5697274" y="2334598"/>
                </a:lnTo>
                <a:lnTo>
                  <a:pt x="0" y="2334598"/>
                </a:lnTo>
                <a:lnTo>
                  <a:pt x="0" y="0"/>
                </a:lnTo>
                <a:close/>
              </a:path>
            </a:pathLst>
          </a:custGeom>
          <a:blipFill rotWithShape="1">
            <a:blip r:embed="rId6">
              <a:alphaModFix/>
            </a:blip>
            <a:stretch>
              <a:fillRect b="0" l="0" r="0" t="0"/>
            </a:stretch>
          </a:blipFill>
          <a:ln>
            <a:noFill/>
          </a:ln>
        </p:spPr>
      </p:sp>
      <p:sp>
        <p:nvSpPr>
          <p:cNvPr id="447" name="Google Shape;447;p17"/>
          <p:cNvSpPr/>
          <p:nvPr/>
        </p:nvSpPr>
        <p:spPr>
          <a:xfrm>
            <a:off x="1028700" y="7346378"/>
            <a:ext cx="4753188" cy="2349172"/>
          </a:xfrm>
          <a:custGeom>
            <a:rect b="b" l="l" r="r" t="t"/>
            <a:pathLst>
              <a:path extrusionOk="0" h="2349172" w="4753188">
                <a:moveTo>
                  <a:pt x="0" y="0"/>
                </a:moveTo>
                <a:lnTo>
                  <a:pt x="4753188" y="0"/>
                </a:lnTo>
                <a:lnTo>
                  <a:pt x="4753188" y="2349172"/>
                </a:lnTo>
                <a:lnTo>
                  <a:pt x="0" y="2349172"/>
                </a:lnTo>
                <a:lnTo>
                  <a:pt x="0" y="0"/>
                </a:lnTo>
                <a:close/>
              </a:path>
            </a:pathLst>
          </a:custGeom>
          <a:blipFill rotWithShape="1">
            <a:blip r:embed="rId7">
              <a:alphaModFix/>
            </a:blip>
            <a:stretch>
              <a:fillRect b="0" l="0" r="0" t="0"/>
            </a:stretch>
          </a:blipFill>
          <a:ln>
            <a:noFill/>
          </a:ln>
        </p:spPr>
      </p:sp>
      <p:sp>
        <p:nvSpPr>
          <p:cNvPr id="448" name="Google Shape;448;p17"/>
          <p:cNvSpPr/>
          <p:nvPr/>
        </p:nvSpPr>
        <p:spPr>
          <a:xfrm>
            <a:off x="6290613" y="7344159"/>
            <a:ext cx="4753188" cy="2353610"/>
          </a:xfrm>
          <a:custGeom>
            <a:rect b="b" l="l" r="r" t="t"/>
            <a:pathLst>
              <a:path extrusionOk="0" h="2353610" w="4753188">
                <a:moveTo>
                  <a:pt x="0" y="0"/>
                </a:moveTo>
                <a:lnTo>
                  <a:pt x="4753188" y="0"/>
                </a:lnTo>
                <a:lnTo>
                  <a:pt x="4753188" y="2353610"/>
                </a:lnTo>
                <a:lnTo>
                  <a:pt x="0" y="2353610"/>
                </a:lnTo>
                <a:lnTo>
                  <a:pt x="0" y="0"/>
                </a:lnTo>
                <a:close/>
              </a:path>
            </a:pathLst>
          </a:custGeom>
          <a:blipFill rotWithShape="1">
            <a:blip r:embed="rId8">
              <a:alphaModFix/>
            </a:blip>
            <a:stretch>
              <a:fillRect b="0" l="0" r="0" t="0"/>
            </a:stretch>
          </a:blipFill>
          <a:ln>
            <a:noFill/>
          </a:ln>
        </p:spPr>
      </p:sp>
      <p:sp>
        <p:nvSpPr>
          <p:cNvPr id="449" name="Google Shape;449;p17"/>
          <p:cNvSpPr txBox="1"/>
          <p:nvPr/>
        </p:nvSpPr>
        <p:spPr>
          <a:xfrm>
            <a:off x="1028700" y="3024148"/>
            <a:ext cx="4753188" cy="539641"/>
          </a:xfrm>
          <a:prstGeom prst="rect">
            <a:avLst/>
          </a:prstGeom>
          <a:noFill/>
          <a:ln>
            <a:noFill/>
          </a:ln>
        </p:spPr>
        <p:txBody>
          <a:bodyPr anchorCtr="0" anchor="t" bIns="0" lIns="0" spcFirstLastPara="1" rIns="0" wrap="square" tIns="0">
            <a:spAutoFit/>
          </a:bodyPr>
          <a:lstStyle/>
          <a:p>
            <a:pPr indent="0" lvl="0" marL="0" marR="0" rtl="0" algn="l">
              <a:lnSpc>
                <a:spcPct val="179984"/>
              </a:lnSpc>
              <a:spcBef>
                <a:spcPts val="0"/>
              </a:spcBef>
              <a:spcAft>
                <a:spcPts val="0"/>
              </a:spcAft>
              <a:buNone/>
            </a:pPr>
            <a:r>
              <a:rPr b="1" i="0" lang="en-US" sz="2543" u="none" cap="none" strike="noStrike">
                <a:solidFill>
                  <a:srgbClr val="FFFFFF"/>
                </a:solidFill>
                <a:latin typeface="Archivo Narrow"/>
                <a:ea typeface="Archivo Narrow"/>
                <a:cs typeface="Archivo Narrow"/>
                <a:sym typeface="Archivo Narrow"/>
              </a:rPr>
              <a:t>Gestión de Procesos</a:t>
            </a:r>
            <a:endParaRPr/>
          </a:p>
        </p:txBody>
      </p:sp>
      <p:sp>
        <p:nvSpPr>
          <p:cNvPr id="450" name="Google Shape;450;p17"/>
          <p:cNvSpPr txBox="1"/>
          <p:nvPr/>
        </p:nvSpPr>
        <p:spPr>
          <a:xfrm>
            <a:off x="1028700" y="6652396"/>
            <a:ext cx="4753188" cy="539641"/>
          </a:xfrm>
          <a:prstGeom prst="rect">
            <a:avLst/>
          </a:prstGeom>
          <a:noFill/>
          <a:ln>
            <a:noFill/>
          </a:ln>
        </p:spPr>
        <p:txBody>
          <a:bodyPr anchorCtr="0" anchor="t" bIns="0" lIns="0" spcFirstLastPara="1" rIns="0" wrap="square" tIns="0">
            <a:spAutoFit/>
          </a:bodyPr>
          <a:lstStyle/>
          <a:p>
            <a:pPr indent="0" lvl="0" marL="0" marR="0" rtl="0" algn="l">
              <a:lnSpc>
                <a:spcPct val="179984"/>
              </a:lnSpc>
              <a:spcBef>
                <a:spcPts val="0"/>
              </a:spcBef>
              <a:spcAft>
                <a:spcPts val="0"/>
              </a:spcAft>
              <a:buNone/>
            </a:pPr>
            <a:r>
              <a:rPr b="1" i="0" lang="en-US" sz="2543" u="none" cap="none" strike="noStrike">
                <a:solidFill>
                  <a:srgbClr val="FFFFFF"/>
                </a:solidFill>
                <a:latin typeface="Archivo Narrow"/>
                <a:ea typeface="Archivo Narrow"/>
                <a:cs typeface="Archivo Narrow"/>
                <a:sym typeface="Archivo Narrow"/>
              </a:rPr>
              <a:t>E/S y Comunicación</a:t>
            </a:r>
            <a:endParaRPr/>
          </a:p>
        </p:txBody>
      </p:sp>
      <p:sp>
        <p:nvSpPr>
          <p:cNvPr id="451" name="Google Shape;451;p17"/>
          <p:cNvSpPr txBox="1"/>
          <p:nvPr/>
        </p:nvSpPr>
        <p:spPr>
          <a:xfrm>
            <a:off x="11548626" y="4511615"/>
            <a:ext cx="5710674" cy="539641"/>
          </a:xfrm>
          <a:prstGeom prst="rect">
            <a:avLst/>
          </a:prstGeom>
          <a:noFill/>
          <a:ln>
            <a:noFill/>
          </a:ln>
        </p:spPr>
        <p:txBody>
          <a:bodyPr anchorCtr="0" anchor="t" bIns="0" lIns="0" spcFirstLastPara="1" rIns="0" wrap="square" tIns="0">
            <a:spAutoFit/>
          </a:bodyPr>
          <a:lstStyle/>
          <a:p>
            <a:pPr indent="0" lvl="0" marL="0" marR="0" rtl="0" algn="l">
              <a:lnSpc>
                <a:spcPct val="179984"/>
              </a:lnSpc>
              <a:spcBef>
                <a:spcPts val="0"/>
              </a:spcBef>
              <a:spcAft>
                <a:spcPts val="0"/>
              </a:spcAft>
              <a:buNone/>
            </a:pPr>
            <a:r>
              <a:rPr b="1" i="0" lang="en-US" sz="2543" u="none" cap="none" strike="noStrike">
                <a:solidFill>
                  <a:srgbClr val="FFFFFF"/>
                </a:solidFill>
                <a:latin typeface="Archivo Narrow"/>
                <a:ea typeface="Archivo Narrow"/>
                <a:cs typeface="Archivo Narrow"/>
                <a:sym typeface="Archivo Narrow"/>
              </a:rPr>
              <a:t>Sincronización y Finalización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092A"/>
            </a:gs>
            <a:gs pos="100000">
              <a:srgbClr val="3333B8"/>
            </a:gs>
          </a:gsLst>
          <a:lin ang="18900000" scaled="0"/>
        </a:gradFill>
      </p:bgPr>
    </p:bg>
    <p:spTree>
      <p:nvGrpSpPr>
        <p:cNvPr id="459" name="Shape 459"/>
        <p:cNvGrpSpPr/>
        <p:nvPr/>
      </p:nvGrpSpPr>
      <p:grpSpPr>
        <a:xfrm>
          <a:off x="0" y="0"/>
          <a:ext cx="0" cy="0"/>
          <a:chOff x="0" y="0"/>
          <a:chExt cx="0" cy="0"/>
        </a:xfrm>
      </p:grpSpPr>
      <p:grpSp>
        <p:nvGrpSpPr>
          <p:cNvPr id="460" name="Google Shape;460;p18"/>
          <p:cNvGrpSpPr/>
          <p:nvPr/>
        </p:nvGrpSpPr>
        <p:grpSpPr>
          <a:xfrm>
            <a:off x="1028700" y="868022"/>
            <a:ext cx="16230600" cy="2225142"/>
            <a:chOff x="0" y="0"/>
            <a:chExt cx="21640800" cy="2966855"/>
          </a:xfrm>
        </p:grpSpPr>
        <p:sp>
          <p:nvSpPr>
            <p:cNvPr id="461" name="Google Shape;461;p18"/>
            <p:cNvSpPr/>
            <p:nvPr/>
          </p:nvSpPr>
          <p:spPr>
            <a:xfrm>
              <a:off x="0" y="0"/>
              <a:ext cx="21640800" cy="2966848"/>
            </a:xfrm>
            <a:custGeom>
              <a:rect b="b" l="l" r="r" t="t"/>
              <a:pathLst>
                <a:path extrusionOk="0" h="2966848" w="21640800">
                  <a:moveTo>
                    <a:pt x="0" y="0"/>
                  </a:moveTo>
                  <a:lnTo>
                    <a:pt x="21640800" y="0"/>
                  </a:lnTo>
                  <a:lnTo>
                    <a:pt x="21640800" y="2966848"/>
                  </a:lnTo>
                  <a:lnTo>
                    <a:pt x="0" y="2966848"/>
                  </a:lnTo>
                  <a:close/>
                </a:path>
              </a:pathLst>
            </a:custGeom>
            <a:blipFill rotWithShape="1">
              <a:blip r:embed="rId3">
                <a:alphaModFix amt="0"/>
              </a:blip>
              <a:stretch>
                <a:fillRect b="-74817" l="0" r="2588" t="-102077"/>
              </a:stretch>
            </a:blipFill>
            <a:ln>
              <a:noFill/>
            </a:ln>
          </p:spPr>
        </p:sp>
        <p:sp>
          <p:nvSpPr>
            <p:cNvPr id="462" name="Google Shape;462;p18"/>
            <p:cNvSpPr txBox="1"/>
            <p:nvPr/>
          </p:nvSpPr>
          <p:spPr>
            <a:xfrm>
              <a:off x="0" y="0"/>
              <a:ext cx="21640800" cy="296685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92F7FF"/>
                  </a:solidFill>
                  <a:latin typeface="Archivo Black"/>
                  <a:ea typeface="Archivo Black"/>
                  <a:cs typeface="Archivo Black"/>
                  <a:sym typeface="Archivo Black"/>
                </a:rPr>
                <a:t>Metodología desarrollo e implementación de nuevas syscalls</a:t>
              </a:r>
              <a:endParaRPr/>
            </a:p>
          </p:txBody>
        </p:sp>
      </p:grpSp>
      <p:sp>
        <p:nvSpPr>
          <p:cNvPr id="463" name="Google Shape;463;p18"/>
          <p:cNvSpPr/>
          <p:nvPr/>
        </p:nvSpPr>
        <p:spPr>
          <a:xfrm>
            <a:off x="1281660" y="3680596"/>
            <a:ext cx="5437858" cy="6037221"/>
          </a:xfrm>
          <a:custGeom>
            <a:rect b="b" l="l" r="r" t="t"/>
            <a:pathLst>
              <a:path extrusionOk="0" h="6037221" w="5437858">
                <a:moveTo>
                  <a:pt x="0" y="0"/>
                </a:moveTo>
                <a:lnTo>
                  <a:pt x="5437858" y="0"/>
                </a:lnTo>
                <a:lnTo>
                  <a:pt x="5437858" y="6037221"/>
                </a:lnTo>
                <a:lnTo>
                  <a:pt x="0" y="6037221"/>
                </a:lnTo>
                <a:lnTo>
                  <a:pt x="0" y="0"/>
                </a:lnTo>
                <a:close/>
              </a:path>
            </a:pathLst>
          </a:custGeom>
          <a:blipFill rotWithShape="1">
            <a:blip r:embed="rId4">
              <a:alphaModFix/>
            </a:blip>
            <a:stretch>
              <a:fillRect b="0" l="0" r="0" t="0"/>
            </a:stretch>
          </a:blipFill>
          <a:ln>
            <a:noFill/>
          </a:ln>
        </p:spPr>
      </p:sp>
      <p:sp>
        <p:nvSpPr>
          <p:cNvPr id="464" name="Google Shape;464;p18"/>
          <p:cNvSpPr txBox="1"/>
          <p:nvPr/>
        </p:nvSpPr>
        <p:spPr>
          <a:xfrm>
            <a:off x="7521341" y="3499621"/>
            <a:ext cx="9225513" cy="3850532"/>
          </a:xfrm>
          <a:prstGeom prst="rect">
            <a:avLst/>
          </a:prstGeom>
          <a:noFill/>
          <a:ln>
            <a:noFill/>
          </a:ln>
        </p:spPr>
        <p:txBody>
          <a:bodyPr anchorCtr="0" anchor="t" bIns="0" lIns="0" spcFirstLastPara="1" rIns="0" wrap="square" tIns="0">
            <a:spAutoFit/>
          </a:bodyPr>
          <a:lstStyle/>
          <a:p>
            <a:pPr indent="0" lvl="0" marL="0" marR="0" rtl="0" algn="l">
              <a:lnSpc>
                <a:spcPct val="179985"/>
              </a:lnSpc>
              <a:spcBef>
                <a:spcPts val="0"/>
              </a:spcBef>
              <a:spcAft>
                <a:spcPts val="0"/>
              </a:spcAft>
              <a:buNone/>
            </a:pPr>
            <a:r>
              <a:rPr b="0" i="0" lang="en-US" sz="2843" u="none" cap="none" strike="noStrike">
                <a:solidFill>
                  <a:srgbClr val="FFFFFF"/>
                </a:solidFill>
                <a:latin typeface="Archivo Narrow"/>
                <a:ea typeface="Archivo Narrow"/>
                <a:cs typeface="Archivo Narrow"/>
                <a:sym typeface="Archivo Narrow"/>
              </a:rPr>
              <a:t>Se gestiona a través de un archivo </a:t>
            </a:r>
            <a:r>
              <a:rPr b="1" i="0" lang="en-US" sz="2843" u="none" cap="none" strike="noStrike">
                <a:solidFill>
                  <a:srgbClr val="FFFFFF"/>
                </a:solidFill>
                <a:latin typeface="Archivo Narrow"/>
                <a:ea typeface="Archivo Narrow"/>
                <a:cs typeface="Archivo Narrow"/>
                <a:sym typeface="Archivo Narrow"/>
              </a:rPr>
              <a:t>.config</a:t>
            </a:r>
            <a:r>
              <a:rPr b="0" i="0" lang="en-US" sz="2843" u="none" cap="none" strike="noStrike">
                <a:solidFill>
                  <a:srgbClr val="FFFFFF"/>
                </a:solidFill>
                <a:latin typeface="Archivo Narrow"/>
                <a:ea typeface="Archivo Narrow"/>
                <a:cs typeface="Archivo Narrow"/>
                <a:sym typeface="Archivo Narrow"/>
              </a:rPr>
              <a:t>. Para facilitar este proceso, se puede utilizar el comando </a:t>
            </a:r>
            <a:r>
              <a:rPr b="1" i="0" lang="en-US" sz="2843" u="none" cap="none" strike="noStrike">
                <a:solidFill>
                  <a:srgbClr val="FFFFFF"/>
                </a:solidFill>
                <a:latin typeface="Archivo Narrow"/>
                <a:ea typeface="Archivo Narrow"/>
                <a:cs typeface="Archivo Narrow"/>
                <a:sym typeface="Archivo Narrow"/>
              </a:rPr>
              <a:t>localmodconfig</a:t>
            </a:r>
            <a:r>
              <a:rPr b="0" i="0" lang="en-US" sz="2843" u="none" cap="none" strike="noStrike">
                <a:solidFill>
                  <a:srgbClr val="FFFFFF"/>
                </a:solidFill>
                <a:latin typeface="Archivo Narrow"/>
                <a:ea typeface="Archivo Narrow"/>
                <a:cs typeface="Archivo Narrow"/>
                <a:sym typeface="Archivo Narrow"/>
              </a:rPr>
              <a:t>, que ajusta automáticamente el archivo para incluir solo los módulos del kernel actualmente cargados en el sistema. Sin embargo, es importante destacar que esta configuración hará que el kernel compilado sea específico para la máquina utilizada.</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092A"/>
            </a:gs>
            <a:gs pos="100000">
              <a:srgbClr val="3333B8"/>
            </a:gs>
          </a:gsLst>
          <a:lin ang="18900000" scaled="0"/>
        </a:gradFill>
      </p:bgPr>
    </p:bg>
    <p:spTree>
      <p:nvGrpSpPr>
        <p:cNvPr id="472" name="Shape 472"/>
        <p:cNvGrpSpPr/>
        <p:nvPr/>
      </p:nvGrpSpPr>
      <p:grpSpPr>
        <a:xfrm>
          <a:off x="0" y="0"/>
          <a:ext cx="0" cy="0"/>
          <a:chOff x="0" y="0"/>
          <a:chExt cx="0" cy="0"/>
        </a:xfrm>
      </p:grpSpPr>
      <p:sp>
        <p:nvSpPr>
          <p:cNvPr id="473" name="Google Shape;473;p19"/>
          <p:cNvSpPr/>
          <p:nvPr/>
        </p:nvSpPr>
        <p:spPr>
          <a:xfrm>
            <a:off x="1323820" y="2008597"/>
            <a:ext cx="5727747" cy="6269805"/>
          </a:xfrm>
          <a:custGeom>
            <a:rect b="b" l="l" r="r" t="t"/>
            <a:pathLst>
              <a:path extrusionOk="0" h="6269805" w="5727747">
                <a:moveTo>
                  <a:pt x="0" y="0"/>
                </a:moveTo>
                <a:lnTo>
                  <a:pt x="5727747" y="0"/>
                </a:lnTo>
                <a:lnTo>
                  <a:pt x="5727747" y="6269806"/>
                </a:lnTo>
                <a:lnTo>
                  <a:pt x="0" y="6269806"/>
                </a:lnTo>
                <a:lnTo>
                  <a:pt x="0" y="0"/>
                </a:lnTo>
                <a:close/>
              </a:path>
            </a:pathLst>
          </a:custGeom>
          <a:blipFill rotWithShape="1">
            <a:blip r:embed="rId3">
              <a:alphaModFix/>
            </a:blip>
            <a:stretch>
              <a:fillRect b="0" l="0" r="0" t="0"/>
            </a:stretch>
          </a:blipFill>
          <a:ln>
            <a:noFill/>
          </a:ln>
        </p:spPr>
      </p:sp>
      <p:sp>
        <p:nvSpPr>
          <p:cNvPr id="474" name="Google Shape;474;p19"/>
          <p:cNvSpPr txBox="1"/>
          <p:nvPr/>
        </p:nvSpPr>
        <p:spPr>
          <a:xfrm>
            <a:off x="7507287" y="1846672"/>
            <a:ext cx="9225513" cy="4145806"/>
          </a:xfrm>
          <a:prstGeom prst="rect">
            <a:avLst/>
          </a:prstGeom>
          <a:noFill/>
          <a:ln>
            <a:noFill/>
          </a:ln>
        </p:spPr>
        <p:txBody>
          <a:bodyPr anchorCtr="0" anchor="t" bIns="0" lIns="0" spcFirstLastPara="1" rIns="0" wrap="square" tIns="0">
            <a:spAutoFit/>
          </a:bodyPr>
          <a:lstStyle/>
          <a:p>
            <a:pPr indent="0" lvl="0" marL="0" marR="0" rtl="0" algn="just">
              <a:lnSpc>
                <a:spcPct val="179984"/>
              </a:lnSpc>
              <a:spcBef>
                <a:spcPts val="0"/>
              </a:spcBef>
              <a:spcAft>
                <a:spcPts val="0"/>
              </a:spcAft>
              <a:buNone/>
            </a:pPr>
            <a:r>
              <a:rPr b="1" i="0" lang="en-US" sz="2643" u="none" cap="none" strike="noStrike">
                <a:solidFill>
                  <a:srgbClr val="FFFFFF"/>
                </a:solidFill>
                <a:latin typeface="Archivo Narrow"/>
                <a:ea typeface="Archivo Narrow"/>
                <a:cs typeface="Archivo Narrow"/>
                <a:sym typeface="Archivo Narrow"/>
              </a:rPr>
              <a:t>fakeroot </a:t>
            </a:r>
            <a:r>
              <a:rPr b="0" i="0" lang="en-US" sz="2643" u="none" cap="none" strike="noStrike">
                <a:solidFill>
                  <a:srgbClr val="FFFFFF"/>
                </a:solidFill>
                <a:latin typeface="Archivo Narrow"/>
                <a:ea typeface="Archivo Narrow"/>
                <a:cs typeface="Archivo Narrow"/>
                <a:sym typeface="Archivo Narrow"/>
              </a:rPr>
              <a:t>es una herramienta esencial que permite ejecutar comandos en un entorno simulado con permisos de superusuario, sin necesidad de tener realmente dichos permisos. Esto es particularmente útil al usar make, ya que facilita la creación de archivos con las propiedades y permisos de superusuario, simplificando así el proceso de construcción y empaquetado de software.</a:t>
            </a:r>
            <a:endParaRPr/>
          </a:p>
          <a:p>
            <a:pPr indent="0" lvl="0" marL="0" marR="0" rtl="0" algn="l">
              <a:lnSpc>
                <a:spcPct val="173174"/>
              </a:lnSpc>
              <a:spcBef>
                <a:spcPts val="0"/>
              </a:spcBef>
              <a:spcAft>
                <a:spcPts val="0"/>
              </a:spcAft>
              <a:buNone/>
            </a:pPr>
            <a:r>
              <a:t/>
            </a:r>
            <a:endParaRPr b="0" i="0" sz="2643" u="none" cap="none" strike="noStrike">
              <a:solidFill>
                <a:srgbClr val="FFFFFF"/>
              </a:solidFill>
              <a:latin typeface="Archivo Narrow"/>
              <a:ea typeface="Archivo Narrow"/>
              <a:cs typeface="Archivo Narrow"/>
              <a:sym typeface="Archivo Narrow"/>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092A"/>
            </a:gs>
            <a:gs pos="100000">
              <a:srgbClr val="3333B8"/>
            </a:gs>
          </a:gsLst>
          <a:lin ang="18900000" scaled="0"/>
        </a:gradFill>
      </p:bgPr>
    </p:bg>
    <p:spTree>
      <p:nvGrpSpPr>
        <p:cNvPr id="482" name="Shape 482"/>
        <p:cNvGrpSpPr/>
        <p:nvPr/>
      </p:nvGrpSpPr>
      <p:grpSpPr>
        <a:xfrm>
          <a:off x="0" y="0"/>
          <a:ext cx="0" cy="0"/>
          <a:chOff x="0" y="0"/>
          <a:chExt cx="0" cy="0"/>
        </a:xfrm>
      </p:grpSpPr>
      <p:sp>
        <p:nvSpPr>
          <p:cNvPr id="483" name="Google Shape;483;p20"/>
          <p:cNvSpPr/>
          <p:nvPr/>
        </p:nvSpPr>
        <p:spPr>
          <a:xfrm>
            <a:off x="-811054" y="-735597"/>
            <a:ext cx="19647217" cy="11482102"/>
          </a:xfrm>
          <a:custGeom>
            <a:rect b="b" l="l" r="r" t="t"/>
            <a:pathLst>
              <a:path extrusionOk="0" h="15309469" w="26196289">
                <a:moveTo>
                  <a:pt x="0" y="0"/>
                </a:moveTo>
                <a:lnTo>
                  <a:pt x="26196289" y="0"/>
                </a:lnTo>
                <a:lnTo>
                  <a:pt x="26196289" y="15309469"/>
                </a:lnTo>
                <a:lnTo>
                  <a:pt x="0" y="15309469"/>
                </a:lnTo>
                <a:lnTo>
                  <a:pt x="0" y="0"/>
                </a:lnTo>
                <a:close/>
              </a:path>
            </a:pathLst>
          </a:custGeom>
          <a:blipFill rotWithShape="1">
            <a:blip r:embed="rId3">
              <a:alphaModFix/>
            </a:blip>
            <a:stretch>
              <a:fillRect b="-20540" l="0" r="0" t="-20540"/>
            </a:stretch>
          </a:blipFill>
          <a:ln>
            <a:noFill/>
          </a:ln>
        </p:spPr>
      </p:sp>
      <p:grpSp>
        <p:nvGrpSpPr>
          <p:cNvPr id="484" name="Google Shape;484;p20"/>
          <p:cNvGrpSpPr/>
          <p:nvPr/>
        </p:nvGrpSpPr>
        <p:grpSpPr>
          <a:xfrm>
            <a:off x="683118" y="1217647"/>
            <a:ext cx="8460883" cy="7791211"/>
            <a:chOff x="0" y="-38100"/>
            <a:chExt cx="11281176" cy="10388282"/>
          </a:xfrm>
        </p:grpSpPr>
        <p:sp>
          <p:nvSpPr>
            <p:cNvPr id="485" name="Google Shape;485;p20"/>
            <p:cNvSpPr/>
            <p:nvPr/>
          </p:nvSpPr>
          <p:spPr>
            <a:xfrm>
              <a:off x="0" y="0"/>
              <a:ext cx="11281176" cy="10350160"/>
            </a:xfrm>
            <a:custGeom>
              <a:rect b="b" l="l" r="r" t="t"/>
              <a:pathLst>
                <a:path extrusionOk="0" h="10350160" w="11281176">
                  <a:moveTo>
                    <a:pt x="0" y="0"/>
                  </a:moveTo>
                  <a:lnTo>
                    <a:pt x="11281176" y="0"/>
                  </a:lnTo>
                  <a:lnTo>
                    <a:pt x="11281176" y="10350160"/>
                  </a:lnTo>
                  <a:lnTo>
                    <a:pt x="0" y="10350160"/>
                  </a:lnTo>
                  <a:close/>
                </a:path>
              </a:pathLst>
            </a:custGeom>
            <a:blipFill rotWithShape="1">
              <a:blip r:embed="rId4">
                <a:alphaModFix amt="0"/>
              </a:blip>
              <a:stretch>
                <a:fillRect b="51328" l="0" r="-65684" t="-21703"/>
              </a:stretch>
            </a:blipFill>
            <a:ln>
              <a:noFill/>
            </a:ln>
          </p:spPr>
        </p:sp>
        <p:sp>
          <p:nvSpPr>
            <p:cNvPr id="486" name="Google Shape;486;p20"/>
            <p:cNvSpPr txBox="1"/>
            <p:nvPr/>
          </p:nvSpPr>
          <p:spPr>
            <a:xfrm>
              <a:off x="0" y="-38100"/>
              <a:ext cx="11281175" cy="10388282"/>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9000" u="none" cap="none" strike="noStrike">
                  <a:solidFill>
                    <a:srgbClr val="92F7FF"/>
                  </a:solidFill>
                  <a:latin typeface="Arimo"/>
                  <a:ea typeface="Arimo"/>
                  <a:cs typeface="Arimo"/>
                  <a:sym typeface="Arimo"/>
                </a:rPr>
                <a:t>Ejemplo Guiado:</a:t>
              </a:r>
              <a:endParaRPr/>
            </a:p>
            <a:p>
              <a:pPr indent="0" lvl="0" marL="0" marR="0" rtl="0" algn="ctr">
                <a:lnSpc>
                  <a:spcPct val="120000"/>
                </a:lnSpc>
                <a:spcBef>
                  <a:spcPts val="0"/>
                </a:spcBef>
                <a:spcAft>
                  <a:spcPts val="0"/>
                </a:spcAft>
                <a:buNone/>
              </a:pPr>
              <a:r>
                <a:t/>
              </a:r>
              <a:endParaRPr b="1" i="0" sz="9000" u="none" cap="none" strike="noStrike">
                <a:solidFill>
                  <a:srgbClr val="92F7FF"/>
                </a:solidFill>
                <a:latin typeface="Arimo"/>
                <a:ea typeface="Arimo"/>
                <a:cs typeface="Arimo"/>
                <a:sym typeface="Arimo"/>
              </a:endParaRPr>
            </a:p>
            <a:p>
              <a:pPr indent="0" lvl="0" marL="0" marR="0" rtl="0" algn="ctr">
                <a:lnSpc>
                  <a:spcPct val="120014"/>
                </a:lnSpc>
                <a:spcBef>
                  <a:spcPts val="0"/>
                </a:spcBef>
                <a:spcAft>
                  <a:spcPts val="0"/>
                </a:spcAft>
                <a:buNone/>
              </a:pPr>
              <a:r>
                <a:rPr b="1" i="0" lang="en-US" sz="7100" u="none" cap="none" strike="noStrike">
                  <a:solidFill>
                    <a:srgbClr val="92F7FF"/>
                  </a:solidFill>
                  <a:latin typeface="Arimo"/>
                  <a:ea typeface="Arimo"/>
                  <a:cs typeface="Arimo"/>
                  <a:sym typeface="Arimo"/>
                </a:rPr>
                <a:t>Desarrollo de una nueva llamada de sistema</a:t>
              </a:r>
              <a:endParaRPr/>
            </a:p>
          </p:txBody>
        </p:sp>
      </p:grpSp>
      <p:sp>
        <p:nvSpPr>
          <p:cNvPr id="487" name="Google Shape;487;p20"/>
          <p:cNvSpPr/>
          <p:nvPr/>
        </p:nvSpPr>
        <p:spPr>
          <a:xfrm>
            <a:off x="10330783" y="2595322"/>
            <a:ext cx="5410589" cy="5621391"/>
          </a:xfrm>
          <a:custGeom>
            <a:rect b="b" l="l" r="r" t="t"/>
            <a:pathLst>
              <a:path extrusionOk="0" h="5621391" w="5410589">
                <a:moveTo>
                  <a:pt x="0" y="0"/>
                </a:moveTo>
                <a:lnTo>
                  <a:pt x="5410589" y="0"/>
                </a:lnTo>
                <a:lnTo>
                  <a:pt x="5410589" y="5621392"/>
                </a:lnTo>
                <a:lnTo>
                  <a:pt x="0" y="5621392"/>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092A"/>
            </a:gs>
            <a:gs pos="100000">
              <a:srgbClr val="3333B8"/>
            </a:gs>
          </a:gsLst>
          <a:lin ang="18900000" scaled="0"/>
        </a:gradFill>
      </p:bgPr>
    </p:bg>
    <p:spTree>
      <p:nvGrpSpPr>
        <p:cNvPr id="495" name="Shape 495"/>
        <p:cNvGrpSpPr/>
        <p:nvPr/>
      </p:nvGrpSpPr>
      <p:grpSpPr>
        <a:xfrm>
          <a:off x="0" y="0"/>
          <a:ext cx="0" cy="0"/>
          <a:chOff x="0" y="0"/>
          <a:chExt cx="0" cy="0"/>
        </a:xfrm>
      </p:grpSpPr>
      <p:sp>
        <p:nvSpPr>
          <p:cNvPr id="496" name="Google Shape;496;p21"/>
          <p:cNvSpPr/>
          <p:nvPr/>
        </p:nvSpPr>
        <p:spPr>
          <a:xfrm>
            <a:off x="-811054" y="-735597"/>
            <a:ext cx="19647217" cy="11482102"/>
          </a:xfrm>
          <a:custGeom>
            <a:rect b="b" l="l" r="r" t="t"/>
            <a:pathLst>
              <a:path extrusionOk="0" h="15309469" w="26196289">
                <a:moveTo>
                  <a:pt x="0" y="0"/>
                </a:moveTo>
                <a:lnTo>
                  <a:pt x="26196289" y="0"/>
                </a:lnTo>
                <a:lnTo>
                  <a:pt x="26196289" y="15309469"/>
                </a:lnTo>
                <a:lnTo>
                  <a:pt x="0" y="15309469"/>
                </a:lnTo>
                <a:lnTo>
                  <a:pt x="0" y="0"/>
                </a:lnTo>
                <a:close/>
              </a:path>
            </a:pathLst>
          </a:custGeom>
          <a:blipFill rotWithShape="1">
            <a:blip r:embed="rId3">
              <a:alphaModFix/>
            </a:blip>
            <a:stretch>
              <a:fillRect b="-20540" l="0" r="0" t="-20540"/>
            </a:stretch>
          </a:blipFill>
          <a:ln>
            <a:noFill/>
          </a:ln>
        </p:spPr>
      </p:sp>
      <p:grpSp>
        <p:nvGrpSpPr>
          <p:cNvPr id="497" name="Google Shape;497;p21"/>
          <p:cNvGrpSpPr/>
          <p:nvPr/>
        </p:nvGrpSpPr>
        <p:grpSpPr>
          <a:xfrm>
            <a:off x="2003393" y="6301930"/>
            <a:ext cx="14018400" cy="2129123"/>
            <a:chOff x="0" y="-47625"/>
            <a:chExt cx="18691200" cy="2838831"/>
          </a:xfrm>
        </p:grpSpPr>
        <p:sp>
          <p:nvSpPr>
            <p:cNvPr id="498" name="Google Shape;498;p21"/>
            <p:cNvSpPr/>
            <p:nvPr/>
          </p:nvSpPr>
          <p:spPr>
            <a:xfrm>
              <a:off x="0" y="0"/>
              <a:ext cx="18691200" cy="2791200"/>
            </a:xfrm>
            <a:custGeom>
              <a:rect b="b" l="l" r="r" t="t"/>
              <a:pathLst>
                <a:path extrusionOk="0" h="2791200" w="18691200">
                  <a:moveTo>
                    <a:pt x="0" y="0"/>
                  </a:moveTo>
                  <a:lnTo>
                    <a:pt x="18691200" y="0"/>
                  </a:lnTo>
                  <a:lnTo>
                    <a:pt x="18691200" y="2791200"/>
                  </a:lnTo>
                  <a:lnTo>
                    <a:pt x="0" y="2791200"/>
                  </a:lnTo>
                  <a:close/>
                </a:path>
              </a:pathLst>
            </a:custGeom>
            <a:blipFill rotWithShape="1">
              <a:blip r:embed="rId4">
                <a:alphaModFix amt="0"/>
              </a:blip>
              <a:stretch>
                <a:fillRect b="-80480" l="0" r="0" t="-80480"/>
              </a:stretch>
            </a:blipFill>
            <a:ln>
              <a:noFill/>
            </a:ln>
          </p:spPr>
        </p:sp>
        <p:sp>
          <p:nvSpPr>
            <p:cNvPr id="499" name="Google Shape;499;p21"/>
            <p:cNvSpPr txBox="1"/>
            <p:nvPr/>
          </p:nvSpPr>
          <p:spPr>
            <a:xfrm>
              <a:off x="0" y="-47625"/>
              <a:ext cx="18691200" cy="2838831"/>
            </a:xfrm>
            <a:prstGeom prst="rect">
              <a:avLst/>
            </a:prstGeom>
            <a:noFill/>
            <a:ln>
              <a:noFill/>
            </a:ln>
          </p:spPr>
          <p:txBody>
            <a:bodyPr anchorCtr="0" anchor="ctr" bIns="0" lIns="0" spcFirstLastPara="1" rIns="0" wrap="square" tIns="0">
              <a:noAutofit/>
            </a:bodyPr>
            <a:lstStyle/>
            <a:p>
              <a:pPr indent="0" lvl="0" marL="0" marR="0" rtl="0" algn="ctr">
                <a:lnSpc>
                  <a:spcPct val="120001"/>
                </a:lnSpc>
                <a:spcBef>
                  <a:spcPts val="0"/>
                </a:spcBef>
                <a:spcAft>
                  <a:spcPts val="0"/>
                </a:spcAft>
                <a:buNone/>
              </a:pPr>
              <a:r>
                <a:rPr b="1" i="0" lang="en-US" sz="11199" u="none" cap="none" strike="noStrike">
                  <a:solidFill>
                    <a:srgbClr val="92F7FF"/>
                  </a:solidFill>
                  <a:latin typeface="Arimo"/>
                  <a:ea typeface="Arimo"/>
                  <a:cs typeface="Arimo"/>
                  <a:sym typeface="Arimo"/>
                </a:rPr>
                <a:t>¿DUDAS?</a:t>
              </a:r>
              <a:endParaRPr/>
            </a:p>
          </p:txBody>
        </p:sp>
      </p:grpSp>
      <p:sp>
        <p:nvSpPr>
          <p:cNvPr id="500" name="Google Shape;500;p21"/>
          <p:cNvSpPr/>
          <p:nvPr/>
        </p:nvSpPr>
        <p:spPr>
          <a:xfrm>
            <a:off x="6705600" y="1220695"/>
            <a:ext cx="4876800" cy="4876800"/>
          </a:xfrm>
          <a:custGeom>
            <a:rect b="b" l="l" r="r" t="t"/>
            <a:pathLst>
              <a:path extrusionOk="0" h="6502400" w="6502400">
                <a:moveTo>
                  <a:pt x="0" y="0"/>
                </a:moveTo>
                <a:lnTo>
                  <a:pt x="6502400" y="0"/>
                </a:lnTo>
                <a:lnTo>
                  <a:pt x="6502400" y="6502400"/>
                </a:lnTo>
                <a:lnTo>
                  <a:pt x="0" y="6502400"/>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D092A"/>
            </a:gs>
            <a:gs pos="100000">
              <a:srgbClr val="3333B8"/>
            </a:gs>
          </a:gsLst>
          <a:lin ang="18900000" scaled="0"/>
        </a:gradFill>
      </p:bgPr>
    </p:bg>
    <p:spTree>
      <p:nvGrpSpPr>
        <p:cNvPr id="508" name="Shape 508"/>
        <p:cNvGrpSpPr/>
        <p:nvPr/>
      </p:nvGrpSpPr>
      <p:grpSpPr>
        <a:xfrm>
          <a:off x="0" y="0"/>
          <a:ext cx="0" cy="0"/>
          <a:chOff x="0" y="0"/>
          <a:chExt cx="0" cy="0"/>
        </a:xfrm>
      </p:grpSpPr>
      <p:sp>
        <p:nvSpPr>
          <p:cNvPr id="509" name="Google Shape;509;p22"/>
          <p:cNvSpPr/>
          <p:nvPr/>
        </p:nvSpPr>
        <p:spPr>
          <a:xfrm>
            <a:off x="-811054" y="-735597"/>
            <a:ext cx="19647217" cy="11482102"/>
          </a:xfrm>
          <a:custGeom>
            <a:rect b="b" l="l" r="r" t="t"/>
            <a:pathLst>
              <a:path extrusionOk="0" h="15309469" w="26196289">
                <a:moveTo>
                  <a:pt x="0" y="0"/>
                </a:moveTo>
                <a:lnTo>
                  <a:pt x="26196289" y="0"/>
                </a:lnTo>
                <a:lnTo>
                  <a:pt x="26196289" y="15309469"/>
                </a:lnTo>
                <a:lnTo>
                  <a:pt x="0" y="15309469"/>
                </a:lnTo>
                <a:lnTo>
                  <a:pt x="0" y="0"/>
                </a:lnTo>
                <a:close/>
              </a:path>
            </a:pathLst>
          </a:custGeom>
          <a:blipFill rotWithShape="1">
            <a:blip r:embed="rId3">
              <a:alphaModFix/>
            </a:blip>
            <a:stretch>
              <a:fillRect b="-20540" l="0" r="0" t="-20540"/>
            </a:stretch>
          </a:blipFill>
          <a:ln>
            <a:noFill/>
          </a:ln>
        </p:spPr>
      </p:sp>
      <p:grpSp>
        <p:nvGrpSpPr>
          <p:cNvPr id="510" name="Google Shape;510;p22"/>
          <p:cNvGrpSpPr/>
          <p:nvPr/>
        </p:nvGrpSpPr>
        <p:grpSpPr>
          <a:xfrm>
            <a:off x="1957140" y="2699432"/>
            <a:ext cx="14018400" cy="3852920"/>
            <a:chOff x="0" y="-47625"/>
            <a:chExt cx="18691200" cy="5137226"/>
          </a:xfrm>
        </p:grpSpPr>
        <p:sp>
          <p:nvSpPr>
            <p:cNvPr id="511" name="Google Shape;511;p22"/>
            <p:cNvSpPr/>
            <p:nvPr/>
          </p:nvSpPr>
          <p:spPr>
            <a:xfrm>
              <a:off x="0" y="0"/>
              <a:ext cx="18691200" cy="5089600"/>
            </a:xfrm>
            <a:custGeom>
              <a:rect b="b" l="l" r="r" t="t"/>
              <a:pathLst>
                <a:path extrusionOk="0" h="5089600" w="18691200">
                  <a:moveTo>
                    <a:pt x="0" y="0"/>
                  </a:moveTo>
                  <a:lnTo>
                    <a:pt x="18691200" y="0"/>
                  </a:lnTo>
                  <a:lnTo>
                    <a:pt x="18691200" y="5089600"/>
                  </a:lnTo>
                  <a:lnTo>
                    <a:pt x="0" y="5089600"/>
                  </a:lnTo>
                  <a:close/>
                </a:path>
              </a:pathLst>
            </a:custGeom>
            <a:blipFill rotWithShape="1">
              <a:blip r:embed="rId4">
                <a:alphaModFix amt="0"/>
              </a:blip>
              <a:stretch>
                <a:fillRect b="-21557" l="0" r="0" t="-21557"/>
              </a:stretch>
            </a:blipFill>
            <a:ln>
              <a:noFill/>
            </a:ln>
          </p:spPr>
        </p:sp>
        <p:sp>
          <p:nvSpPr>
            <p:cNvPr id="512" name="Google Shape;512;p22"/>
            <p:cNvSpPr txBox="1"/>
            <p:nvPr/>
          </p:nvSpPr>
          <p:spPr>
            <a:xfrm>
              <a:off x="0" y="-47625"/>
              <a:ext cx="18691200" cy="5137226"/>
            </a:xfrm>
            <a:prstGeom prst="rect">
              <a:avLst/>
            </a:prstGeom>
            <a:noFill/>
            <a:ln>
              <a:noFill/>
            </a:ln>
          </p:spPr>
          <p:txBody>
            <a:bodyPr anchorCtr="0" anchor="ctr" bIns="0" lIns="0" spcFirstLastPara="1" rIns="0" wrap="square" tIns="0">
              <a:noAutofit/>
            </a:bodyPr>
            <a:lstStyle/>
            <a:p>
              <a:pPr indent="0" lvl="0" marL="0" marR="0" rtl="0" algn="ctr">
                <a:lnSpc>
                  <a:spcPct val="120001"/>
                </a:lnSpc>
                <a:spcBef>
                  <a:spcPts val="0"/>
                </a:spcBef>
                <a:spcAft>
                  <a:spcPts val="0"/>
                </a:spcAft>
                <a:buNone/>
              </a:pPr>
              <a:r>
                <a:rPr b="1" i="0" lang="en-US" sz="11199" u="none" cap="none" strike="noStrike">
                  <a:solidFill>
                    <a:srgbClr val="92F7FF"/>
                  </a:solidFill>
                  <a:latin typeface="Arimo"/>
                  <a:ea typeface="Arimo"/>
                  <a:cs typeface="Arimo"/>
                  <a:sym typeface="Arimo"/>
                </a:rPr>
                <a:t>Gracias por la atención</a:t>
              </a:r>
              <a:endParaRPr/>
            </a:p>
          </p:txBody>
        </p:sp>
      </p:grpSp>
      <p:sp>
        <p:nvSpPr>
          <p:cNvPr id="513" name="Google Shape;513;p22"/>
          <p:cNvSpPr txBox="1"/>
          <p:nvPr/>
        </p:nvSpPr>
        <p:spPr>
          <a:xfrm>
            <a:off x="2675430" y="7612723"/>
            <a:ext cx="13114353" cy="1091251"/>
          </a:xfrm>
          <a:prstGeom prst="rect">
            <a:avLst/>
          </a:prstGeom>
          <a:noFill/>
          <a:ln>
            <a:noFill/>
          </a:ln>
        </p:spPr>
        <p:txBody>
          <a:bodyPr anchorCtr="0" anchor="t" bIns="0" lIns="0" spcFirstLastPara="1" rIns="0" wrap="square" tIns="0">
            <a:spAutoFit/>
          </a:bodyPr>
          <a:lstStyle/>
          <a:p>
            <a:pPr indent="0" lvl="0" marL="0" marR="0" rtl="0" algn="ctr">
              <a:lnSpc>
                <a:spcPct val="108000"/>
              </a:lnSpc>
              <a:spcBef>
                <a:spcPts val="0"/>
              </a:spcBef>
              <a:spcAft>
                <a:spcPts val="0"/>
              </a:spcAft>
              <a:buNone/>
            </a:pPr>
            <a:r>
              <a:rPr b="1" i="0" lang="en-US" sz="3600" u="none" cap="none" strike="noStrike">
                <a:solidFill>
                  <a:srgbClr val="FFFFFF"/>
                </a:solidFill>
                <a:latin typeface="Archivo Narrow"/>
                <a:ea typeface="Archivo Narrow"/>
                <a:cs typeface="Archivo Narrow"/>
                <a:sym typeface="Archivo Narrow"/>
              </a:rPr>
              <a:t>RECUERDA QUE TENEMOS NUESTRO FORO SEMANAL DONDE PUEDES CONSULTAR CUALQUIER DUDA QUE TE SURJA EN LA SEMANA</a:t>
            </a:r>
            <a:endParaRPr/>
          </a:p>
          <a:p>
            <a:pPr indent="0" lvl="0" marL="0" marR="0" rtl="0" algn="ctr">
              <a:lnSpc>
                <a:spcPct val="108000"/>
              </a:lnSpc>
              <a:spcBef>
                <a:spcPts val="0"/>
              </a:spcBef>
              <a:spcAft>
                <a:spcPts val="0"/>
              </a:spcAft>
              <a:buNone/>
            </a:pPr>
            <a:r>
              <a:t/>
            </a:r>
            <a:endParaRPr b="1" i="0" sz="3600" u="none" cap="none" strike="noStrike">
              <a:solidFill>
                <a:srgbClr val="FFFFFF"/>
              </a:solidFill>
              <a:latin typeface="Archivo Narrow"/>
              <a:ea typeface="Archivo Narrow"/>
              <a:cs typeface="Archivo Narrow"/>
              <a:sym typeface="Archivo Narrow"/>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