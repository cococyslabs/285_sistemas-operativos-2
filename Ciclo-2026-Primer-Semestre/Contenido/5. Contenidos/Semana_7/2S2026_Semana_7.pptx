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Arial Bold" charset="1" panose="020B0704020202020204"/>
      <p:regular r:id="rId40"/>
    </p:embeddedFont>
    <p:embeddedFont>
      <p:font typeface="Arial" charset="1" panose="020B0604020202020204"/>
      <p:regular r:id="rId41"/>
    </p:embeddedFont>
    <p:embeddedFont>
      <p:font typeface="Archivo Narrow Bold" charset="1" panose="020B0806020202020B04"/>
      <p:regular r:id="rId43"/>
    </p:embeddedFont>
    <p:embeddedFont>
      <p:font typeface="Arimo Bold" charset="1" panose="020B0704020202020204"/>
      <p:regular r:id="rId44"/>
    </p:embeddedFont>
    <p:embeddedFont>
      <p:font typeface="Noto Sans Bold" charset="1" panose="020B0802040504020204"/>
      <p:regular r:id="rId46"/>
    </p:embeddedFont>
    <p:embeddedFont>
      <p:font typeface="Open Sans" charset="1" panose="020B0606030504020204"/>
      <p:regular r:id="rId49"/>
    </p:embeddedFont>
    <p:embeddedFont>
      <p:font typeface="Open Sans Bold" charset="1" panose="020B0806030504020204"/>
      <p:regular r:id="rId51"/>
    </p:embeddedFont>
    <p:embeddedFont>
      <p:font typeface="Archivo Black" charset="1" panose="020B0A03020202020B04"/>
      <p:regular r:id="rId53"/>
    </p:embeddedFont>
    <p:embeddedFont>
      <p:font typeface="Archivo Narrow" charset="1" panose="020B0506020202020B04"/>
      <p:regular r:id="rId56"/>
    </p:embeddedFont>
    <p:embeddedFont>
      <p:font typeface="Archivo Narrow Italics" charset="1" panose="020B0506020202090B04"/>
      <p:regular r:id="rId7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notesMasters/notesMaster1.xml" Type="http://schemas.openxmlformats.org/officeDocument/2006/relationships/notesMaster"/><Relationship Id="rId38" Target="theme/theme2.xml" Type="http://schemas.openxmlformats.org/officeDocument/2006/relationships/theme"/><Relationship Id="rId39" Target="notesSlides/notesSlide1.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Slides/notesSlide2.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45" Target="notesSlides/notesSlide3.xml" Type="http://schemas.openxmlformats.org/officeDocument/2006/relationships/notesSlide"/><Relationship Id="rId46" Target="fonts/font46.fntdata" Type="http://schemas.openxmlformats.org/officeDocument/2006/relationships/font"/><Relationship Id="rId47" Target="notesSlides/notesSlide4.xml" Type="http://schemas.openxmlformats.org/officeDocument/2006/relationships/notesSlide"/><Relationship Id="rId48" Target="notesSlides/notesSlide5.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6.xml" Type="http://schemas.openxmlformats.org/officeDocument/2006/relationships/notesSlide"/><Relationship Id="rId51" Target="fonts/font51.fntdata" Type="http://schemas.openxmlformats.org/officeDocument/2006/relationships/font"/><Relationship Id="rId52" Target="notesSlides/notesSlide7.xml" Type="http://schemas.openxmlformats.org/officeDocument/2006/relationships/notesSlide"/><Relationship Id="rId53" Target="fonts/font53.fntdata" Type="http://schemas.openxmlformats.org/officeDocument/2006/relationships/font"/><Relationship Id="rId54" Target="notesSlides/notesSlide8.xml" Type="http://schemas.openxmlformats.org/officeDocument/2006/relationships/notesSlide"/><Relationship Id="rId55" Target="notesSlides/notesSlide9.xml" Type="http://schemas.openxmlformats.org/officeDocument/2006/relationships/notesSlide"/><Relationship Id="rId56" Target="fonts/font56.fntdata" Type="http://schemas.openxmlformats.org/officeDocument/2006/relationships/font"/><Relationship Id="rId57" Target="notesSlides/notesSlide10.xml" Type="http://schemas.openxmlformats.org/officeDocument/2006/relationships/notesSlide"/><Relationship Id="rId58" Target="notesSlides/notesSlide11.xml" Type="http://schemas.openxmlformats.org/officeDocument/2006/relationships/notesSlide"/><Relationship Id="rId59" Target="notesSlides/notesSlide12.xml" Type="http://schemas.openxmlformats.org/officeDocument/2006/relationships/notesSlide"/><Relationship Id="rId6" Target="slides/slide1.xml" Type="http://schemas.openxmlformats.org/officeDocument/2006/relationships/slide"/><Relationship Id="rId60" Target="notesSlides/notesSlide13.xml" Type="http://schemas.openxmlformats.org/officeDocument/2006/relationships/notesSlide"/><Relationship Id="rId61" Target="notesSlides/notesSlide14.xml" Type="http://schemas.openxmlformats.org/officeDocument/2006/relationships/notesSlide"/><Relationship Id="rId62" Target="notesSlides/notesSlide15.xml" Type="http://schemas.openxmlformats.org/officeDocument/2006/relationships/notesSlide"/><Relationship Id="rId63" Target="notesSlides/notesSlide16.xml" Type="http://schemas.openxmlformats.org/officeDocument/2006/relationships/notesSlide"/><Relationship Id="rId64" Target="notesSlides/notesSlide17.xml" Type="http://schemas.openxmlformats.org/officeDocument/2006/relationships/notesSlide"/><Relationship Id="rId65" Target="notesSlides/notesSlide18.xml" Type="http://schemas.openxmlformats.org/officeDocument/2006/relationships/notesSlide"/><Relationship Id="rId66" Target="notesSlides/notesSlide19.xml" Type="http://schemas.openxmlformats.org/officeDocument/2006/relationships/notesSlide"/><Relationship Id="rId67" Target="notesSlides/notesSlide20.xml" Type="http://schemas.openxmlformats.org/officeDocument/2006/relationships/notesSlide"/><Relationship Id="rId68" Target="notesSlides/notesSlide21.xml" Type="http://schemas.openxmlformats.org/officeDocument/2006/relationships/notesSlide"/><Relationship Id="rId69" Target="notesSlides/notesSlide22.xml" Type="http://schemas.openxmlformats.org/officeDocument/2006/relationships/notesSlide"/><Relationship Id="rId7" Target="slides/slide2.xml" Type="http://schemas.openxmlformats.org/officeDocument/2006/relationships/slide"/><Relationship Id="rId70" Target="notesSlides/notesSlide23.xml" Type="http://schemas.openxmlformats.org/officeDocument/2006/relationships/notesSlide"/><Relationship Id="rId71" Target="notesSlides/notesSlide24.xml" Type="http://schemas.openxmlformats.org/officeDocument/2006/relationships/notesSlide"/><Relationship Id="rId72" Target="notesSlides/notesSlide25.xml" Type="http://schemas.openxmlformats.org/officeDocument/2006/relationships/notesSlide"/><Relationship Id="rId73" Target="notesSlides/notesSlide26.xml" Type="http://schemas.openxmlformats.org/officeDocument/2006/relationships/notesSlide"/><Relationship Id="rId74" Target="notesSlides/notesSlide27.xml" Type="http://schemas.openxmlformats.org/officeDocument/2006/relationships/notesSlide"/><Relationship Id="rId75" Target="notesSlides/notesSlide28.xml" Type="http://schemas.openxmlformats.org/officeDocument/2006/relationships/notesSlide"/><Relationship Id="rId76" Target="fonts/font76.fntdata" Type="http://schemas.openxmlformats.org/officeDocument/2006/relationships/font"/><Relationship Id="rId77" Target="notesSlides/notesSlide29.xml" Type="http://schemas.openxmlformats.org/officeDocument/2006/relationships/notesSlide"/><Relationship Id="rId78" Target="notesSlides/notesSlide30.xml" Type="http://schemas.openxmlformats.org/officeDocument/2006/relationships/notesSlide"/><Relationship Id="rId79" Target="notesSlides/notesSlide31.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18" Target="../media/image18.png" Type="http://schemas.openxmlformats.org/officeDocument/2006/relationships/image"/><Relationship Id="rId19" Target="../media/image19.svg" Type="http://schemas.openxmlformats.org/officeDocument/2006/relationships/image"/><Relationship Id="rId2" Target="../notesSlides/notesSlide2.xml" Type="http://schemas.openxmlformats.org/officeDocument/2006/relationships/notesSlide"/><Relationship Id="rId3" Target="../media/image3.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 Id="rId4"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 Id="rId4"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jpe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jpeg" Type="http://schemas.openxmlformats.org/officeDocument/2006/relationships/image"/><Relationship Id="rId4"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4.png" Type="http://schemas.openxmlformats.org/officeDocument/2006/relationships/image"/><Relationship Id="rId4" Target="../media/image3.jpeg" Type="http://schemas.openxmlformats.org/officeDocument/2006/relationships/image"/><Relationship Id="rId5"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jpeg" Type="http://schemas.openxmlformats.org/officeDocument/2006/relationships/image"/><Relationship Id="rId4"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jpeg" Type="http://schemas.openxmlformats.org/officeDocument/2006/relationships/image"/><Relationship Id="rId4"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jpeg" Type="http://schemas.openxmlformats.org/officeDocument/2006/relationships/image"/><Relationship Id="rId4"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jpeg" Type="http://schemas.openxmlformats.org/officeDocument/2006/relationships/image"/><Relationship Id="rId4"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jpeg" Type="http://schemas.openxmlformats.org/officeDocument/2006/relationships/image"/><Relationship Id="rId4"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jpeg" Type="http://schemas.openxmlformats.org/officeDocument/2006/relationships/image"/><Relationship Id="rId4"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jpeg" Type="http://schemas.openxmlformats.org/officeDocument/2006/relationships/image"/><Relationship Id="rId4"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jpeg" Type="http://schemas.openxmlformats.org/officeDocument/2006/relationships/image"/><Relationship Id="rId4"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jpeg" Type="http://schemas.openxmlformats.org/officeDocument/2006/relationships/image"/><Relationship Id="rId4"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jpeg" Type="http://schemas.openxmlformats.org/officeDocument/2006/relationships/image"/><Relationship Id="rId4" Target="../media/image3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jpeg" Type="http://schemas.openxmlformats.org/officeDocument/2006/relationships/image"/><Relationship Id="rId4" Target="../media/image3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jpeg" Type="http://schemas.openxmlformats.org/officeDocument/2006/relationships/image"/><Relationship Id="rId4" Target="../media/image3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jpeg" Type="http://schemas.openxmlformats.org/officeDocument/2006/relationships/image"/><Relationship Id="rId4" Target="../media/image3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3.jpeg" Type="http://schemas.openxmlformats.org/officeDocument/2006/relationships/image"/><Relationship Id="rId4" Target="../media/image4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3.jpeg" Type="http://schemas.openxmlformats.org/officeDocument/2006/relationships/image"/><Relationship Id="rId4" Target="../media/image4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3.jpeg" Type="http://schemas.openxmlformats.org/officeDocument/2006/relationships/image"/><Relationship Id="rId4" Target="../media/image4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3.jpe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4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24.png" Type="http://schemas.openxmlformats.org/officeDocument/2006/relationships/image"/><Relationship Id="rId4" Target="../media/image3.jpeg" Type="http://schemas.openxmlformats.org/officeDocument/2006/relationships/image"/><Relationship Id="rId5" Target="../media/image46.png" Type="http://schemas.openxmlformats.org/officeDocument/2006/relationships/image"/><Relationship Id="rId6" Target="../media/image47.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24.png" Type="http://schemas.openxmlformats.org/officeDocument/2006/relationships/image"/><Relationship Id="rId4" Target="../media/image3.jpeg" Type="http://schemas.openxmlformats.org/officeDocument/2006/relationships/image"/><Relationship Id="rId5" Target="../media/image4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24.pn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306050"/>
            <a:chOff x="0" y="0"/>
            <a:chExt cx="24384000" cy="13741400"/>
          </a:xfrm>
        </p:grpSpPr>
        <p:sp>
          <p:nvSpPr>
            <p:cNvPr name="Freeform 3" id="3"/>
            <p:cNvSpPr/>
            <p:nvPr/>
          </p:nvSpPr>
          <p:spPr>
            <a:xfrm flipH="false" flipV="false" rot="0">
              <a:off x="0" y="0"/>
              <a:ext cx="24384000" cy="13741400"/>
            </a:xfrm>
            <a:custGeom>
              <a:avLst/>
              <a:gdLst/>
              <a:ahLst/>
              <a:cxnLst/>
              <a:rect r="r" b="b" t="t" l="l"/>
              <a:pathLst>
                <a:path h="13741400" w="24384000">
                  <a:moveTo>
                    <a:pt x="0" y="0"/>
                  </a:moveTo>
                  <a:lnTo>
                    <a:pt x="24384000" y="0"/>
                  </a:lnTo>
                  <a:lnTo>
                    <a:pt x="24384000" y="13741400"/>
                  </a:lnTo>
                  <a:lnTo>
                    <a:pt x="0" y="13741400"/>
                  </a:lnTo>
                  <a:lnTo>
                    <a:pt x="0" y="0"/>
                  </a:lnTo>
                  <a:close/>
                </a:path>
              </a:pathLst>
            </a:custGeom>
            <a:blipFill>
              <a:blip r:embed="rId3">
                <a:alphaModFix amt="62000"/>
              </a:blip>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37" r="0" b="-37"/>
              </a:stretch>
            </a:blipFill>
          </p:spPr>
        </p:sp>
      </p:grpSp>
      <p:graphicFrame>
        <p:nvGraphicFramePr>
          <p:cNvPr name="Table 6" id="6"/>
          <p:cNvGraphicFramePr>
            <a:graphicFrameLocks noGrp="true"/>
          </p:cNvGraphicFramePr>
          <p:nvPr/>
        </p:nvGraphicFramePr>
        <p:xfrm>
          <a:off x="11392650" y="1805800"/>
          <a:ext cx="6172200" cy="1879600"/>
        </p:xfrm>
        <a:graphic>
          <a:graphicData uri="http://schemas.openxmlformats.org/drawingml/2006/table">
            <a:tbl>
              <a:tblPr/>
              <a:tblGrid>
                <a:gridCol w="3071983"/>
                <a:gridCol w="3100217"/>
              </a:tblGrid>
              <a:tr h="939800">
                <a:tc>
                  <a:txBody>
                    <a:bodyPr anchor="t" rtlCol="false"/>
                    <a:lstStyle/>
                    <a:p>
                      <a:pPr algn="l">
                        <a:lnSpc>
                          <a:spcPts val="2640"/>
                        </a:lnSpc>
                        <a:defRPr/>
                      </a:pPr>
                      <a:r>
                        <a:rPr lang="en-US" b="true" sz="2200">
                          <a:solidFill>
                            <a:srgbClr val="000000"/>
                          </a:solidFill>
                          <a:latin typeface="Arial Bold"/>
                          <a:ea typeface="Arial Bold"/>
                          <a:cs typeface="Arial Bold"/>
                          <a:sym typeface="Arial Bold"/>
                        </a:rPr>
                        <a:t>Día, Fecha:</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Arial"/>
                          <a:ea typeface="Arial"/>
                          <a:cs typeface="Arial"/>
                          <a:sym typeface="Arial"/>
                        </a:rPr>
                        <a:t>DIA, DD/MM/2026</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939800">
                <a:tc>
                  <a:txBody>
                    <a:bodyPr anchor="t" rtlCol="false"/>
                    <a:lstStyle/>
                    <a:p>
                      <a:pPr algn="l">
                        <a:lnSpc>
                          <a:spcPts val="2640"/>
                        </a:lnSpc>
                        <a:defRPr/>
                      </a:pPr>
                      <a:r>
                        <a:rPr lang="en-US" b="true" sz="2200">
                          <a:solidFill>
                            <a:srgbClr val="000000"/>
                          </a:solidFill>
                          <a:latin typeface="Arial Bold"/>
                          <a:ea typeface="Arial Bold"/>
                          <a:cs typeface="Arial Bold"/>
                          <a:sym typeface="Arial Bold"/>
                        </a:rPr>
                        <a:t>Hora de inicio:</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640"/>
                        </a:lnSpc>
                        <a:defRPr/>
                      </a:pPr>
                      <a:r>
                        <a:rPr lang="en-US" sz="2200">
                          <a:solidFill>
                            <a:srgbClr val="000000"/>
                          </a:solidFill>
                          <a:latin typeface="Arial"/>
                          <a:ea typeface="Arial"/>
                          <a:cs typeface="Arial"/>
                          <a:sym typeface="Arial"/>
                        </a:rPr>
                        <a:t>00:00</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2334054" y="4450499"/>
            <a:ext cx="9703498" cy="1273197"/>
          </a:xfrm>
          <a:prstGeom prst="rect">
            <a:avLst/>
          </a:prstGeom>
        </p:spPr>
        <p:txBody>
          <a:bodyPr anchor="t" rtlCol="false" tIns="0" lIns="0" bIns="0" rIns="0">
            <a:spAutoFit/>
          </a:bodyPr>
          <a:lstStyle/>
          <a:p>
            <a:pPr algn="l">
              <a:lnSpc>
                <a:spcPts val="6719"/>
              </a:lnSpc>
            </a:pPr>
            <a:r>
              <a:rPr lang="en-US" b="true" sz="5599">
                <a:solidFill>
                  <a:srgbClr val="000000"/>
                </a:solidFill>
                <a:latin typeface="Arial Bold"/>
                <a:ea typeface="Arial Bold"/>
                <a:cs typeface="Arial Bold"/>
                <a:sym typeface="Arial Bold"/>
              </a:rPr>
              <a:t>Sistemas Operativos 2 [A]</a:t>
            </a:r>
          </a:p>
        </p:txBody>
      </p:sp>
      <p:sp>
        <p:nvSpPr>
          <p:cNvPr name="TextBox 8" id="8"/>
          <p:cNvSpPr txBox="true"/>
          <p:nvPr/>
        </p:nvSpPr>
        <p:spPr>
          <a:xfrm rot="0">
            <a:off x="2334054" y="6070349"/>
            <a:ext cx="10633500" cy="1192349"/>
          </a:xfrm>
          <a:prstGeom prst="rect">
            <a:avLst/>
          </a:prstGeom>
        </p:spPr>
        <p:txBody>
          <a:bodyPr anchor="t" rtlCol="false" tIns="0" lIns="0" bIns="0" rIns="0">
            <a:spAutoFit/>
          </a:bodyPr>
          <a:lstStyle/>
          <a:p>
            <a:pPr algn="l">
              <a:lnSpc>
                <a:spcPts val="6240"/>
              </a:lnSpc>
            </a:pPr>
            <a:r>
              <a:rPr lang="en-US" sz="5200">
                <a:solidFill>
                  <a:srgbClr val="000000"/>
                </a:solidFill>
                <a:latin typeface="Arial"/>
                <a:ea typeface="Arial"/>
                <a:cs typeface="Arial"/>
                <a:sym typeface="Arial"/>
              </a:rPr>
              <a:t>NOMBRE_ESTUDIANTE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1294124" y="7744577"/>
            <a:ext cx="8274749" cy="1110301"/>
          </a:xfrm>
          <a:prstGeom prst="rect">
            <a:avLst/>
          </a:prstGeom>
        </p:spPr>
        <p:txBody>
          <a:bodyPr anchor="t" rtlCol="false" tIns="0" lIns="0" bIns="0" rIns="0">
            <a:spAutoFit/>
          </a:bodyPr>
          <a:lstStyle/>
          <a:p>
            <a:pPr algn="l">
              <a:lnSpc>
                <a:spcPts val="2376"/>
              </a:lnSpc>
            </a:pPr>
            <a:r>
              <a:rPr lang="en-US" b="true" sz="2200">
                <a:solidFill>
                  <a:srgbClr val="FFFFFF"/>
                </a:solidFill>
                <a:latin typeface="Archivo Narrow Bold"/>
                <a:ea typeface="Archivo Narrow Bold"/>
                <a:cs typeface="Archivo Narrow Bold"/>
                <a:sym typeface="Archivo Narrow Bold"/>
              </a:rPr>
              <a:t>Escuela de Ingeniería de Ciencias Y Sistemas</a:t>
            </a:r>
          </a:p>
          <a:p>
            <a:pPr algn="l">
              <a:lnSpc>
                <a:spcPts val="2376"/>
              </a:lnSpc>
            </a:pPr>
            <a:r>
              <a:rPr lang="en-US" b="true" sz="2200">
                <a:solidFill>
                  <a:srgbClr val="FFFFFF"/>
                </a:solidFill>
                <a:latin typeface="Archivo Narrow Bold"/>
                <a:ea typeface="Archivo Narrow Bold"/>
                <a:cs typeface="Archivo Narrow Bold"/>
                <a:sym typeface="Archivo Narrow Bold"/>
              </a:rPr>
              <a:t>Facultad de Ingeniería</a:t>
            </a:r>
          </a:p>
          <a:p>
            <a:pPr algn="l">
              <a:lnSpc>
                <a:spcPts val="2376"/>
              </a:lnSpc>
            </a:pPr>
            <a:r>
              <a:rPr lang="en-US" b="true" sz="2200">
                <a:solidFill>
                  <a:srgbClr val="FFFFFF"/>
                </a:solidFill>
                <a:latin typeface="Archivo Narrow Bold"/>
                <a:ea typeface="Archivo Narrow Bold"/>
                <a:cs typeface="Archivo Narrow Bold"/>
                <a:sym typeface="Archivo Narrow Bold"/>
              </a:rPr>
              <a:t>Universidad de San Carlos de Guatemala</a:t>
            </a:r>
          </a:p>
        </p:txBody>
      </p:sp>
      <p:grpSp>
        <p:nvGrpSpPr>
          <p:cNvPr name="Group 3" id="3"/>
          <p:cNvGrpSpPr/>
          <p:nvPr/>
        </p:nvGrpSpPr>
        <p:grpSpPr>
          <a:xfrm rot="0">
            <a:off x="1132151" y="2328348"/>
            <a:ext cx="10850404" cy="4456805"/>
            <a:chOff x="0" y="0"/>
            <a:chExt cx="14467205" cy="5942406"/>
          </a:xfrm>
        </p:grpSpPr>
        <p:sp>
          <p:nvSpPr>
            <p:cNvPr name="Freeform 4" id="4"/>
            <p:cNvSpPr/>
            <p:nvPr/>
          </p:nvSpPr>
          <p:spPr>
            <a:xfrm flipH="false" flipV="false" rot="0">
              <a:off x="0" y="0"/>
              <a:ext cx="14467201" cy="5942400"/>
            </a:xfrm>
            <a:custGeom>
              <a:avLst/>
              <a:gdLst/>
              <a:ahLst/>
              <a:cxnLst/>
              <a:rect r="r" b="b" t="t" l="l"/>
              <a:pathLst>
                <a:path h="5942400" w="14467201">
                  <a:moveTo>
                    <a:pt x="0" y="0"/>
                  </a:moveTo>
                  <a:lnTo>
                    <a:pt x="14467201" y="0"/>
                  </a:lnTo>
                  <a:lnTo>
                    <a:pt x="14467201" y="5942400"/>
                  </a:lnTo>
                  <a:lnTo>
                    <a:pt x="0" y="5942400"/>
                  </a:lnTo>
                  <a:close/>
                </a:path>
              </a:pathLst>
            </a:custGeom>
            <a:blipFill>
              <a:blip r:embed="rId3">
                <a:alphaModFix amt="0"/>
              </a:blip>
              <a:stretch>
                <a:fillRect l="-2700" t="0" r="-2700" b="0"/>
              </a:stretch>
            </a:blipFill>
          </p:spPr>
        </p:sp>
        <p:sp>
          <p:nvSpPr>
            <p:cNvPr name="TextBox 5" id="5"/>
            <p:cNvSpPr txBox="true"/>
            <p:nvPr/>
          </p:nvSpPr>
          <p:spPr>
            <a:xfrm>
              <a:off x="0" y="-38100"/>
              <a:ext cx="14467205" cy="5980506"/>
            </a:xfrm>
            <a:prstGeom prst="rect">
              <a:avLst/>
            </a:prstGeom>
          </p:spPr>
          <p:txBody>
            <a:bodyPr anchor="b" rtlCol="false" tIns="0" lIns="0" bIns="0" rIns="0"/>
            <a:lstStyle/>
            <a:p>
              <a:pPr algn="l">
                <a:lnSpc>
                  <a:spcPts val="10800"/>
                </a:lnSpc>
              </a:pPr>
              <a:r>
                <a:rPr lang="en-US" b="true" sz="9000">
                  <a:solidFill>
                    <a:srgbClr val="92F7FF"/>
                  </a:solidFill>
                  <a:latin typeface="Arimo Bold"/>
                  <a:ea typeface="Arimo Bold"/>
                  <a:cs typeface="Arimo Bold"/>
                  <a:sym typeface="Arimo Bold"/>
                </a:rPr>
                <a:t>SISTEMAS OPERATIVOS 2</a:t>
              </a:r>
            </a:p>
          </p:txBody>
        </p:sp>
      </p:grpSp>
      <p:grpSp>
        <p:nvGrpSpPr>
          <p:cNvPr name="Group 6" id="6"/>
          <p:cNvGrpSpPr/>
          <p:nvPr/>
        </p:nvGrpSpPr>
        <p:grpSpPr>
          <a:xfrm rot="0">
            <a:off x="10161356" y="1359360"/>
            <a:ext cx="1718615" cy="1856937"/>
            <a:chOff x="0" y="0"/>
            <a:chExt cx="2291486" cy="2475916"/>
          </a:xfrm>
        </p:grpSpPr>
        <p:sp>
          <p:nvSpPr>
            <p:cNvPr name="Freeform 7" id="7"/>
            <p:cNvSpPr/>
            <p:nvPr/>
          </p:nvSpPr>
          <p:spPr>
            <a:xfrm flipH="false" flipV="false" rot="0">
              <a:off x="0" y="0"/>
              <a:ext cx="2291461" cy="2475865"/>
            </a:xfrm>
            <a:custGeom>
              <a:avLst/>
              <a:gdLst/>
              <a:ahLst/>
              <a:cxnLst/>
              <a:rect r="r" b="b" t="t" l="l"/>
              <a:pathLst>
                <a:path h="2475865" w="2291461">
                  <a:moveTo>
                    <a:pt x="176911" y="0"/>
                  </a:moveTo>
                  <a:cubicBezTo>
                    <a:pt x="81026" y="0"/>
                    <a:pt x="0" y="78613"/>
                    <a:pt x="0" y="176911"/>
                  </a:cubicBezTo>
                  <a:lnTo>
                    <a:pt x="0" y="2301494"/>
                  </a:lnTo>
                  <a:cubicBezTo>
                    <a:pt x="0" y="2397252"/>
                    <a:pt x="76073" y="2475865"/>
                    <a:pt x="176911" y="2475865"/>
                  </a:cubicBezTo>
                  <a:lnTo>
                    <a:pt x="2112137" y="2475865"/>
                  </a:lnTo>
                  <a:cubicBezTo>
                    <a:pt x="2210435" y="2475865"/>
                    <a:pt x="2291461" y="2397252"/>
                    <a:pt x="2291461" y="2301494"/>
                  </a:cubicBezTo>
                  <a:lnTo>
                    <a:pt x="2291461" y="176911"/>
                  </a:lnTo>
                  <a:cubicBezTo>
                    <a:pt x="2291461" y="81026"/>
                    <a:pt x="2215261" y="0"/>
                    <a:pt x="2117090" y="0"/>
                  </a:cubicBezTo>
                  <a:close/>
                </a:path>
              </a:pathLst>
            </a:custGeom>
            <a:solidFill>
              <a:srgbClr val="EDDEFF"/>
            </a:solidFill>
          </p:spPr>
        </p:sp>
      </p:grpSp>
      <p:grpSp>
        <p:nvGrpSpPr>
          <p:cNvPr name="Group 8" id="8"/>
          <p:cNvGrpSpPr/>
          <p:nvPr/>
        </p:nvGrpSpPr>
        <p:grpSpPr>
          <a:xfrm rot="0">
            <a:off x="10249195" y="1282322"/>
            <a:ext cx="1717253" cy="1856937"/>
            <a:chOff x="0" y="0"/>
            <a:chExt cx="2289670" cy="2475916"/>
          </a:xfrm>
        </p:grpSpPr>
        <p:sp>
          <p:nvSpPr>
            <p:cNvPr name="Freeform 9" id="9"/>
            <p:cNvSpPr/>
            <p:nvPr/>
          </p:nvSpPr>
          <p:spPr>
            <a:xfrm flipH="false" flipV="false" rot="0">
              <a:off x="0" y="0"/>
              <a:ext cx="2289556" cy="2475865"/>
            </a:xfrm>
            <a:custGeom>
              <a:avLst/>
              <a:gdLst/>
              <a:ahLst/>
              <a:cxnLst/>
              <a:rect r="r" b="b" t="t" l="l"/>
              <a:pathLst>
                <a:path h="2475865" w="2289556">
                  <a:moveTo>
                    <a:pt x="174498" y="0"/>
                  </a:moveTo>
                  <a:cubicBezTo>
                    <a:pt x="78613" y="0"/>
                    <a:pt x="0" y="76200"/>
                    <a:pt x="0" y="174498"/>
                  </a:cubicBezTo>
                  <a:lnTo>
                    <a:pt x="0" y="2299081"/>
                  </a:lnTo>
                  <a:cubicBezTo>
                    <a:pt x="0" y="2394839"/>
                    <a:pt x="76200" y="2475865"/>
                    <a:pt x="174498" y="2475865"/>
                  </a:cubicBezTo>
                  <a:lnTo>
                    <a:pt x="2115185" y="2475865"/>
                  </a:lnTo>
                  <a:cubicBezTo>
                    <a:pt x="2210943" y="2475865"/>
                    <a:pt x="2289556" y="2394839"/>
                    <a:pt x="2289556" y="2299081"/>
                  </a:cubicBezTo>
                  <a:lnTo>
                    <a:pt x="2289556" y="174498"/>
                  </a:lnTo>
                  <a:cubicBezTo>
                    <a:pt x="2289556" y="78740"/>
                    <a:pt x="2213356" y="0"/>
                    <a:pt x="2115185" y="0"/>
                  </a:cubicBezTo>
                  <a:close/>
                </a:path>
              </a:pathLst>
            </a:custGeom>
            <a:solidFill>
              <a:srgbClr val="A6ABFF"/>
            </a:solidFill>
          </p:spPr>
        </p:sp>
      </p:grpSp>
      <p:grpSp>
        <p:nvGrpSpPr>
          <p:cNvPr name="Group 10" id="10"/>
          <p:cNvGrpSpPr/>
          <p:nvPr/>
        </p:nvGrpSpPr>
        <p:grpSpPr>
          <a:xfrm rot="0">
            <a:off x="10391756" y="1464478"/>
            <a:ext cx="635060" cy="1490358"/>
            <a:chOff x="0" y="0"/>
            <a:chExt cx="846747" cy="1987144"/>
          </a:xfrm>
        </p:grpSpPr>
        <p:sp>
          <p:nvSpPr>
            <p:cNvPr name="Freeform 11" id="11"/>
            <p:cNvSpPr/>
            <p:nvPr/>
          </p:nvSpPr>
          <p:spPr>
            <a:xfrm flipH="false" flipV="false" rot="0">
              <a:off x="127" y="127"/>
              <a:ext cx="846582" cy="1987042"/>
            </a:xfrm>
            <a:custGeom>
              <a:avLst/>
              <a:gdLst/>
              <a:ahLst/>
              <a:cxnLst/>
              <a:rect r="r" b="b" t="t" l="l"/>
              <a:pathLst>
                <a:path h="1987042" w="846582">
                  <a:moveTo>
                    <a:pt x="156972" y="0"/>
                  </a:moveTo>
                  <a:cubicBezTo>
                    <a:pt x="71120" y="0"/>
                    <a:pt x="0" y="71120"/>
                    <a:pt x="0" y="154686"/>
                  </a:cubicBezTo>
                  <a:lnTo>
                    <a:pt x="0" y="1829816"/>
                  </a:lnTo>
                  <a:cubicBezTo>
                    <a:pt x="0" y="1915795"/>
                    <a:pt x="71120" y="1987042"/>
                    <a:pt x="157099" y="1987042"/>
                  </a:cubicBezTo>
                  <a:lnTo>
                    <a:pt x="692023" y="1987042"/>
                  </a:lnTo>
                  <a:cubicBezTo>
                    <a:pt x="777875" y="1987042"/>
                    <a:pt x="844169" y="1915795"/>
                    <a:pt x="846582" y="1829816"/>
                  </a:cubicBezTo>
                  <a:lnTo>
                    <a:pt x="846582" y="154686"/>
                  </a:lnTo>
                  <a:cubicBezTo>
                    <a:pt x="846582" y="68707"/>
                    <a:pt x="777875" y="0"/>
                    <a:pt x="692023" y="0"/>
                  </a:cubicBezTo>
                  <a:close/>
                </a:path>
              </a:pathLst>
            </a:custGeom>
            <a:solidFill>
              <a:srgbClr val="3F3FD8"/>
            </a:solidFill>
          </p:spPr>
        </p:sp>
      </p:grpSp>
      <p:grpSp>
        <p:nvGrpSpPr>
          <p:cNvPr name="Group 12" id="12"/>
          <p:cNvGrpSpPr/>
          <p:nvPr/>
        </p:nvGrpSpPr>
        <p:grpSpPr>
          <a:xfrm rot="0">
            <a:off x="11172958" y="1556642"/>
            <a:ext cx="650148" cy="26641"/>
            <a:chOff x="0" y="0"/>
            <a:chExt cx="866864" cy="35522"/>
          </a:xfrm>
        </p:grpSpPr>
        <p:sp>
          <p:nvSpPr>
            <p:cNvPr name="Freeform 13" id="13"/>
            <p:cNvSpPr/>
            <p:nvPr/>
          </p:nvSpPr>
          <p:spPr>
            <a:xfrm flipH="false" flipV="false" rot="0">
              <a:off x="0" y="127"/>
              <a:ext cx="866775" cy="35433"/>
            </a:xfrm>
            <a:custGeom>
              <a:avLst/>
              <a:gdLst/>
              <a:ahLst/>
              <a:cxnLst/>
              <a:rect r="r" b="b" t="t" l="l"/>
              <a:pathLst>
                <a:path h="35433" w="866775">
                  <a:moveTo>
                    <a:pt x="19685" y="0"/>
                  </a:moveTo>
                  <a:cubicBezTo>
                    <a:pt x="9906" y="0"/>
                    <a:pt x="0" y="9398"/>
                    <a:pt x="0" y="16510"/>
                  </a:cubicBezTo>
                  <a:cubicBezTo>
                    <a:pt x="0" y="25908"/>
                    <a:pt x="9906" y="35433"/>
                    <a:pt x="19685" y="35433"/>
                  </a:cubicBezTo>
                  <a:lnTo>
                    <a:pt x="847090" y="35433"/>
                  </a:lnTo>
                  <a:cubicBezTo>
                    <a:pt x="856996" y="35433"/>
                    <a:pt x="866775" y="28321"/>
                    <a:pt x="866775" y="16510"/>
                  </a:cubicBezTo>
                  <a:cubicBezTo>
                    <a:pt x="866775" y="7112"/>
                    <a:pt x="856996" y="0"/>
                    <a:pt x="847090" y="0"/>
                  </a:cubicBezTo>
                  <a:close/>
                </a:path>
              </a:pathLst>
            </a:custGeom>
            <a:solidFill>
              <a:srgbClr val="3F3FD8"/>
            </a:solidFill>
          </p:spPr>
        </p:sp>
      </p:grpSp>
      <p:grpSp>
        <p:nvGrpSpPr>
          <p:cNvPr name="Group 14" id="14"/>
          <p:cNvGrpSpPr/>
          <p:nvPr/>
        </p:nvGrpSpPr>
        <p:grpSpPr>
          <a:xfrm rot="0">
            <a:off x="11172958" y="1735922"/>
            <a:ext cx="650148" cy="26641"/>
            <a:chOff x="0" y="0"/>
            <a:chExt cx="866864" cy="35522"/>
          </a:xfrm>
        </p:grpSpPr>
        <p:sp>
          <p:nvSpPr>
            <p:cNvPr name="Freeform 15" id="15"/>
            <p:cNvSpPr/>
            <p:nvPr/>
          </p:nvSpPr>
          <p:spPr>
            <a:xfrm flipH="false" flipV="false" rot="0">
              <a:off x="0" y="0"/>
              <a:ext cx="866775" cy="35560"/>
            </a:xfrm>
            <a:custGeom>
              <a:avLst/>
              <a:gdLst/>
              <a:ahLst/>
              <a:cxnLst/>
              <a:rect r="r" b="b" t="t" l="l"/>
              <a:pathLst>
                <a:path h="35560" w="866775">
                  <a:moveTo>
                    <a:pt x="19685" y="0"/>
                  </a:moveTo>
                  <a:cubicBezTo>
                    <a:pt x="9906" y="0"/>
                    <a:pt x="0" y="9525"/>
                    <a:pt x="0" y="18923"/>
                  </a:cubicBezTo>
                  <a:cubicBezTo>
                    <a:pt x="0" y="28321"/>
                    <a:pt x="9906" y="35560"/>
                    <a:pt x="19685" y="35560"/>
                  </a:cubicBezTo>
                  <a:lnTo>
                    <a:pt x="847090" y="35560"/>
                  </a:lnTo>
                  <a:cubicBezTo>
                    <a:pt x="856996" y="35560"/>
                    <a:pt x="866775" y="30861"/>
                    <a:pt x="866775" y="18923"/>
                  </a:cubicBezTo>
                  <a:cubicBezTo>
                    <a:pt x="866775" y="9525"/>
                    <a:pt x="856996" y="0"/>
                    <a:pt x="847090" y="0"/>
                  </a:cubicBezTo>
                  <a:close/>
                </a:path>
              </a:pathLst>
            </a:custGeom>
            <a:solidFill>
              <a:srgbClr val="3F3FD8"/>
            </a:solidFill>
          </p:spPr>
        </p:sp>
      </p:grpSp>
      <p:grpSp>
        <p:nvGrpSpPr>
          <p:cNvPr name="Group 16" id="16"/>
          <p:cNvGrpSpPr/>
          <p:nvPr/>
        </p:nvGrpSpPr>
        <p:grpSpPr>
          <a:xfrm rot="0">
            <a:off x="11172958" y="1915916"/>
            <a:ext cx="650148" cy="26641"/>
            <a:chOff x="0" y="0"/>
            <a:chExt cx="866864" cy="35522"/>
          </a:xfrm>
        </p:grpSpPr>
        <p:sp>
          <p:nvSpPr>
            <p:cNvPr name="Freeform 17" id="17"/>
            <p:cNvSpPr/>
            <p:nvPr/>
          </p:nvSpPr>
          <p:spPr>
            <a:xfrm flipH="false" flipV="false" rot="0">
              <a:off x="0" y="0"/>
              <a:ext cx="866775" cy="35560"/>
            </a:xfrm>
            <a:custGeom>
              <a:avLst/>
              <a:gdLst/>
              <a:ahLst/>
              <a:cxnLst/>
              <a:rect r="r" b="b" t="t" l="l"/>
              <a:pathLst>
                <a:path h="35560" w="866775">
                  <a:moveTo>
                    <a:pt x="19685" y="0"/>
                  </a:moveTo>
                  <a:cubicBezTo>
                    <a:pt x="9906" y="0"/>
                    <a:pt x="0" y="9525"/>
                    <a:pt x="0" y="16637"/>
                  </a:cubicBezTo>
                  <a:cubicBezTo>
                    <a:pt x="0" y="26035"/>
                    <a:pt x="9906" y="35560"/>
                    <a:pt x="19685" y="35560"/>
                  </a:cubicBezTo>
                  <a:lnTo>
                    <a:pt x="847090" y="35560"/>
                  </a:lnTo>
                  <a:cubicBezTo>
                    <a:pt x="856996" y="35560"/>
                    <a:pt x="866775" y="28448"/>
                    <a:pt x="866775" y="16637"/>
                  </a:cubicBezTo>
                  <a:cubicBezTo>
                    <a:pt x="866775" y="7112"/>
                    <a:pt x="856996" y="0"/>
                    <a:pt x="847090" y="0"/>
                  </a:cubicBezTo>
                  <a:close/>
                </a:path>
              </a:pathLst>
            </a:custGeom>
            <a:solidFill>
              <a:srgbClr val="3F3FD8"/>
            </a:solidFill>
          </p:spPr>
        </p:sp>
      </p:grpSp>
      <p:grpSp>
        <p:nvGrpSpPr>
          <p:cNvPr name="Group 18" id="18"/>
          <p:cNvGrpSpPr/>
          <p:nvPr/>
        </p:nvGrpSpPr>
        <p:grpSpPr>
          <a:xfrm rot="0">
            <a:off x="14882403" y="3191037"/>
            <a:ext cx="1543622" cy="1822256"/>
            <a:chOff x="0" y="0"/>
            <a:chExt cx="2058162" cy="2429675"/>
          </a:xfrm>
        </p:grpSpPr>
        <p:sp>
          <p:nvSpPr>
            <p:cNvPr name="Freeform 19" id="19"/>
            <p:cNvSpPr/>
            <p:nvPr/>
          </p:nvSpPr>
          <p:spPr>
            <a:xfrm flipH="false" flipV="false" rot="0">
              <a:off x="0" y="0"/>
              <a:ext cx="2058162" cy="2429510"/>
            </a:xfrm>
            <a:custGeom>
              <a:avLst/>
              <a:gdLst/>
              <a:ahLst/>
              <a:cxnLst/>
              <a:rect r="r" b="b" t="t" l="l"/>
              <a:pathLst>
                <a:path h="2429510" w="2058162">
                  <a:moveTo>
                    <a:pt x="167005" y="0"/>
                  </a:moveTo>
                  <a:cubicBezTo>
                    <a:pt x="76073" y="0"/>
                    <a:pt x="0" y="76200"/>
                    <a:pt x="0" y="169545"/>
                  </a:cubicBezTo>
                  <a:lnTo>
                    <a:pt x="0" y="2260092"/>
                  </a:lnTo>
                  <a:cubicBezTo>
                    <a:pt x="0" y="2353437"/>
                    <a:pt x="76073" y="2429510"/>
                    <a:pt x="167005" y="2429510"/>
                  </a:cubicBezTo>
                  <a:lnTo>
                    <a:pt x="1891157" y="2429510"/>
                  </a:lnTo>
                  <a:cubicBezTo>
                    <a:pt x="1981962" y="2429510"/>
                    <a:pt x="2058162" y="2353310"/>
                    <a:pt x="2058162" y="2260092"/>
                  </a:cubicBezTo>
                  <a:lnTo>
                    <a:pt x="2058162" y="169545"/>
                  </a:lnTo>
                  <a:cubicBezTo>
                    <a:pt x="2058035" y="76200"/>
                    <a:pt x="1981962" y="0"/>
                    <a:pt x="1891157" y="0"/>
                  </a:cubicBezTo>
                  <a:close/>
                </a:path>
              </a:pathLst>
            </a:custGeom>
            <a:solidFill>
              <a:srgbClr val="92F7FF"/>
            </a:solidFill>
          </p:spPr>
        </p:sp>
      </p:grpSp>
      <p:grpSp>
        <p:nvGrpSpPr>
          <p:cNvPr name="Group 20" id="20"/>
          <p:cNvGrpSpPr/>
          <p:nvPr/>
        </p:nvGrpSpPr>
        <p:grpSpPr>
          <a:xfrm rot="0">
            <a:off x="15070322" y="3447364"/>
            <a:ext cx="480231" cy="878395"/>
            <a:chOff x="0" y="0"/>
            <a:chExt cx="640309" cy="1171194"/>
          </a:xfrm>
        </p:grpSpPr>
        <p:sp>
          <p:nvSpPr>
            <p:cNvPr name="Freeform 21" id="21"/>
            <p:cNvSpPr/>
            <p:nvPr/>
          </p:nvSpPr>
          <p:spPr>
            <a:xfrm flipH="false" flipV="false" rot="0">
              <a:off x="127" y="0"/>
              <a:ext cx="640207" cy="1171194"/>
            </a:xfrm>
            <a:custGeom>
              <a:avLst/>
              <a:gdLst/>
              <a:ahLst/>
              <a:cxnLst/>
              <a:rect r="r" b="b" t="t" l="l"/>
              <a:pathLst>
                <a:path h="1171194" w="640207">
                  <a:moveTo>
                    <a:pt x="122555" y="127"/>
                  </a:moveTo>
                  <a:cubicBezTo>
                    <a:pt x="56388" y="127"/>
                    <a:pt x="0" y="54102"/>
                    <a:pt x="0" y="122809"/>
                  </a:cubicBezTo>
                  <a:lnTo>
                    <a:pt x="0" y="1048385"/>
                  </a:lnTo>
                  <a:cubicBezTo>
                    <a:pt x="0" y="1117092"/>
                    <a:pt x="56388" y="1171194"/>
                    <a:pt x="122555" y="1171194"/>
                  </a:cubicBezTo>
                  <a:lnTo>
                    <a:pt x="517525" y="1171194"/>
                  </a:lnTo>
                  <a:cubicBezTo>
                    <a:pt x="586232" y="1171194"/>
                    <a:pt x="640207" y="1117219"/>
                    <a:pt x="640207" y="1048385"/>
                  </a:cubicBezTo>
                  <a:lnTo>
                    <a:pt x="640207" y="122809"/>
                  </a:lnTo>
                  <a:cubicBezTo>
                    <a:pt x="640207" y="54102"/>
                    <a:pt x="586232" y="0"/>
                    <a:pt x="517525" y="0"/>
                  </a:cubicBezTo>
                  <a:close/>
                </a:path>
              </a:pathLst>
            </a:custGeom>
            <a:solidFill>
              <a:srgbClr val="92F7FF"/>
            </a:solidFill>
          </p:spPr>
        </p:sp>
      </p:grpSp>
      <p:grpSp>
        <p:nvGrpSpPr>
          <p:cNvPr name="Group 22" id="22"/>
          <p:cNvGrpSpPr/>
          <p:nvPr/>
        </p:nvGrpSpPr>
        <p:grpSpPr>
          <a:xfrm rot="0">
            <a:off x="15757198" y="3447364"/>
            <a:ext cx="480231" cy="878395"/>
            <a:chOff x="0" y="0"/>
            <a:chExt cx="640309" cy="1171194"/>
          </a:xfrm>
        </p:grpSpPr>
        <p:sp>
          <p:nvSpPr>
            <p:cNvPr name="Freeform 23" id="23"/>
            <p:cNvSpPr/>
            <p:nvPr/>
          </p:nvSpPr>
          <p:spPr>
            <a:xfrm flipH="false" flipV="false" rot="0">
              <a:off x="127" y="0"/>
              <a:ext cx="640334" cy="1171194"/>
            </a:xfrm>
            <a:custGeom>
              <a:avLst/>
              <a:gdLst/>
              <a:ahLst/>
              <a:cxnLst/>
              <a:rect r="r" b="b" t="t" l="l"/>
              <a:pathLst>
                <a:path h="1171194" w="640334">
                  <a:moveTo>
                    <a:pt x="122555" y="127"/>
                  </a:moveTo>
                  <a:cubicBezTo>
                    <a:pt x="53975" y="127"/>
                    <a:pt x="0" y="54102"/>
                    <a:pt x="0" y="122809"/>
                  </a:cubicBezTo>
                  <a:lnTo>
                    <a:pt x="0" y="1048385"/>
                  </a:lnTo>
                  <a:cubicBezTo>
                    <a:pt x="0" y="1117092"/>
                    <a:pt x="53975" y="1171194"/>
                    <a:pt x="122682" y="1171194"/>
                  </a:cubicBezTo>
                  <a:lnTo>
                    <a:pt x="517652" y="1171194"/>
                  </a:lnTo>
                  <a:cubicBezTo>
                    <a:pt x="583946" y="1171194"/>
                    <a:pt x="640334" y="1117219"/>
                    <a:pt x="640334" y="1048385"/>
                  </a:cubicBezTo>
                  <a:lnTo>
                    <a:pt x="640334" y="122809"/>
                  </a:lnTo>
                  <a:cubicBezTo>
                    <a:pt x="640334" y="54102"/>
                    <a:pt x="583946" y="0"/>
                    <a:pt x="517652" y="0"/>
                  </a:cubicBezTo>
                  <a:close/>
                </a:path>
              </a:pathLst>
            </a:custGeom>
            <a:solidFill>
              <a:srgbClr val="35CFDB"/>
            </a:solidFill>
          </p:spPr>
        </p:sp>
      </p:grpSp>
      <p:grpSp>
        <p:nvGrpSpPr>
          <p:cNvPr name="Group 24" id="24"/>
          <p:cNvGrpSpPr/>
          <p:nvPr/>
        </p:nvGrpSpPr>
        <p:grpSpPr>
          <a:xfrm rot="0">
            <a:off x="15153122" y="4451756"/>
            <a:ext cx="1002259" cy="54721"/>
            <a:chOff x="0" y="0"/>
            <a:chExt cx="1336345" cy="72962"/>
          </a:xfrm>
        </p:grpSpPr>
        <p:sp>
          <p:nvSpPr>
            <p:cNvPr name="Freeform 25" id="25"/>
            <p:cNvSpPr/>
            <p:nvPr/>
          </p:nvSpPr>
          <p:spPr>
            <a:xfrm flipH="false" flipV="false" rot="0">
              <a:off x="127" y="0"/>
              <a:ext cx="1334082" cy="72898"/>
            </a:xfrm>
            <a:custGeom>
              <a:avLst/>
              <a:gdLst/>
              <a:ahLst/>
              <a:cxnLst/>
              <a:rect r="r" b="b" t="t" l="l"/>
              <a:pathLst>
                <a:path h="72898" w="1334082">
                  <a:moveTo>
                    <a:pt x="36830" y="0"/>
                  </a:moveTo>
                  <a:cubicBezTo>
                    <a:pt x="14732" y="0"/>
                    <a:pt x="0" y="14605"/>
                    <a:pt x="0" y="36449"/>
                  </a:cubicBezTo>
                  <a:cubicBezTo>
                    <a:pt x="0" y="58293"/>
                    <a:pt x="14732" y="72898"/>
                    <a:pt x="36830" y="72898"/>
                  </a:cubicBezTo>
                  <a:lnTo>
                    <a:pt x="1296924" y="72898"/>
                  </a:lnTo>
                  <a:cubicBezTo>
                    <a:pt x="1316609" y="72898"/>
                    <a:pt x="1336294" y="53467"/>
                    <a:pt x="1333881" y="36449"/>
                  </a:cubicBezTo>
                  <a:cubicBezTo>
                    <a:pt x="1333881" y="14605"/>
                    <a:pt x="1316609" y="0"/>
                    <a:pt x="1296924" y="0"/>
                  </a:cubicBezTo>
                  <a:close/>
                </a:path>
              </a:pathLst>
            </a:custGeom>
            <a:solidFill>
              <a:srgbClr val="92F7FF"/>
            </a:solidFill>
          </p:spPr>
        </p:sp>
      </p:grpSp>
      <p:grpSp>
        <p:nvGrpSpPr>
          <p:cNvPr name="Group 26" id="26"/>
          <p:cNvGrpSpPr/>
          <p:nvPr/>
        </p:nvGrpSpPr>
        <p:grpSpPr>
          <a:xfrm rot="0">
            <a:off x="15176878" y="4590002"/>
            <a:ext cx="957586" cy="54721"/>
            <a:chOff x="0" y="0"/>
            <a:chExt cx="1276782" cy="72962"/>
          </a:xfrm>
        </p:grpSpPr>
        <p:sp>
          <p:nvSpPr>
            <p:cNvPr name="Freeform 27" id="27"/>
            <p:cNvSpPr/>
            <p:nvPr/>
          </p:nvSpPr>
          <p:spPr>
            <a:xfrm flipH="false" flipV="false" rot="0">
              <a:off x="0" y="-127"/>
              <a:ext cx="1276858" cy="73025"/>
            </a:xfrm>
            <a:custGeom>
              <a:avLst/>
              <a:gdLst/>
              <a:ahLst/>
              <a:cxnLst/>
              <a:rect r="r" b="b" t="t" l="l"/>
              <a:pathLst>
                <a:path h="73025" w="1276858">
                  <a:moveTo>
                    <a:pt x="36830" y="127"/>
                  </a:moveTo>
                  <a:cubicBezTo>
                    <a:pt x="14732" y="127"/>
                    <a:pt x="0" y="14732"/>
                    <a:pt x="0" y="36703"/>
                  </a:cubicBezTo>
                  <a:cubicBezTo>
                    <a:pt x="0" y="58674"/>
                    <a:pt x="14732" y="73025"/>
                    <a:pt x="36830" y="73025"/>
                  </a:cubicBezTo>
                  <a:lnTo>
                    <a:pt x="1235075" y="73025"/>
                  </a:lnTo>
                  <a:cubicBezTo>
                    <a:pt x="1257173" y="73025"/>
                    <a:pt x="1271905" y="53594"/>
                    <a:pt x="1276858" y="36576"/>
                  </a:cubicBezTo>
                  <a:cubicBezTo>
                    <a:pt x="1276858" y="14605"/>
                    <a:pt x="1259586" y="0"/>
                    <a:pt x="1240028" y="0"/>
                  </a:cubicBezTo>
                  <a:close/>
                </a:path>
              </a:pathLst>
            </a:custGeom>
            <a:solidFill>
              <a:srgbClr val="92F7FF"/>
            </a:solidFill>
          </p:spPr>
        </p:sp>
      </p:grpSp>
      <p:grpSp>
        <p:nvGrpSpPr>
          <p:cNvPr name="Group 28" id="28"/>
          <p:cNvGrpSpPr/>
          <p:nvPr/>
        </p:nvGrpSpPr>
        <p:grpSpPr>
          <a:xfrm rot="0">
            <a:off x="10580399" y="9678962"/>
            <a:ext cx="7680874" cy="563023"/>
            <a:chOff x="0" y="0"/>
            <a:chExt cx="10241166" cy="750697"/>
          </a:xfrm>
        </p:grpSpPr>
        <p:sp>
          <p:nvSpPr>
            <p:cNvPr name="Freeform 29" id="29"/>
            <p:cNvSpPr/>
            <p:nvPr/>
          </p:nvSpPr>
          <p:spPr>
            <a:xfrm flipH="false" flipV="false" rot="0">
              <a:off x="0" y="0"/>
              <a:ext cx="10241153" cy="750570"/>
            </a:xfrm>
            <a:custGeom>
              <a:avLst/>
              <a:gdLst/>
              <a:ahLst/>
              <a:cxnLst/>
              <a:rect r="r" b="b" t="t" l="l"/>
              <a:pathLst>
                <a:path h="750570" w="10241153">
                  <a:moveTo>
                    <a:pt x="0" y="0"/>
                  </a:moveTo>
                  <a:lnTo>
                    <a:pt x="0" y="750570"/>
                  </a:lnTo>
                  <a:lnTo>
                    <a:pt x="10241153" y="750570"/>
                  </a:lnTo>
                  <a:lnTo>
                    <a:pt x="10241153" y="0"/>
                  </a:lnTo>
                  <a:close/>
                </a:path>
              </a:pathLst>
            </a:custGeom>
            <a:solidFill>
              <a:srgbClr val="09066A"/>
            </a:solidFill>
          </p:spPr>
        </p:sp>
      </p:grpSp>
      <p:grpSp>
        <p:nvGrpSpPr>
          <p:cNvPr name="Group 30" id="30"/>
          <p:cNvGrpSpPr/>
          <p:nvPr/>
        </p:nvGrpSpPr>
        <p:grpSpPr>
          <a:xfrm rot="0">
            <a:off x="10580399" y="9341996"/>
            <a:ext cx="7680874" cy="336956"/>
            <a:chOff x="0" y="0"/>
            <a:chExt cx="10241166" cy="449275"/>
          </a:xfrm>
        </p:grpSpPr>
        <p:sp>
          <p:nvSpPr>
            <p:cNvPr name="Freeform 31" id="31"/>
            <p:cNvSpPr/>
            <p:nvPr/>
          </p:nvSpPr>
          <p:spPr>
            <a:xfrm flipH="false" flipV="false" rot="0">
              <a:off x="0" y="127"/>
              <a:ext cx="10241153" cy="449072"/>
            </a:xfrm>
            <a:custGeom>
              <a:avLst/>
              <a:gdLst/>
              <a:ahLst/>
              <a:cxnLst/>
              <a:rect r="r" b="b" t="t" l="l"/>
              <a:pathLst>
                <a:path h="449072" w="10241153">
                  <a:moveTo>
                    <a:pt x="447167" y="0"/>
                  </a:moveTo>
                  <a:cubicBezTo>
                    <a:pt x="199009" y="0"/>
                    <a:pt x="0" y="203581"/>
                    <a:pt x="0" y="449072"/>
                  </a:cubicBezTo>
                  <a:lnTo>
                    <a:pt x="10241153" y="449072"/>
                  </a:lnTo>
                  <a:cubicBezTo>
                    <a:pt x="10241153" y="203581"/>
                    <a:pt x="10039731" y="2413"/>
                    <a:pt x="9796399" y="0"/>
                  </a:cubicBezTo>
                  <a:close/>
                </a:path>
              </a:pathLst>
            </a:custGeom>
            <a:solidFill>
              <a:srgbClr val="3333B8"/>
            </a:solidFill>
          </p:spPr>
        </p:sp>
      </p:grpSp>
      <p:grpSp>
        <p:nvGrpSpPr>
          <p:cNvPr name="Group 32" id="32"/>
          <p:cNvGrpSpPr/>
          <p:nvPr/>
        </p:nvGrpSpPr>
        <p:grpSpPr>
          <a:xfrm rot="0">
            <a:off x="10833840" y="2238480"/>
            <a:ext cx="2356599" cy="1786966"/>
            <a:chOff x="0" y="0"/>
            <a:chExt cx="3142132" cy="2382622"/>
          </a:xfrm>
        </p:grpSpPr>
        <p:sp>
          <p:nvSpPr>
            <p:cNvPr name="Freeform 33" id="33"/>
            <p:cNvSpPr/>
            <p:nvPr/>
          </p:nvSpPr>
          <p:spPr>
            <a:xfrm flipH="false" flipV="false" rot="0">
              <a:off x="127" y="127"/>
              <a:ext cx="3141980" cy="2382393"/>
            </a:xfrm>
            <a:custGeom>
              <a:avLst/>
              <a:gdLst/>
              <a:ahLst/>
              <a:cxnLst/>
              <a:rect r="r" b="b" t="t" l="l"/>
              <a:pathLst>
                <a:path h="2382393" w="3141980">
                  <a:moveTo>
                    <a:pt x="292227" y="0"/>
                  </a:moveTo>
                  <a:cubicBezTo>
                    <a:pt x="130048" y="0"/>
                    <a:pt x="0" y="130175"/>
                    <a:pt x="0" y="292227"/>
                  </a:cubicBezTo>
                  <a:lnTo>
                    <a:pt x="0" y="2090166"/>
                  </a:lnTo>
                  <a:cubicBezTo>
                    <a:pt x="0" y="2252218"/>
                    <a:pt x="132588" y="2382393"/>
                    <a:pt x="292354" y="2382393"/>
                  </a:cubicBezTo>
                  <a:lnTo>
                    <a:pt x="2849626" y="2382393"/>
                  </a:lnTo>
                  <a:cubicBezTo>
                    <a:pt x="3009265" y="2382393"/>
                    <a:pt x="3141980" y="2252218"/>
                    <a:pt x="3141980" y="2090166"/>
                  </a:cubicBezTo>
                  <a:lnTo>
                    <a:pt x="3141980" y="292227"/>
                  </a:lnTo>
                  <a:cubicBezTo>
                    <a:pt x="3141980" y="127635"/>
                    <a:pt x="3009392" y="0"/>
                    <a:pt x="2849626" y="0"/>
                  </a:cubicBezTo>
                  <a:close/>
                </a:path>
              </a:pathLst>
            </a:custGeom>
            <a:solidFill>
              <a:srgbClr val="EDDEFF"/>
            </a:solidFill>
          </p:spPr>
        </p:sp>
      </p:grpSp>
      <p:grpSp>
        <p:nvGrpSpPr>
          <p:cNvPr name="Group 34" id="34"/>
          <p:cNvGrpSpPr/>
          <p:nvPr/>
        </p:nvGrpSpPr>
        <p:grpSpPr>
          <a:xfrm rot="0">
            <a:off x="10935357" y="2122561"/>
            <a:ext cx="2356542" cy="1787080"/>
            <a:chOff x="0" y="0"/>
            <a:chExt cx="3142056" cy="2382774"/>
          </a:xfrm>
        </p:grpSpPr>
        <p:sp>
          <p:nvSpPr>
            <p:cNvPr name="Freeform 35" id="35"/>
            <p:cNvSpPr/>
            <p:nvPr/>
          </p:nvSpPr>
          <p:spPr>
            <a:xfrm flipH="false" flipV="false" rot="0">
              <a:off x="0" y="0"/>
              <a:ext cx="3141980" cy="2382774"/>
            </a:xfrm>
            <a:custGeom>
              <a:avLst/>
              <a:gdLst/>
              <a:ahLst/>
              <a:cxnLst/>
              <a:rect r="r" b="b" t="t" l="l"/>
              <a:pathLst>
                <a:path h="2382774" w="3141980">
                  <a:moveTo>
                    <a:pt x="292354" y="0"/>
                  </a:moveTo>
                  <a:cubicBezTo>
                    <a:pt x="130175" y="0"/>
                    <a:pt x="0" y="132588"/>
                    <a:pt x="0" y="292354"/>
                  </a:cubicBezTo>
                  <a:lnTo>
                    <a:pt x="0" y="2092960"/>
                  </a:lnTo>
                  <a:cubicBezTo>
                    <a:pt x="0" y="2255012"/>
                    <a:pt x="132588" y="2382774"/>
                    <a:pt x="292354" y="2382774"/>
                  </a:cubicBezTo>
                  <a:lnTo>
                    <a:pt x="2847213" y="2382774"/>
                  </a:lnTo>
                  <a:cubicBezTo>
                    <a:pt x="3009392" y="2382774"/>
                    <a:pt x="3139567" y="2255012"/>
                    <a:pt x="3141980" y="2092960"/>
                  </a:cubicBezTo>
                  <a:lnTo>
                    <a:pt x="3141980" y="292354"/>
                  </a:lnTo>
                  <a:cubicBezTo>
                    <a:pt x="3142107" y="130175"/>
                    <a:pt x="3009392" y="0"/>
                    <a:pt x="2849626" y="0"/>
                  </a:cubicBezTo>
                  <a:close/>
                </a:path>
              </a:pathLst>
            </a:custGeom>
            <a:solidFill>
              <a:srgbClr val="35CFDB"/>
            </a:solidFill>
          </p:spPr>
        </p:sp>
      </p:grpSp>
      <p:grpSp>
        <p:nvGrpSpPr>
          <p:cNvPr name="Group 36" id="36"/>
          <p:cNvGrpSpPr/>
          <p:nvPr/>
        </p:nvGrpSpPr>
        <p:grpSpPr>
          <a:xfrm rot="0">
            <a:off x="10935357" y="2126161"/>
            <a:ext cx="2354294" cy="257042"/>
            <a:chOff x="0" y="0"/>
            <a:chExt cx="3139059" cy="342722"/>
          </a:xfrm>
        </p:grpSpPr>
        <p:sp>
          <p:nvSpPr>
            <p:cNvPr name="Freeform 37" id="37"/>
            <p:cNvSpPr/>
            <p:nvPr/>
          </p:nvSpPr>
          <p:spPr>
            <a:xfrm flipH="false" flipV="false" rot="0">
              <a:off x="0" y="127"/>
              <a:ext cx="3139059" cy="342646"/>
            </a:xfrm>
            <a:custGeom>
              <a:avLst/>
              <a:gdLst/>
              <a:ahLst/>
              <a:cxnLst/>
              <a:rect r="r" b="b" t="t" l="l"/>
              <a:pathLst>
                <a:path h="342646" w="3139059">
                  <a:moveTo>
                    <a:pt x="292354" y="0"/>
                  </a:moveTo>
                  <a:cubicBezTo>
                    <a:pt x="132588" y="0"/>
                    <a:pt x="0" y="127127"/>
                    <a:pt x="0" y="288798"/>
                  </a:cubicBezTo>
                  <a:lnTo>
                    <a:pt x="0" y="342646"/>
                  </a:lnTo>
                  <a:lnTo>
                    <a:pt x="3139059" y="342646"/>
                  </a:lnTo>
                  <a:lnTo>
                    <a:pt x="3139059" y="288798"/>
                  </a:lnTo>
                  <a:cubicBezTo>
                    <a:pt x="3139059" y="127254"/>
                    <a:pt x="3008884" y="0"/>
                    <a:pt x="2846705" y="0"/>
                  </a:cubicBezTo>
                  <a:close/>
                </a:path>
              </a:pathLst>
            </a:custGeom>
            <a:solidFill>
              <a:srgbClr val="0F89A5"/>
            </a:solidFill>
          </p:spPr>
        </p:sp>
      </p:grpSp>
      <p:grpSp>
        <p:nvGrpSpPr>
          <p:cNvPr name="Group 38" id="38"/>
          <p:cNvGrpSpPr/>
          <p:nvPr/>
        </p:nvGrpSpPr>
        <p:grpSpPr>
          <a:xfrm rot="0">
            <a:off x="11144879" y="2192398"/>
            <a:ext cx="124558" cy="123130"/>
            <a:chOff x="0" y="0"/>
            <a:chExt cx="166078" cy="164173"/>
          </a:xfrm>
        </p:grpSpPr>
        <p:sp>
          <p:nvSpPr>
            <p:cNvPr name="Freeform 39" id="39"/>
            <p:cNvSpPr/>
            <p:nvPr/>
          </p:nvSpPr>
          <p:spPr>
            <a:xfrm flipH="false" flipV="false" rot="0">
              <a:off x="127" y="127"/>
              <a:ext cx="165862" cy="164084"/>
            </a:xfrm>
            <a:custGeom>
              <a:avLst/>
              <a:gdLst/>
              <a:ahLst/>
              <a:cxnLst/>
              <a:rect r="r" b="b" t="t" l="l"/>
              <a:pathLst>
                <a:path h="164084" w="165862">
                  <a:moveTo>
                    <a:pt x="82931" y="0"/>
                  </a:moveTo>
                  <a:cubicBezTo>
                    <a:pt x="36576" y="0"/>
                    <a:pt x="0" y="36703"/>
                    <a:pt x="0" y="83185"/>
                  </a:cubicBezTo>
                  <a:cubicBezTo>
                    <a:pt x="0" y="127254"/>
                    <a:pt x="36576" y="164084"/>
                    <a:pt x="82931" y="164084"/>
                  </a:cubicBezTo>
                  <a:cubicBezTo>
                    <a:pt x="129286" y="164084"/>
                    <a:pt x="165862" y="127254"/>
                    <a:pt x="165862" y="83185"/>
                  </a:cubicBezTo>
                  <a:cubicBezTo>
                    <a:pt x="165862" y="36703"/>
                    <a:pt x="129286" y="0"/>
                    <a:pt x="82931" y="0"/>
                  </a:cubicBezTo>
                  <a:close/>
                </a:path>
              </a:pathLst>
            </a:custGeom>
            <a:solidFill>
              <a:srgbClr val="92F7FF"/>
            </a:solidFill>
          </p:spPr>
        </p:sp>
      </p:grpSp>
      <p:grpSp>
        <p:nvGrpSpPr>
          <p:cNvPr name="Group 40" id="40"/>
          <p:cNvGrpSpPr/>
          <p:nvPr/>
        </p:nvGrpSpPr>
        <p:grpSpPr>
          <a:xfrm rot="0">
            <a:off x="11393996" y="2192398"/>
            <a:ext cx="124558" cy="123130"/>
            <a:chOff x="0" y="0"/>
            <a:chExt cx="166078" cy="164173"/>
          </a:xfrm>
        </p:grpSpPr>
        <p:sp>
          <p:nvSpPr>
            <p:cNvPr name="Freeform 41" id="41"/>
            <p:cNvSpPr/>
            <p:nvPr/>
          </p:nvSpPr>
          <p:spPr>
            <a:xfrm flipH="false" flipV="false" rot="0">
              <a:off x="0" y="127"/>
              <a:ext cx="166116" cy="164084"/>
            </a:xfrm>
            <a:custGeom>
              <a:avLst/>
              <a:gdLst/>
              <a:ahLst/>
              <a:cxnLst/>
              <a:rect r="r" b="b" t="t" l="l"/>
              <a:pathLst>
                <a:path h="164084" w="166116">
                  <a:moveTo>
                    <a:pt x="83058"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3058" y="0"/>
                  </a:cubicBezTo>
                  <a:close/>
                </a:path>
              </a:pathLst>
            </a:custGeom>
            <a:solidFill>
              <a:srgbClr val="92F7FF"/>
            </a:solidFill>
          </p:spPr>
        </p:sp>
      </p:grpSp>
      <p:grpSp>
        <p:nvGrpSpPr>
          <p:cNvPr name="Group 42" id="42"/>
          <p:cNvGrpSpPr/>
          <p:nvPr/>
        </p:nvGrpSpPr>
        <p:grpSpPr>
          <a:xfrm rot="0">
            <a:off x="11644560" y="2192398"/>
            <a:ext cx="124558" cy="123130"/>
            <a:chOff x="0" y="0"/>
            <a:chExt cx="166078" cy="164173"/>
          </a:xfrm>
        </p:grpSpPr>
        <p:sp>
          <p:nvSpPr>
            <p:cNvPr name="Freeform 43" id="43"/>
            <p:cNvSpPr/>
            <p:nvPr/>
          </p:nvSpPr>
          <p:spPr>
            <a:xfrm flipH="false" flipV="false" rot="0">
              <a:off x="127" y="127"/>
              <a:ext cx="166116" cy="164084"/>
            </a:xfrm>
            <a:custGeom>
              <a:avLst/>
              <a:gdLst/>
              <a:ahLst/>
              <a:cxnLst/>
              <a:rect r="r" b="b" t="t" l="l"/>
              <a:pathLst>
                <a:path h="164084" w="166116">
                  <a:moveTo>
                    <a:pt x="82931"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2931" y="0"/>
                  </a:cubicBezTo>
                  <a:close/>
                </a:path>
              </a:pathLst>
            </a:custGeom>
            <a:solidFill>
              <a:srgbClr val="92F7FF"/>
            </a:solidFill>
          </p:spPr>
        </p:sp>
      </p:grpSp>
      <p:grpSp>
        <p:nvGrpSpPr>
          <p:cNvPr name="Group 44" id="44"/>
          <p:cNvGrpSpPr/>
          <p:nvPr/>
        </p:nvGrpSpPr>
        <p:grpSpPr>
          <a:xfrm rot="0">
            <a:off x="15317276" y="2361600"/>
            <a:ext cx="1997297" cy="1914563"/>
            <a:chOff x="0" y="0"/>
            <a:chExt cx="2663063" cy="2552751"/>
          </a:xfrm>
        </p:grpSpPr>
        <p:sp>
          <p:nvSpPr>
            <p:cNvPr name="Freeform 45" id="45"/>
            <p:cNvSpPr/>
            <p:nvPr/>
          </p:nvSpPr>
          <p:spPr>
            <a:xfrm flipH="false" flipV="false" rot="0">
              <a:off x="0" y="0"/>
              <a:ext cx="2663063" cy="2552700"/>
            </a:xfrm>
            <a:custGeom>
              <a:avLst/>
              <a:gdLst/>
              <a:ahLst/>
              <a:cxnLst/>
              <a:rect r="r" b="b" t="t" l="l"/>
              <a:pathLst>
                <a:path h="2552700" w="2663063">
                  <a:moveTo>
                    <a:pt x="294767" y="0"/>
                  </a:moveTo>
                  <a:cubicBezTo>
                    <a:pt x="132715" y="0"/>
                    <a:pt x="0" y="132715"/>
                    <a:pt x="0" y="294894"/>
                  </a:cubicBezTo>
                  <a:lnTo>
                    <a:pt x="0" y="2257933"/>
                  </a:lnTo>
                  <a:cubicBezTo>
                    <a:pt x="0" y="2419985"/>
                    <a:pt x="132715" y="2552700"/>
                    <a:pt x="294767" y="2552700"/>
                  </a:cubicBezTo>
                  <a:lnTo>
                    <a:pt x="2368296" y="2552700"/>
                  </a:lnTo>
                  <a:cubicBezTo>
                    <a:pt x="2530348" y="2552700"/>
                    <a:pt x="2663063" y="2419985"/>
                    <a:pt x="2663063" y="2257806"/>
                  </a:cubicBezTo>
                  <a:lnTo>
                    <a:pt x="2663063" y="294894"/>
                  </a:lnTo>
                  <a:cubicBezTo>
                    <a:pt x="2663063" y="132715"/>
                    <a:pt x="2530348" y="0"/>
                    <a:pt x="2368296" y="0"/>
                  </a:cubicBezTo>
                  <a:close/>
                </a:path>
              </a:pathLst>
            </a:custGeom>
            <a:solidFill>
              <a:srgbClr val="EDDEFF"/>
            </a:solidFill>
          </p:spPr>
        </p:sp>
      </p:grpSp>
      <p:grpSp>
        <p:nvGrpSpPr>
          <p:cNvPr name="Group 46" id="46"/>
          <p:cNvGrpSpPr/>
          <p:nvPr/>
        </p:nvGrpSpPr>
        <p:grpSpPr>
          <a:xfrm rot="0">
            <a:off x="15427442" y="2258644"/>
            <a:ext cx="1998631" cy="1914563"/>
            <a:chOff x="0" y="0"/>
            <a:chExt cx="2664841" cy="2552751"/>
          </a:xfrm>
        </p:grpSpPr>
        <p:sp>
          <p:nvSpPr>
            <p:cNvPr name="Freeform 47" id="47"/>
            <p:cNvSpPr/>
            <p:nvPr/>
          </p:nvSpPr>
          <p:spPr>
            <a:xfrm flipH="false" flipV="false" rot="0">
              <a:off x="127" y="0"/>
              <a:ext cx="2662333" cy="2552700"/>
            </a:xfrm>
            <a:custGeom>
              <a:avLst/>
              <a:gdLst/>
              <a:ahLst/>
              <a:cxnLst/>
              <a:rect r="r" b="b" t="t" l="l"/>
              <a:pathLst>
                <a:path h="2552700" w="2662333">
                  <a:moveTo>
                    <a:pt x="294640" y="0"/>
                  </a:moveTo>
                  <a:cubicBezTo>
                    <a:pt x="132588" y="0"/>
                    <a:pt x="0" y="132715"/>
                    <a:pt x="0" y="294894"/>
                  </a:cubicBezTo>
                  <a:lnTo>
                    <a:pt x="0" y="2257933"/>
                  </a:lnTo>
                  <a:cubicBezTo>
                    <a:pt x="0" y="2419985"/>
                    <a:pt x="132588" y="2552700"/>
                    <a:pt x="294640" y="2552700"/>
                  </a:cubicBezTo>
                  <a:lnTo>
                    <a:pt x="2367534" y="2552700"/>
                  </a:lnTo>
                  <a:cubicBezTo>
                    <a:pt x="2532126" y="2552700"/>
                    <a:pt x="2664714" y="2419985"/>
                    <a:pt x="2662301" y="2257806"/>
                  </a:cubicBezTo>
                  <a:lnTo>
                    <a:pt x="2662301" y="294894"/>
                  </a:lnTo>
                  <a:cubicBezTo>
                    <a:pt x="2662174" y="130175"/>
                    <a:pt x="2529586" y="0"/>
                    <a:pt x="2367534" y="0"/>
                  </a:cubicBezTo>
                  <a:close/>
                </a:path>
              </a:pathLst>
            </a:custGeom>
            <a:solidFill>
              <a:srgbClr val="3F3FD8"/>
            </a:solidFill>
          </p:spPr>
        </p:sp>
      </p:grpSp>
      <p:sp>
        <p:nvSpPr>
          <p:cNvPr name="Freeform 48" id="48"/>
          <p:cNvSpPr/>
          <p:nvPr/>
        </p:nvSpPr>
        <p:spPr>
          <a:xfrm flipH="false" flipV="false" rot="0">
            <a:off x="15587996" y="2378164"/>
            <a:ext cx="1676105" cy="1676105"/>
          </a:xfrm>
          <a:custGeom>
            <a:avLst/>
            <a:gdLst/>
            <a:ahLst/>
            <a:cxnLst/>
            <a:rect r="r" b="b" t="t" l="l"/>
            <a:pathLst>
              <a:path h="1676105" w="1676105">
                <a:moveTo>
                  <a:pt x="0" y="0"/>
                </a:moveTo>
                <a:lnTo>
                  <a:pt x="1676105" y="0"/>
                </a:lnTo>
                <a:lnTo>
                  <a:pt x="1676105" y="1676105"/>
                </a:lnTo>
                <a:lnTo>
                  <a:pt x="0" y="1676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9" id="49"/>
          <p:cNvSpPr/>
          <p:nvPr/>
        </p:nvSpPr>
        <p:spPr>
          <a:xfrm flipH="false" flipV="false" rot="0">
            <a:off x="16986799" y="3043276"/>
            <a:ext cx="20488" cy="24089"/>
          </a:xfrm>
          <a:custGeom>
            <a:avLst/>
            <a:gdLst/>
            <a:ahLst/>
            <a:cxnLst/>
            <a:rect r="r" b="b" t="t" l="l"/>
            <a:pathLst>
              <a:path h="24089" w="20488">
                <a:moveTo>
                  <a:pt x="0" y="0"/>
                </a:moveTo>
                <a:lnTo>
                  <a:pt x="20489" y="0"/>
                </a:lnTo>
                <a:lnTo>
                  <a:pt x="20489" y="24088"/>
                </a:lnTo>
                <a:lnTo>
                  <a:pt x="0" y="24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0" id="50"/>
          <p:cNvGrpSpPr/>
          <p:nvPr/>
        </p:nvGrpSpPr>
        <p:grpSpPr>
          <a:xfrm rot="0">
            <a:off x="16977436" y="3013758"/>
            <a:ext cx="20488" cy="25527"/>
            <a:chOff x="0" y="0"/>
            <a:chExt cx="27318" cy="34036"/>
          </a:xfrm>
        </p:grpSpPr>
        <p:sp>
          <p:nvSpPr>
            <p:cNvPr name="Freeform 51" id="51"/>
            <p:cNvSpPr/>
            <p:nvPr/>
          </p:nvSpPr>
          <p:spPr>
            <a:xfrm flipH="false" flipV="false" rot="0">
              <a:off x="0" y="143"/>
              <a:ext cx="27305" cy="33893"/>
            </a:xfrm>
            <a:custGeom>
              <a:avLst/>
              <a:gdLst/>
              <a:ahLst/>
              <a:cxnLst/>
              <a:rect r="r" b="b" t="t" l="l"/>
              <a:pathLst>
                <a:path h="33893" w="27305">
                  <a:moveTo>
                    <a:pt x="1905" y="21193"/>
                  </a:moveTo>
                  <a:cubicBezTo>
                    <a:pt x="1905" y="20939"/>
                    <a:pt x="1905" y="20939"/>
                    <a:pt x="1524" y="19669"/>
                  </a:cubicBezTo>
                  <a:cubicBezTo>
                    <a:pt x="1397" y="19288"/>
                    <a:pt x="1143" y="18780"/>
                    <a:pt x="1016" y="18145"/>
                  </a:cubicBezTo>
                  <a:cubicBezTo>
                    <a:pt x="635" y="17002"/>
                    <a:pt x="0" y="14970"/>
                    <a:pt x="0" y="12684"/>
                  </a:cubicBezTo>
                  <a:cubicBezTo>
                    <a:pt x="0" y="6588"/>
                    <a:pt x="4318" y="1381"/>
                    <a:pt x="10160" y="238"/>
                  </a:cubicBezTo>
                  <a:cubicBezTo>
                    <a:pt x="16002" y="-905"/>
                    <a:pt x="21971" y="2143"/>
                    <a:pt x="24384" y="7731"/>
                  </a:cubicBezTo>
                  <a:cubicBezTo>
                    <a:pt x="27178" y="14335"/>
                    <a:pt x="27178" y="20812"/>
                    <a:pt x="27178" y="21193"/>
                  </a:cubicBezTo>
                  <a:lnTo>
                    <a:pt x="14478" y="21193"/>
                  </a:lnTo>
                  <a:lnTo>
                    <a:pt x="1778" y="21193"/>
                  </a:lnTo>
                  <a:moveTo>
                    <a:pt x="27178" y="21193"/>
                  </a:moveTo>
                  <a:cubicBezTo>
                    <a:pt x="27178" y="28178"/>
                    <a:pt x="21463" y="33893"/>
                    <a:pt x="14478" y="33893"/>
                  </a:cubicBezTo>
                  <a:cubicBezTo>
                    <a:pt x="7493" y="33893"/>
                    <a:pt x="1778" y="28178"/>
                    <a:pt x="1778" y="21193"/>
                  </a:cubicBezTo>
                  <a:cubicBezTo>
                    <a:pt x="1778" y="22082"/>
                    <a:pt x="2159" y="20304"/>
                    <a:pt x="1016" y="17637"/>
                  </a:cubicBezTo>
                  <a:lnTo>
                    <a:pt x="12700" y="12684"/>
                  </a:lnTo>
                  <a:lnTo>
                    <a:pt x="25400" y="12684"/>
                  </a:lnTo>
                  <a:cubicBezTo>
                    <a:pt x="25400" y="11922"/>
                    <a:pt x="25273" y="10652"/>
                    <a:pt x="25146" y="10525"/>
                  </a:cubicBezTo>
                  <a:cubicBezTo>
                    <a:pt x="25146" y="10525"/>
                    <a:pt x="25146" y="10652"/>
                    <a:pt x="25400" y="11160"/>
                  </a:cubicBezTo>
                  <a:cubicBezTo>
                    <a:pt x="26035" y="12811"/>
                    <a:pt x="27305" y="16367"/>
                    <a:pt x="27305" y="21193"/>
                  </a:cubicBezTo>
                  <a:close/>
                </a:path>
              </a:pathLst>
            </a:custGeom>
            <a:solidFill>
              <a:srgbClr val="000000"/>
            </a:solidFill>
          </p:spPr>
        </p:sp>
      </p:grpSp>
      <p:sp>
        <p:nvSpPr>
          <p:cNvPr name="Freeform 52" id="52"/>
          <p:cNvSpPr/>
          <p:nvPr/>
        </p:nvSpPr>
        <p:spPr>
          <a:xfrm flipH="false" flipV="false" rot="0">
            <a:off x="16159677" y="2962799"/>
            <a:ext cx="1105224" cy="1090051"/>
          </a:xfrm>
          <a:custGeom>
            <a:avLst/>
            <a:gdLst/>
            <a:ahLst/>
            <a:cxnLst/>
            <a:rect r="r" b="b" t="t" l="l"/>
            <a:pathLst>
              <a:path h="1090051" w="1105224">
                <a:moveTo>
                  <a:pt x="0" y="0"/>
                </a:moveTo>
                <a:lnTo>
                  <a:pt x="1105224" y="0"/>
                </a:lnTo>
                <a:lnTo>
                  <a:pt x="1105224" y="1090050"/>
                </a:lnTo>
                <a:lnTo>
                  <a:pt x="0" y="10900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3" id="53"/>
          <p:cNvSpPr/>
          <p:nvPr/>
        </p:nvSpPr>
        <p:spPr>
          <a:xfrm flipH="false" flipV="false" rot="0">
            <a:off x="16968073" y="2987831"/>
            <a:ext cx="20488" cy="25527"/>
          </a:xfrm>
          <a:custGeom>
            <a:avLst/>
            <a:gdLst/>
            <a:ahLst/>
            <a:cxnLst/>
            <a:rect r="r" b="b" t="t" l="l"/>
            <a:pathLst>
              <a:path h="25527" w="20488">
                <a:moveTo>
                  <a:pt x="0" y="0"/>
                </a:moveTo>
                <a:lnTo>
                  <a:pt x="20488" y="0"/>
                </a:lnTo>
                <a:lnTo>
                  <a:pt x="20488" y="25527"/>
                </a:lnTo>
                <a:lnTo>
                  <a:pt x="0" y="255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54" id="54"/>
          <p:cNvGrpSpPr/>
          <p:nvPr/>
        </p:nvGrpSpPr>
        <p:grpSpPr>
          <a:xfrm rot="0">
            <a:off x="17004792" y="3131839"/>
            <a:ext cx="19774" cy="19774"/>
            <a:chOff x="0" y="0"/>
            <a:chExt cx="26365" cy="26365"/>
          </a:xfrm>
        </p:grpSpPr>
        <p:sp>
          <p:nvSpPr>
            <p:cNvPr name="Freeform 55" id="55"/>
            <p:cNvSpPr/>
            <p:nvPr/>
          </p:nvSpPr>
          <p:spPr>
            <a:xfrm flipH="false" flipV="false" rot="0">
              <a:off x="12700" y="0"/>
              <a:ext cx="0" cy="12700"/>
            </a:xfrm>
            <a:custGeom>
              <a:avLst/>
              <a:gdLst/>
              <a:ahLst/>
              <a:cxnLst/>
              <a:rect r="r" b="b" t="t" l="l"/>
              <a:pathLst>
                <a:path h="12700" w="0">
                  <a:moveTo>
                    <a:pt x="0" y="0"/>
                  </a:moveTo>
                  <a:lnTo>
                    <a:pt x="0" y="12700"/>
                  </a:lnTo>
                  <a:lnTo>
                    <a:pt x="0" y="0"/>
                  </a:lnTo>
                </a:path>
              </a:pathLst>
            </a:custGeom>
            <a:solidFill>
              <a:srgbClr val="000000"/>
            </a:solidFill>
          </p:spPr>
        </p:sp>
      </p:grpSp>
      <p:grpSp>
        <p:nvGrpSpPr>
          <p:cNvPr name="Group 56" id="56"/>
          <p:cNvGrpSpPr/>
          <p:nvPr/>
        </p:nvGrpSpPr>
        <p:grpSpPr>
          <a:xfrm rot="0">
            <a:off x="16993991" y="3072794"/>
            <a:ext cx="20488" cy="21927"/>
            <a:chOff x="0" y="0"/>
            <a:chExt cx="27318" cy="29235"/>
          </a:xfrm>
        </p:grpSpPr>
        <p:sp>
          <p:nvSpPr>
            <p:cNvPr name="Freeform 57" id="57"/>
            <p:cNvSpPr/>
            <p:nvPr/>
          </p:nvSpPr>
          <p:spPr>
            <a:xfrm flipH="false" flipV="false" rot="0">
              <a:off x="508" y="0"/>
              <a:ext cx="26797" cy="29260"/>
            </a:xfrm>
            <a:custGeom>
              <a:avLst/>
              <a:gdLst/>
              <a:ahLst/>
              <a:cxnLst/>
              <a:rect r="r" b="b" t="t" l="l"/>
              <a:pathLst>
                <a:path h="29260" w="26797">
                  <a:moveTo>
                    <a:pt x="1397" y="16510"/>
                  </a:moveTo>
                  <a:lnTo>
                    <a:pt x="1397" y="12700"/>
                  </a:lnTo>
                  <a:lnTo>
                    <a:pt x="14097" y="12700"/>
                  </a:lnTo>
                  <a:lnTo>
                    <a:pt x="14097" y="25400"/>
                  </a:lnTo>
                  <a:cubicBezTo>
                    <a:pt x="13970" y="25400"/>
                    <a:pt x="13843" y="25400"/>
                    <a:pt x="13843" y="25400"/>
                  </a:cubicBezTo>
                  <a:cubicBezTo>
                    <a:pt x="14478" y="25400"/>
                    <a:pt x="19939" y="24257"/>
                    <a:pt x="22733" y="20701"/>
                  </a:cubicBezTo>
                  <a:cubicBezTo>
                    <a:pt x="24892" y="17907"/>
                    <a:pt x="25273" y="15113"/>
                    <a:pt x="25273" y="13208"/>
                  </a:cubicBezTo>
                  <a:cubicBezTo>
                    <a:pt x="25273" y="11049"/>
                    <a:pt x="24511" y="9271"/>
                    <a:pt x="25400" y="10922"/>
                  </a:cubicBezTo>
                  <a:lnTo>
                    <a:pt x="14097" y="16637"/>
                  </a:lnTo>
                  <a:lnTo>
                    <a:pt x="1397" y="16637"/>
                  </a:lnTo>
                  <a:moveTo>
                    <a:pt x="26797" y="16637"/>
                  </a:moveTo>
                  <a:cubicBezTo>
                    <a:pt x="26797" y="22479"/>
                    <a:pt x="22733" y="27686"/>
                    <a:pt x="17018" y="28956"/>
                  </a:cubicBezTo>
                  <a:cubicBezTo>
                    <a:pt x="11303" y="30226"/>
                    <a:pt x="5334" y="27432"/>
                    <a:pt x="2794" y="22225"/>
                  </a:cubicBezTo>
                  <a:cubicBezTo>
                    <a:pt x="1651" y="20066"/>
                    <a:pt x="0" y="16383"/>
                    <a:pt x="0" y="13208"/>
                  </a:cubicBezTo>
                  <a:cubicBezTo>
                    <a:pt x="0" y="11049"/>
                    <a:pt x="508" y="8001"/>
                    <a:pt x="2667" y="5207"/>
                  </a:cubicBezTo>
                  <a:cubicBezTo>
                    <a:pt x="5715" y="1143"/>
                    <a:pt x="11938" y="0"/>
                    <a:pt x="13589" y="0"/>
                  </a:cubicBezTo>
                  <a:cubicBezTo>
                    <a:pt x="13843" y="0"/>
                    <a:pt x="14097" y="0"/>
                    <a:pt x="14097" y="0"/>
                  </a:cubicBezTo>
                  <a:cubicBezTo>
                    <a:pt x="21082" y="0"/>
                    <a:pt x="26797" y="5715"/>
                    <a:pt x="26797" y="12700"/>
                  </a:cubicBezTo>
                  <a:lnTo>
                    <a:pt x="26797" y="16510"/>
                  </a:lnTo>
                  <a:close/>
                </a:path>
              </a:pathLst>
            </a:custGeom>
            <a:solidFill>
              <a:srgbClr val="000000"/>
            </a:solidFill>
          </p:spPr>
        </p:sp>
      </p:grpSp>
      <p:grpSp>
        <p:nvGrpSpPr>
          <p:cNvPr name="Group 58" id="58"/>
          <p:cNvGrpSpPr/>
          <p:nvPr/>
        </p:nvGrpSpPr>
        <p:grpSpPr>
          <a:xfrm rot="0">
            <a:off x="17001192" y="3100159"/>
            <a:ext cx="19774" cy="21927"/>
            <a:chOff x="0" y="0"/>
            <a:chExt cx="26365" cy="29235"/>
          </a:xfrm>
        </p:grpSpPr>
        <p:sp>
          <p:nvSpPr>
            <p:cNvPr name="Freeform 59" id="59"/>
            <p:cNvSpPr/>
            <p:nvPr/>
          </p:nvSpPr>
          <p:spPr>
            <a:xfrm flipH="false" flipV="false" rot="0">
              <a:off x="1016" y="14859"/>
              <a:ext cx="25400" cy="14351"/>
            </a:xfrm>
            <a:custGeom>
              <a:avLst/>
              <a:gdLst/>
              <a:ahLst/>
              <a:cxnLst/>
              <a:rect r="r" b="b" t="t" l="l"/>
              <a:pathLst>
                <a:path h="14351" w="25400">
                  <a:moveTo>
                    <a:pt x="0" y="1651"/>
                  </a:moveTo>
                  <a:lnTo>
                    <a:pt x="0" y="0"/>
                  </a:lnTo>
                  <a:lnTo>
                    <a:pt x="25400" y="0"/>
                  </a:lnTo>
                  <a:lnTo>
                    <a:pt x="25400" y="1651"/>
                  </a:lnTo>
                  <a:lnTo>
                    <a:pt x="12700" y="1651"/>
                  </a:lnTo>
                  <a:lnTo>
                    <a:pt x="0" y="1651"/>
                  </a:lnTo>
                  <a:lnTo>
                    <a:pt x="0" y="0"/>
                  </a:lnTo>
                  <a:lnTo>
                    <a:pt x="25400" y="0"/>
                  </a:lnTo>
                  <a:lnTo>
                    <a:pt x="25400" y="1651"/>
                  </a:lnTo>
                  <a:lnTo>
                    <a:pt x="12700" y="1651"/>
                  </a:lnTo>
                  <a:lnTo>
                    <a:pt x="0" y="1651"/>
                  </a:lnTo>
                  <a:moveTo>
                    <a:pt x="25400" y="1651"/>
                  </a:moveTo>
                  <a:cubicBezTo>
                    <a:pt x="25400" y="8636"/>
                    <a:pt x="19685" y="14351"/>
                    <a:pt x="12700" y="14351"/>
                  </a:cubicBezTo>
                  <a:cubicBezTo>
                    <a:pt x="5715" y="14351"/>
                    <a:pt x="0" y="8636"/>
                    <a:pt x="0" y="1651"/>
                  </a:cubicBezTo>
                  <a:lnTo>
                    <a:pt x="0" y="0"/>
                  </a:lnTo>
                  <a:lnTo>
                    <a:pt x="25400" y="0"/>
                  </a:lnTo>
                  <a:lnTo>
                    <a:pt x="25400" y="1651"/>
                  </a:lnTo>
                  <a:cubicBezTo>
                    <a:pt x="25400" y="8636"/>
                    <a:pt x="19685" y="14351"/>
                    <a:pt x="12700" y="14351"/>
                  </a:cubicBezTo>
                  <a:cubicBezTo>
                    <a:pt x="5715" y="14351"/>
                    <a:pt x="0" y="8636"/>
                    <a:pt x="0" y="1651"/>
                  </a:cubicBezTo>
                  <a:lnTo>
                    <a:pt x="0" y="0"/>
                  </a:lnTo>
                  <a:lnTo>
                    <a:pt x="25400" y="0"/>
                  </a:lnTo>
                  <a:lnTo>
                    <a:pt x="25400" y="1651"/>
                  </a:lnTo>
                  <a:close/>
                </a:path>
              </a:pathLst>
            </a:custGeom>
            <a:solidFill>
              <a:srgbClr val="000000"/>
            </a:solidFill>
          </p:spPr>
        </p:sp>
      </p:grpSp>
      <p:grpSp>
        <p:nvGrpSpPr>
          <p:cNvPr name="Group 60" id="60"/>
          <p:cNvGrpSpPr/>
          <p:nvPr/>
        </p:nvGrpSpPr>
        <p:grpSpPr>
          <a:xfrm rot="0">
            <a:off x="16469277" y="2378164"/>
            <a:ext cx="788432" cy="821484"/>
            <a:chOff x="0" y="0"/>
            <a:chExt cx="1051242" cy="1095312"/>
          </a:xfrm>
        </p:grpSpPr>
        <p:sp>
          <p:nvSpPr>
            <p:cNvPr name="Freeform 61" id="61"/>
            <p:cNvSpPr/>
            <p:nvPr/>
          </p:nvSpPr>
          <p:spPr>
            <a:xfrm flipH="false" flipV="false" rot="0">
              <a:off x="127" y="127"/>
              <a:ext cx="1051179" cy="1095121"/>
            </a:xfrm>
            <a:custGeom>
              <a:avLst/>
              <a:gdLst/>
              <a:ahLst/>
              <a:cxnLst/>
              <a:rect r="r" b="b" t="t" l="l"/>
              <a:pathLst>
                <a:path h="1095121" w="1051179">
                  <a:moveTo>
                    <a:pt x="0" y="0"/>
                  </a:moveTo>
                  <a:lnTo>
                    <a:pt x="0" y="328930"/>
                  </a:lnTo>
                  <a:cubicBezTo>
                    <a:pt x="402717" y="355981"/>
                    <a:pt x="721995" y="687578"/>
                    <a:pt x="731901" y="1095121"/>
                  </a:cubicBezTo>
                  <a:lnTo>
                    <a:pt x="1051179" y="984631"/>
                  </a:lnTo>
                  <a:cubicBezTo>
                    <a:pt x="987171" y="446913"/>
                    <a:pt x="545211" y="26924"/>
                    <a:pt x="0" y="0"/>
                  </a:cubicBezTo>
                  <a:close/>
                </a:path>
              </a:pathLst>
            </a:custGeom>
            <a:solidFill>
              <a:srgbClr val="92F7FF"/>
            </a:solidFill>
          </p:spPr>
        </p:sp>
      </p:grpSp>
      <p:grpSp>
        <p:nvGrpSpPr>
          <p:cNvPr name="Group 62" id="62"/>
          <p:cNvGrpSpPr/>
          <p:nvPr/>
        </p:nvGrpSpPr>
        <p:grpSpPr>
          <a:xfrm rot="0">
            <a:off x="15689523" y="2378164"/>
            <a:ext cx="779069" cy="620611"/>
            <a:chOff x="0" y="0"/>
            <a:chExt cx="1038758" cy="827481"/>
          </a:xfrm>
        </p:grpSpPr>
        <p:sp>
          <p:nvSpPr>
            <p:cNvPr name="Freeform 63" id="63"/>
            <p:cNvSpPr/>
            <p:nvPr/>
          </p:nvSpPr>
          <p:spPr>
            <a:xfrm flipH="false" flipV="false" rot="0">
              <a:off x="127" y="127"/>
              <a:ext cx="1038606" cy="827405"/>
            </a:xfrm>
            <a:custGeom>
              <a:avLst/>
              <a:gdLst/>
              <a:ahLst/>
              <a:cxnLst/>
              <a:rect r="r" b="b" t="t" l="l"/>
              <a:pathLst>
                <a:path h="827405" w="1038606">
                  <a:moveTo>
                    <a:pt x="982091" y="0"/>
                  </a:moveTo>
                  <a:cubicBezTo>
                    <a:pt x="559816" y="0"/>
                    <a:pt x="191389" y="235585"/>
                    <a:pt x="0" y="581787"/>
                  </a:cubicBezTo>
                  <a:lnTo>
                    <a:pt x="245491" y="827405"/>
                  </a:lnTo>
                  <a:cubicBezTo>
                    <a:pt x="358521" y="532765"/>
                    <a:pt x="648208" y="324104"/>
                    <a:pt x="982091" y="324104"/>
                  </a:cubicBezTo>
                  <a:cubicBezTo>
                    <a:pt x="1001776" y="324104"/>
                    <a:pt x="1018921" y="324104"/>
                    <a:pt x="1038606" y="328930"/>
                  </a:cubicBezTo>
                  <a:lnTo>
                    <a:pt x="1038606" y="2413"/>
                  </a:lnTo>
                  <a:cubicBezTo>
                    <a:pt x="1018921" y="2413"/>
                    <a:pt x="1001776" y="0"/>
                    <a:pt x="982091" y="0"/>
                  </a:cubicBezTo>
                  <a:close/>
                </a:path>
              </a:pathLst>
            </a:custGeom>
            <a:solidFill>
              <a:srgbClr val="A6ABFF"/>
            </a:solidFill>
          </p:spPr>
        </p:sp>
      </p:grpSp>
      <p:grpSp>
        <p:nvGrpSpPr>
          <p:cNvPr name="Group 64" id="64"/>
          <p:cNvGrpSpPr/>
          <p:nvPr/>
        </p:nvGrpSpPr>
        <p:grpSpPr>
          <a:xfrm rot="0">
            <a:off x="11466004" y="3304080"/>
            <a:ext cx="277920" cy="252717"/>
            <a:chOff x="0" y="0"/>
            <a:chExt cx="370561" cy="336956"/>
          </a:xfrm>
        </p:grpSpPr>
        <p:sp>
          <p:nvSpPr>
            <p:cNvPr name="Freeform 65" id="65"/>
            <p:cNvSpPr/>
            <p:nvPr/>
          </p:nvSpPr>
          <p:spPr>
            <a:xfrm flipH="false" flipV="false" rot="0">
              <a:off x="17438" y="127"/>
              <a:ext cx="335711" cy="336804"/>
            </a:xfrm>
            <a:custGeom>
              <a:avLst/>
              <a:gdLst/>
              <a:ahLst/>
              <a:cxnLst/>
              <a:rect r="r" b="b" t="t" l="l"/>
              <a:pathLst>
                <a:path h="336804" w="335711">
                  <a:moveTo>
                    <a:pt x="168617" y="0"/>
                  </a:moveTo>
                  <a:cubicBezTo>
                    <a:pt x="155790" y="0"/>
                    <a:pt x="142836" y="1524"/>
                    <a:pt x="129755" y="4826"/>
                  </a:cubicBezTo>
                  <a:cubicBezTo>
                    <a:pt x="41490" y="26797"/>
                    <a:pt x="-17438" y="114935"/>
                    <a:pt x="4660" y="205486"/>
                  </a:cubicBezTo>
                  <a:cubicBezTo>
                    <a:pt x="21678" y="283972"/>
                    <a:pt x="92036" y="336804"/>
                    <a:pt x="169633" y="336804"/>
                  </a:cubicBezTo>
                  <a:cubicBezTo>
                    <a:pt x="181571" y="336804"/>
                    <a:pt x="193763" y="335534"/>
                    <a:pt x="205955" y="332867"/>
                  </a:cubicBezTo>
                  <a:cubicBezTo>
                    <a:pt x="294220" y="310896"/>
                    <a:pt x="353148" y="222631"/>
                    <a:pt x="331050" y="129540"/>
                  </a:cubicBezTo>
                  <a:cubicBezTo>
                    <a:pt x="312254" y="52324"/>
                    <a:pt x="243293" y="0"/>
                    <a:pt x="168617" y="0"/>
                  </a:cubicBezTo>
                  <a:close/>
                </a:path>
              </a:pathLst>
            </a:custGeom>
            <a:solidFill>
              <a:srgbClr val="3F3FD8"/>
            </a:solidFill>
          </p:spPr>
        </p:sp>
      </p:grpSp>
      <p:grpSp>
        <p:nvGrpSpPr>
          <p:cNvPr name="Group 66" id="66"/>
          <p:cNvGrpSpPr/>
          <p:nvPr/>
        </p:nvGrpSpPr>
        <p:grpSpPr>
          <a:xfrm rot="0">
            <a:off x="10420560" y="2424960"/>
            <a:ext cx="91440" cy="78486"/>
            <a:chOff x="0" y="0"/>
            <a:chExt cx="121920" cy="104648"/>
          </a:xfrm>
        </p:grpSpPr>
        <p:sp>
          <p:nvSpPr>
            <p:cNvPr name="Freeform 67" id="67"/>
            <p:cNvSpPr/>
            <p:nvPr/>
          </p:nvSpPr>
          <p:spPr>
            <a:xfrm flipH="false" flipV="false" rot="0">
              <a:off x="3675" y="0"/>
              <a:ext cx="115916" cy="104521"/>
            </a:xfrm>
            <a:custGeom>
              <a:avLst/>
              <a:gdLst/>
              <a:ahLst/>
              <a:cxnLst/>
              <a:rect r="r" b="b" t="t" l="l"/>
              <a:pathLst>
                <a:path h="104521" w="115916">
                  <a:moveTo>
                    <a:pt x="19566" y="0"/>
                  </a:moveTo>
                  <a:cubicBezTo>
                    <a:pt x="14105" y="0"/>
                    <a:pt x="8390" y="2667"/>
                    <a:pt x="3691" y="7366"/>
                  </a:cubicBezTo>
                  <a:cubicBezTo>
                    <a:pt x="-3548" y="12319"/>
                    <a:pt x="1278" y="24384"/>
                    <a:pt x="6104" y="31623"/>
                  </a:cubicBezTo>
                  <a:lnTo>
                    <a:pt x="88908" y="99695"/>
                  </a:lnTo>
                  <a:cubicBezTo>
                    <a:pt x="91321" y="104521"/>
                    <a:pt x="98687" y="104521"/>
                    <a:pt x="101100" y="104521"/>
                  </a:cubicBezTo>
                  <a:cubicBezTo>
                    <a:pt x="108466" y="104521"/>
                    <a:pt x="110752" y="99695"/>
                    <a:pt x="113292" y="97282"/>
                  </a:cubicBezTo>
                  <a:cubicBezTo>
                    <a:pt x="118118" y="92456"/>
                    <a:pt x="115705" y="80264"/>
                    <a:pt x="110752" y="72898"/>
                  </a:cubicBezTo>
                  <a:lnTo>
                    <a:pt x="28075" y="2540"/>
                  </a:lnTo>
                  <a:cubicBezTo>
                    <a:pt x="25408" y="762"/>
                    <a:pt x="22487" y="0"/>
                    <a:pt x="19566" y="0"/>
                  </a:cubicBezTo>
                  <a:close/>
                </a:path>
              </a:pathLst>
            </a:custGeom>
            <a:solidFill>
              <a:srgbClr val="F5FDFF"/>
            </a:solidFill>
          </p:spPr>
        </p:sp>
      </p:grpSp>
      <p:sp>
        <p:nvSpPr>
          <p:cNvPr name="Freeform 68" id="68"/>
          <p:cNvSpPr/>
          <p:nvPr/>
        </p:nvSpPr>
        <p:spPr>
          <a:xfrm flipH="false" flipV="false" rot="0">
            <a:off x="10609202" y="2583361"/>
            <a:ext cx="663131" cy="564461"/>
          </a:xfrm>
          <a:custGeom>
            <a:avLst/>
            <a:gdLst/>
            <a:ahLst/>
            <a:cxnLst/>
            <a:rect r="r" b="b" t="t" l="l"/>
            <a:pathLst>
              <a:path h="564461" w="663131">
                <a:moveTo>
                  <a:pt x="0" y="0"/>
                </a:moveTo>
                <a:lnTo>
                  <a:pt x="663131" y="0"/>
                </a:lnTo>
                <a:lnTo>
                  <a:pt x="663131" y="564461"/>
                </a:lnTo>
                <a:lnTo>
                  <a:pt x="0" y="5644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69" id="69"/>
          <p:cNvGrpSpPr/>
          <p:nvPr/>
        </p:nvGrpSpPr>
        <p:grpSpPr>
          <a:xfrm rot="0">
            <a:off x="11366640" y="3231356"/>
            <a:ext cx="91440" cy="77762"/>
            <a:chOff x="0" y="0"/>
            <a:chExt cx="121920" cy="103683"/>
          </a:xfrm>
        </p:grpSpPr>
        <p:sp>
          <p:nvSpPr>
            <p:cNvPr name="Freeform 70" id="70"/>
            <p:cNvSpPr/>
            <p:nvPr/>
          </p:nvSpPr>
          <p:spPr>
            <a:xfrm flipH="false" flipV="false" rot="0">
              <a:off x="2995" y="127"/>
              <a:ext cx="116533" cy="103505"/>
            </a:xfrm>
            <a:custGeom>
              <a:avLst/>
              <a:gdLst/>
              <a:ahLst/>
              <a:cxnLst/>
              <a:rect r="r" b="b" t="t" l="l"/>
              <a:pathLst>
                <a:path h="103505" w="116533">
                  <a:moveTo>
                    <a:pt x="19230" y="0"/>
                  </a:moveTo>
                  <a:cubicBezTo>
                    <a:pt x="13388" y="0"/>
                    <a:pt x="7419" y="3048"/>
                    <a:pt x="4371" y="6096"/>
                  </a:cubicBezTo>
                  <a:cubicBezTo>
                    <a:pt x="-2868" y="13335"/>
                    <a:pt x="-455" y="25527"/>
                    <a:pt x="6784" y="30353"/>
                  </a:cubicBezTo>
                  <a:lnTo>
                    <a:pt x="87175" y="101092"/>
                  </a:lnTo>
                  <a:cubicBezTo>
                    <a:pt x="92128" y="103505"/>
                    <a:pt x="96827" y="103505"/>
                    <a:pt x="101780" y="103505"/>
                  </a:cubicBezTo>
                  <a:cubicBezTo>
                    <a:pt x="106733" y="103505"/>
                    <a:pt x="113972" y="101092"/>
                    <a:pt x="113972" y="96266"/>
                  </a:cubicBezTo>
                  <a:cubicBezTo>
                    <a:pt x="118925" y="91313"/>
                    <a:pt x="116385" y="79248"/>
                    <a:pt x="109019" y="74422"/>
                  </a:cubicBezTo>
                  <a:lnTo>
                    <a:pt x="28755" y="3683"/>
                  </a:lnTo>
                  <a:cubicBezTo>
                    <a:pt x="26088" y="1016"/>
                    <a:pt x="22659" y="0"/>
                    <a:pt x="19230" y="0"/>
                  </a:cubicBezTo>
                  <a:close/>
                </a:path>
              </a:pathLst>
            </a:custGeom>
            <a:solidFill>
              <a:srgbClr val="F5FDFF"/>
            </a:solidFill>
          </p:spPr>
        </p:sp>
      </p:grpSp>
      <p:grpSp>
        <p:nvGrpSpPr>
          <p:cNvPr name="Group 71" id="71"/>
          <p:cNvGrpSpPr/>
          <p:nvPr/>
        </p:nvGrpSpPr>
        <p:grpSpPr>
          <a:xfrm rot="0">
            <a:off x="10127523" y="2150640"/>
            <a:ext cx="298085" cy="272882"/>
            <a:chOff x="0" y="0"/>
            <a:chExt cx="397446" cy="363842"/>
          </a:xfrm>
        </p:grpSpPr>
        <p:sp>
          <p:nvSpPr>
            <p:cNvPr name="Freeform 72" id="72"/>
            <p:cNvSpPr/>
            <p:nvPr/>
          </p:nvSpPr>
          <p:spPr>
            <a:xfrm flipH="false" flipV="false" rot="0">
              <a:off x="16051" y="0"/>
              <a:ext cx="363865" cy="363855"/>
            </a:xfrm>
            <a:custGeom>
              <a:avLst/>
              <a:gdLst/>
              <a:ahLst/>
              <a:cxnLst/>
              <a:rect r="r" b="b" t="t" l="l"/>
              <a:pathLst>
                <a:path h="363855" w="363865">
                  <a:moveTo>
                    <a:pt x="183466" y="0"/>
                  </a:moveTo>
                  <a:cubicBezTo>
                    <a:pt x="170258" y="0"/>
                    <a:pt x="156923" y="1524"/>
                    <a:pt x="143334" y="4445"/>
                  </a:cubicBezTo>
                  <a:cubicBezTo>
                    <a:pt x="45290" y="24130"/>
                    <a:pt x="-15924" y="122174"/>
                    <a:pt x="3634" y="220345"/>
                  </a:cubicBezTo>
                  <a:cubicBezTo>
                    <a:pt x="22938" y="306070"/>
                    <a:pt x="100281" y="363855"/>
                    <a:pt x="185117" y="363855"/>
                  </a:cubicBezTo>
                  <a:cubicBezTo>
                    <a:pt x="197309" y="363855"/>
                    <a:pt x="209628" y="362712"/>
                    <a:pt x="221947" y="360172"/>
                  </a:cubicBezTo>
                  <a:cubicBezTo>
                    <a:pt x="320118" y="338074"/>
                    <a:pt x="381459" y="240030"/>
                    <a:pt x="359361" y="141859"/>
                  </a:cubicBezTo>
                  <a:cubicBezTo>
                    <a:pt x="338152" y="57277"/>
                    <a:pt x="265889" y="0"/>
                    <a:pt x="183466" y="0"/>
                  </a:cubicBezTo>
                  <a:close/>
                </a:path>
              </a:pathLst>
            </a:custGeom>
            <a:solidFill>
              <a:srgbClr val="35CFDB"/>
            </a:solidFill>
          </p:spPr>
        </p:sp>
      </p:grpSp>
      <p:grpSp>
        <p:nvGrpSpPr>
          <p:cNvPr name="Group 73" id="73"/>
          <p:cNvGrpSpPr/>
          <p:nvPr/>
        </p:nvGrpSpPr>
        <p:grpSpPr>
          <a:xfrm rot="0">
            <a:off x="10284476" y="383762"/>
            <a:ext cx="742312" cy="690467"/>
            <a:chOff x="0" y="0"/>
            <a:chExt cx="989749" cy="920623"/>
          </a:xfrm>
        </p:grpSpPr>
        <p:sp>
          <p:nvSpPr>
            <p:cNvPr name="Freeform 74" id="74"/>
            <p:cNvSpPr/>
            <p:nvPr/>
          </p:nvSpPr>
          <p:spPr>
            <a:xfrm flipH="false" flipV="false" rot="0">
              <a:off x="35525" y="0"/>
              <a:ext cx="920493" cy="920496"/>
            </a:xfrm>
            <a:custGeom>
              <a:avLst/>
              <a:gdLst/>
              <a:ahLst/>
              <a:cxnLst/>
              <a:rect r="r" b="b" t="t" l="l"/>
              <a:pathLst>
                <a:path h="920496" w="920493">
                  <a:moveTo>
                    <a:pt x="462061" y="0"/>
                  </a:moveTo>
                  <a:cubicBezTo>
                    <a:pt x="437296" y="0"/>
                    <a:pt x="412150" y="2032"/>
                    <a:pt x="386877" y="6223"/>
                  </a:cubicBezTo>
                  <a:cubicBezTo>
                    <a:pt x="136433" y="45593"/>
                    <a:pt x="-35525" y="283591"/>
                    <a:pt x="6258" y="533908"/>
                  </a:cubicBezTo>
                  <a:cubicBezTo>
                    <a:pt x="41564" y="758952"/>
                    <a:pt x="235747" y="920496"/>
                    <a:pt x="458378" y="920496"/>
                  </a:cubicBezTo>
                  <a:cubicBezTo>
                    <a:pt x="483397" y="920496"/>
                    <a:pt x="508797" y="918464"/>
                    <a:pt x="534324" y="914273"/>
                  </a:cubicBezTo>
                  <a:cubicBezTo>
                    <a:pt x="784641" y="875030"/>
                    <a:pt x="954186" y="637032"/>
                    <a:pt x="914816" y="386588"/>
                  </a:cubicBezTo>
                  <a:cubicBezTo>
                    <a:pt x="877351" y="161544"/>
                    <a:pt x="682914" y="0"/>
                    <a:pt x="462061" y="0"/>
                  </a:cubicBezTo>
                  <a:close/>
                </a:path>
              </a:pathLst>
            </a:custGeom>
            <a:solidFill>
              <a:srgbClr val="A6ABFF"/>
            </a:solidFill>
          </p:spPr>
        </p:sp>
      </p:grpSp>
      <p:grpSp>
        <p:nvGrpSpPr>
          <p:cNvPr name="Group 75" id="75"/>
          <p:cNvGrpSpPr/>
          <p:nvPr/>
        </p:nvGrpSpPr>
        <p:grpSpPr>
          <a:xfrm rot="0">
            <a:off x="10374478" y="447123"/>
            <a:ext cx="563023" cy="563023"/>
            <a:chOff x="0" y="0"/>
            <a:chExt cx="750697" cy="750697"/>
          </a:xfrm>
        </p:grpSpPr>
        <p:sp>
          <p:nvSpPr>
            <p:cNvPr name="Freeform 76" id="76"/>
            <p:cNvSpPr/>
            <p:nvPr/>
          </p:nvSpPr>
          <p:spPr>
            <a:xfrm flipH="false" flipV="false" rot="0">
              <a:off x="127" y="0"/>
              <a:ext cx="750570" cy="750697"/>
            </a:xfrm>
            <a:custGeom>
              <a:avLst/>
              <a:gdLst/>
              <a:ahLst/>
              <a:cxnLst/>
              <a:rect r="r" b="b" t="t" l="l"/>
              <a:pathLst>
                <a:path h="750697" w="750570">
                  <a:moveTo>
                    <a:pt x="375158" y="0"/>
                  </a:moveTo>
                  <a:cubicBezTo>
                    <a:pt x="169164" y="0"/>
                    <a:pt x="0" y="169291"/>
                    <a:pt x="0" y="375285"/>
                  </a:cubicBezTo>
                  <a:cubicBezTo>
                    <a:pt x="0" y="581279"/>
                    <a:pt x="169164" y="750697"/>
                    <a:pt x="375158" y="750697"/>
                  </a:cubicBezTo>
                  <a:cubicBezTo>
                    <a:pt x="581152" y="750697"/>
                    <a:pt x="750570" y="581406"/>
                    <a:pt x="750570" y="375285"/>
                  </a:cubicBezTo>
                  <a:cubicBezTo>
                    <a:pt x="750570" y="166878"/>
                    <a:pt x="581279" y="2540"/>
                    <a:pt x="375158" y="0"/>
                  </a:cubicBezTo>
                  <a:close/>
                </a:path>
              </a:pathLst>
            </a:custGeom>
            <a:solidFill>
              <a:srgbClr val="7789F2"/>
            </a:solidFill>
          </p:spPr>
        </p:sp>
      </p:grpSp>
      <p:grpSp>
        <p:nvGrpSpPr>
          <p:cNvPr name="Group 77" id="77"/>
          <p:cNvGrpSpPr/>
          <p:nvPr/>
        </p:nvGrpSpPr>
        <p:grpSpPr>
          <a:xfrm rot="0">
            <a:off x="16054559" y="1136161"/>
            <a:ext cx="137512" cy="137512"/>
            <a:chOff x="0" y="0"/>
            <a:chExt cx="183350" cy="183350"/>
          </a:xfrm>
        </p:grpSpPr>
        <p:sp>
          <p:nvSpPr>
            <p:cNvPr name="Freeform 78" id="78"/>
            <p:cNvSpPr/>
            <p:nvPr/>
          </p:nvSpPr>
          <p:spPr>
            <a:xfrm flipH="false" flipV="false" rot="0">
              <a:off x="0" y="0"/>
              <a:ext cx="183261" cy="183261"/>
            </a:xfrm>
            <a:custGeom>
              <a:avLst/>
              <a:gdLst/>
              <a:ahLst/>
              <a:cxnLst/>
              <a:rect r="r" b="b" t="t" l="l"/>
              <a:pathLst>
                <a:path h="183261" w="183261">
                  <a:moveTo>
                    <a:pt x="90424" y="127"/>
                  </a:moveTo>
                  <a:cubicBezTo>
                    <a:pt x="39116" y="127"/>
                    <a:pt x="0" y="39243"/>
                    <a:pt x="0" y="92837"/>
                  </a:cubicBezTo>
                  <a:cubicBezTo>
                    <a:pt x="0" y="144145"/>
                    <a:pt x="39116" y="183261"/>
                    <a:pt x="90424" y="183261"/>
                  </a:cubicBezTo>
                  <a:cubicBezTo>
                    <a:pt x="144145" y="183261"/>
                    <a:pt x="183261" y="144145"/>
                    <a:pt x="183261" y="92837"/>
                  </a:cubicBezTo>
                  <a:cubicBezTo>
                    <a:pt x="183261" y="43942"/>
                    <a:pt x="139319" y="0"/>
                    <a:pt x="90424" y="0"/>
                  </a:cubicBezTo>
                  <a:close/>
                </a:path>
              </a:pathLst>
            </a:custGeom>
            <a:solidFill>
              <a:srgbClr val="B6F2FC"/>
            </a:solidFill>
          </p:spPr>
        </p:sp>
      </p:grpSp>
      <p:grpSp>
        <p:nvGrpSpPr>
          <p:cNvPr name="Group 79" id="79"/>
          <p:cNvGrpSpPr/>
          <p:nvPr/>
        </p:nvGrpSpPr>
        <p:grpSpPr>
          <a:xfrm rot="0">
            <a:off x="16038004" y="1119597"/>
            <a:ext cx="170631" cy="170631"/>
            <a:chOff x="0" y="0"/>
            <a:chExt cx="227508" cy="227508"/>
          </a:xfrm>
        </p:grpSpPr>
        <p:sp>
          <p:nvSpPr>
            <p:cNvPr name="Freeform 80" id="80"/>
            <p:cNvSpPr/>
            <p:nvPr/>
          </p:nvSpPr>
          <p:spPr>
            <a:xfrm flipH="false" flipV="false" rot="0">
              <a:off x="0" y="0"/>
              <a:ext cx="227457" cy="227457"/>
            </a:xfrm>
            <a:custGeom>
              <a:avLst/>
              <a:gdLst/>
              <a:ahLst/>
              <a:cxnLst/>
              <a:rect r="r" b="b" t="t" l="l"/>
              <a:pathLst>
                <a:path h="227457" w="227457">
                  <a:moveTo>
                    <a:pt x="112522" y="44069"/>
                  </a:moveTo>
                  <a:cubicBezTo>
                    <a:pt x="149225" y="44069"/>
                    <a:pt x="183515" y="73406"/>
                    <a:pt x="183515" y="114935"/>
                  </a:cubicBezTo>
                  <a:cubicBezTo>
                    <a:pt x="183515" y="154051"/>
                    <a:pt x="154178" y="183388"/>
                    <a:pt x="112522" y="183388"/>
                  </a:cubicBezTo>
                  <a:cubicBezTo>
                    <a:pt x="73406" y="183388"/>
                    <a:pt x="44069" y="154051"/>
                    <a:pt x="44069" y="114935"/>
                  </a:cubicBezTo>
                  <a:cubicBezTo>
                    <a:pt x="44069" y="73406"/>
                    <a:pt x="73533" y="44069"/>
                    <a:pt x="112522" y="44069"/>
                  </a:cubicBezTo>
                  <a:close/>
                  <a:moveTo>
                    <a:pt x="112522" y="127"/>
                  </a:moveTo>
                  <a:cubicBezTo>
                    <a:pt x="51435" y="127"/>
                    <a:pt x="0" y="53848"/>
                    <a:pt x="0" y="114935"/>
                  </a:cubicBezTo>
                  <a:cubicBezTo>
                    <a:pt x="0" y="176022"/>
                    <a:pt x="51435" y="227457"/>
                    <a:pt x="112522" y="227457"/>
                  </a:cubicBezTo>
                  <a:cubicBezTo>
                    <a:pt x="173609" y="227457"/>
                    <a:pt x="222631" y="178562"/>
                    <a:pt x="227457" y="114935"/>
                  </a:cubicBezTo>
                  <a:cubicBezTo>
                    <a:pt x="227457" y="53848"/>
                    <a:pt x="173609" y="0"/>
                    <a:pt x="112522" y="0"/>
                  </a:cubicBezTo>
                  <a:close/>
                </a:path>
              </a:pathLst>
            </a:custGeom>
            <a:solidFill>
              <a:srgbClr val="92F7FF"/>
            </a:solidFill>
          </p:spPr>
        </p:sp>
      </p:grpSp>
      <p:grpSp>
        <p:nvGrpSpPr>
          <p:cNvPr name="Group 81" id="81"/>
          <p:cNvGrpSpPr/>
          <p:nvPr/>
        </p:nvGrpSpPr>
        <p:grpSpPr>
          <a:xfrm rot="0">
            <a:off x="15720479" y="1477442"/>
            <a:ext cx="169202" cy="170640"/>
            <a:chOff x="0" y="0"/>
            <a:chExt cx="225603" cy="227520"/>
          </a:xfrm>
        </p:grpSpPr>
        <p:sp>
          <p:nvSpPr>
            <p:cNvPr name="Freeform 82" id="82"/>
            <p:cNvSpPr/>
            <p:nvPr/>
          </p:nvSpPr>
          <p:spPr>
            <a:xfrm flipH="false" flipV="false" rot="0">
              <a:off x="127" y="127"/>
              <a:ext cx="225552" cy="227330"/>
            </a:xfrm>
            <a:custGeom>
              <a:avLst/>
              <a:gdLst/>
              <a:ahLst/>
              <a:cxnLst/>
              <a:rect r="r" b="b" t="t" l="l"/>
              <a:pathLst>
                <a:path h="227330" w="225552">
                  <a:moveTo>
                    <a:pt x="112649" y="43942"/>
                  </a:moveTo>
                  <a:cubicBezTo>
                    <a:pt x="151892" y="43942"/>
                    <a:pt x="186182" y="75692"/>
                    <a:pt x="183769" y="112395"/>
                  </a:cubicBezTo>
                  <a:cubicBezTo>
                    <a:pt x="183769" y="151511"/>
                    <a:pt x="151892" y="183388"/>
                    <a:pt x="112649" y="183388"/>
                  </a:cubicBezTo>
                  <a:cubicBezTo>
                    <a:pt x="73406" y="183388"/>
                    <a:pt x="41529" y="151638"/>
                    <a:pt x="41529" y="112395"/>
                  </a:cubicBezTo>
                  <a:cubicBezTo>
                    <a:pt x="41529" y="73152"/>
                    <a:pt x="73406" y="43942"/>
                    <a:pt x="112649" y="43942"/>
                  </a:cubicBezTo>
                  <a:close/>
                  <a:moveTo>
                    <a:pt x="112649" y="0"/>
                  </a:moveTo>
                  <a:cubicBezTo>
                    <a:pt x="51435" y="0"/>
                    <a:pt x="0" y="51308"/>
                    <a:pt x="0" y="112395"/>
                  </a:cubicBezTo>
                  <a:cubicBezTo>
                    <a:pt x="0" y="173482"/>
                    <a:pt x="51435" y="227330"/>
                    <a:pt x="112776" y="227330"/>
                  </a:cubicBezTo>
                  <a:cubicBezTo>
                    <a:pt x="176530" y="227330"/>
                    <a:pt x="225552" y="173482"/>
                    <a:pt x="225552" y="112395"/>
                  </a:cubicBezTo>
                  <a:cubicBezTo>
                    <a:pt x="225552" y="51308"/>
                    <a:pt x="173990" y="0"/>
                    <a:pt x="112649" y="0"/>
                  </a:cubicBezTo>
                  <a:close/>
                </a:path>
              </a:pathLst>
            </a:custGeom>
            <a:solidFill>
              <a:srgbClr val="92F7FF"/>
            </a:solidFill>
          </p:spPr>
        </p:sp>
      </p:grpSp>
      <p:grpSp>
        <p:nvGrpSpPr>
          <p:cNvPr name="Group 83" id="83"/>
          <p:cNvGrpSpPr/>
          <p:nvPr/>
        </p:nvGrpSpPr>
        <p:grpSpPr>
          <a:xfrm rot="0">
            <a:off x="15676559" y="992162"/>
            <a:ext cx="30956" cy="426977"/>
            <a:chOff x="0" y="0"/>
            <a:chExt cx="41275" cy="569303"/>
          </a:xfrm>
        </p:grpSpPr>
        <p:sp>
          <p:nvSpPr>
            <p:cNvPr name="Freeform 84" id="84"/>
            <p:cNvSpPr/>
            <p:nvPr/>
          </p:nvSpPr>
          <p:spPr>
            <a:xfrm flipH="false" flipV="false" rot="0">
              <a:off x="0" y="127"/>
              <a:ext cx="41275" cy="569214"/>
            </a:xfrm>
            <a:custGeom>
              <a:avLst/>
              <a:gdLst/>
              <a:ahLst/>
              <a:cxnLst/>
              <a:rect r="r" b="b" t="t" l="l"/>
              <a:pathLst>
                <a:path h="569214" w="41275">
                  <a:moveTo>
                    <a:pt x="21844" y="0"/>
                  </a:moveTo>
                  <a:cubicBezTo>
                    <a:pt x="9652" y="0"/>
                    <a:pt x="0" y="9779"/>
                    <a:pt x="0" y="21971"/>
                  </a:cubicBezTo>
                  <a:lnTo>
                    <a:pt x="0" y="547116"/>
                  </a:lnTo>
                  <a:cubicBezTo>
                    <a:pt x="0" y="559308"/>
                    <a:pt x="9652" y="569214"/>
                    <a:pt x="21844" y="569214"/>
                  </a:cubicBezTo>
                  <a:cubicBezTo>
                    <a:pt x="29083" y="569214"/>
                    <a:pt x="38862" y="559308"/>
                    <a:pt x="41275" y="547116"/>
                  </a:cubicBezTo>
                  <a:lnTo>
                    <a:pt x="41275" y="21971"/>
                  </a:lnTo>
                  <a:cubicBezTo>
                    <a:pt x="41148" y="9779"/>
                    <a:pt x="33909" y="0"/>
                    <a:pt x="21844" y="0"/>
                  </a:cubicBezTo>
                  <a:close/>
                </a:path>
              </a:pathLst>
            </a:custGeom>
            <a:solidFill>
              <a:srgbClr val="B6F2FC"/>
            </a:solidFill>
          </p:spPr>
        </p:sp>
      </p:grpSp>
      <p:grpSp>
        <p:nvGrpSpPr>
          <p:cNvPr name="Group 85" id="85"/>
          <p:cNvGrpSpPr/>
          <p:nvPr/>
        </p:nvGrpSpPr>
        <p:grpSpPr>
          <a:xfrm rot="0">
            <a:off x="15477115" y="1189444"/>
            <a:ext cx="426977" cy="30956"/>
            <a:chOff x="0" y="0"/>
            <a:chExt cx="569303" cy="41275"/>
          </a:xfrm>
        </p:grpSpPr>
        <p:sp>
          <p:nvSpPr>
            <p:cNvPr name="Freeform 86" id="86"/>
            <p:cNvSpPr/>
            <p:nvPr/>
          </p:nvSpPr>
          <p:spPr>
            <a:xfrm flipH="false" flipV="false" rot="0">
              <a:off x="0" y="0"/>
              <a:ext cx="569214" cy="41148"/>
            </a:xfrm>
            <a:custGeom>
              <a:avLst/>
              <a:gdLst/>
              <a:ahLst/>
              <a:cxnLst/>
              <a:rect r="r" b="b" t="t" l="l"/>
              <a:pathLst>
                <a:path h="41148" w="569214">
                  <a:moveTo>
                    <a:pt x="22098" y="0"/>
                  </a:moveTo>
                  <a:cubicBezTo>
                    <a:pt x="9906" y="0"/>
                    <a:pt x="0" y="9779"/>
                    <a:pt x="0" y="21844"/>
                  </a:cubicBezTo>
                  <a:cubicBezTo>
                    <a:pt x="0" y="33909"/>
                    <a:pt x="9906" y="41148"/>
                    <a:pt x="22098" y="41148"/>
                  </a:cubicBezTo>
                  <a:lnTo>
                    <a:pt x="547116" y="41148"/>
                  </a:lnTo>
                  <a:cubicBezTo>
                    <a:pt x="559435" y="41148"/>
                    <a:pt x="569214" y="33909"/>
                    <a:pt x="569214" y="21717"/>
                  </a:cubicBezTo>
                  <a:cubicBezTo>
                    <a:pt x="569214" y="7239"/>
                    <a:pt x="559435" y="0"/>
                    <a:pt x="547116" y="0"/>
                  </a:cubicBezTo>
                  <a:close/>
                </a:path>
              </a:pathLst>
            </a:custGeom>
            <a:solidFill>
              <a:srgbClr val="92F7FF"/>
            </a:solidFill>
          </p:spPr>
        </p:sp>
      </p:grpSp>
      <p:sp>
        <p:nvSpPr>
          <p:cNvPr name="Freeform 87" id="87"/>
          <p:cNvSpPr/>
          <p:nvPr/>
        </p:nvSpPr>
        <p:spPr>
          <a:xfrm flipH="false" flipV="false" rot="0">
            <a:off x="16822798" y="1414796"/>
            <a:ext cx="1095804" cy="1095861"/>
          </a:xfrm>
          <a:custGeom>
            <a:avLst/>
            <a:gdLst/>
            <a:ahLst/>
            <a:cxnLst/>
            <a:rect r="r" b="b" t="t" l="l"/>
            <a:pathLst>
              <a:path h="1095861" w="1095804">
                <a:moveTo>
                  <a:pt x="0" y="0"/>
                </a:moveTo>
                <a:lnTo>
                  <a:pt x="1095803" y="0"/>
                </a:lnTo>
                <a:lnTo>
                  <a:pt x="1095803" y="1095861"/>
                </a:lnTo>
                <a:lnTo>
                  <a:pt x="0" y="109586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88" id="88"/>
          <p:cNvGrpSpPr/>
          <p:nvPr/>
        </p:nvGrpSpPr>
        <p:grpSpPr>
          <a:xfrm rot="0">
            <a:off x="13252323" y="3972963"/>
            <a:ext cx="169202" cy="170631"/>
            <a:chOff x="0" y="0"/>
            <a:chExt cx="225603" cy="227508"/>
          </a:xfrm>
        </p:grpSpPr>
        <p:sp>
          <p:nvSpPr>
            <p:cNvPr name="Freeform 89" id="89"/>
            <p:cNvSpPr/>
            <p:nvPr/>
          </p:nvSpPr>
          <p:spPr>
            <a:xfrm flipH="false" flipV="false" rot="0">
              <a:off x="0" y="0"/>
              <a:ext cx="225552" cy="227457"/>
            </a:xfrm>
            <a:custGeom>
              <a:avLst/>
              <a:gdLst/>
              <a:ahLst/>
              <a:cxnLst/>
              <a:rect r="r" b="b" t="t" l="l"/>
              <a:pathLst>
                <a:path h="227457" w="225552">
                  <a:moveTo>
                    <a:pt x="112776" y="44069"/>
                  </a:moveTo>
                  <a:cubicBezTo>
                    <a:pt x="151892" y="44069"/>
                    <a:pt x="183896" y="75819"/>
                    <a:pt x="183896" y="114935"/>
                  </a:cubicBezTo>
                  <a:cubicBezTo>
                    <a:pt x="183896" y="154051"/>
                    <a:pt x="152019" y="185801"/>
                    <a:pt x="112776" y="185801"/>
                  </a:cubicBezTo>
                  <a:cubicBezTo>
                    <a:pt x="73533" y="185801"/>
                    <a:pt x="41656" y="154051"/>
                    <a:pt x="41656" y="114935"/>
                  </a:cubicBezTo>
                  <a:cubicBezTo>
                    <a:pt x="41656" y="75819"/>
                    <a:pt x="73533" y="44069"/>
                    <a:pt x="112776" y="44069"/>
                  </a:cubicBezTo>
                  <a:close/>
                  <a:moveTo>
                    <a:pt x="112776" y="0"/>
                  </a:moveTo>
                  <a:cubicBezTo>
                    <a:pt x="51562" y="0"/>
                    <a:pt x="0" y="53848"/>
                    <a:pt x="0" y="114935"/>
                  </a:cubicBezTo>
                  <a:cubicBezTo>
                    <a:pt x="0" y="176022"/>
                    <a:pt x="51562" y="227457"/>
                    <a:pt x="112776" y="227457"/>
                  </a:cubicBezTo>
                  <a:cubicBezTo>
                    <a:pt x="173990" y="227457"/>
                    <a:pt x="225552" y="176149"/>
                    <a:pt x="225552" y="114935"/>
                  </a:cubicBezTo>
                  <a:cubicBezTo>
                    <a:pt x="225552" y="53721"/>
                    <a:pt x="174117" y="0"/>
                    <a:pt x="112776" y="0"/>
                  </a:cubicBezTo>
                  <a:close/>
                </a:path>
              </a:pathLst>
            </a:custGeom>
            <a:solidFill>
              <a:srgbClr val="EDDEFF"/>
            </a:solidFill>
          </p:spPr>
        </p:sp>
      </p:grpSp>
      <p:grpSp>
        <p:nvGrpSpPr>
          <p:cNvPr name="Group 90" id="90"/>
          <p:cNvGrpSpPr/>
          <p:nvPr/>
        </p:nvGrpSpPr>
        <p:grpSpPr>
          <a:xfrm rot="0">
            <a:off x="11106722" y="583921"/>
            <a:ext cx="897103" cy="898569"/>
            <a:chOff x="0" y="0"/>
            <a:chExt cx="1196137" cy="1198093"/>
          </a:xfrm>
        </p:grpSpPr>
        <p:sp>
          <p:nvSpPr>
            <p:cNvPr name="Freeform 91" id="91"/>
            <p:cNvSpPr/>
            <p:nvPr/>
          </p:nvSpPr>
          <p:spPr>
            <a:xfrm flipH="false" flipV="false" rot="0">
              <a:off x="0" y="127"/>
              <a:ext cx="1195959" cy="1197864"/>
            </a:xfrm>
            <a:custGeom>
              <a:avLst/>
              <a:gdLst/>
              <a:ahLst/>
              <a:cxnLst/>
              <a:rect r="r" b="b" t="t" l="l"/>
              <a:pathLst>
                <a:path h="1197864" w="1195959">
                  <a:moveTo>
                    <a:pt x="596773" y="0"/>
                  </a:moveTo>
                  <a:cubicBezTo>
                    <a:pt x="267716" y="0"/>
                    <a:pt x="0" y="267589"/>
                    <a:pt x="0" y="598932"/>
                  </a:cubicBezTo>
                  <a:cubicBezTo>
                    <a:pt x="0" y="930275"/>
                    <a:pt x="267716" y="1197864"/>
                    <a:pt x="596773" y="1197864"/>
                  </a:cubicBezTo>
                  <a:cubicBezTo>
                    <a:pt x="928370" y="1197864"/>
                    <a:pt x="1195959" y="930275"/>
                    <a:pt x="1195959" y="598932"/>
                  </a:cubicBezTo>
                  <a:cubicBezTo>
                    <a:pt x="1195959" y="267589"/>
                    <a:pt x="928370" y="0"/>
                    <a:pt x="596773" y="0"/>
                  </a:cubicBezTo>
                  <a:close/>
                </a:path>
              </a:pathLst>
            </a:custGeom>
            <a:solidFill>
              <a:srgbClr val="92F7FF"/>
            </a:solidFill>
          </p:spPr>
        </p:sp>
      </p:grpSp>
      <p:grpSp>
        <p:nvGrpSpPr>
          <p:cNvPr name="Group 92" id="92"/>
          <p:cNvGrpSpPr/>
          <p:nvPr/>
        </p:nvGrpSpPr>
        <p:grpSpPr>
          <a:xfrm rot="0">
            <a:off x="11190961" y="668160"/>
            <a:ext cx="727177" cy="729386"/>
            <a:chOff x="0" y="0"/>
            <a:chExt cx="969569" cy="972515"/>
          </a:xfrm>
        </p:grpSpPr>
        <p:sp>
          <p:nvSpPr>
            <p:cNvPr name="Freeform 93" id="93"/>
            <p:cNvSpPr/>
            <p:nvPr/>
          </p:nvSpPr>
          <p:spPr>
            <a:xfrm flipH="false" flipV="false" rot="0">
              <a:off x="127" y="0"/>
              <a:ext cx="969518" cy="972566"/>
            </a:xfrm>
            <a:custGeom>
              <a:avLst/>
              <a:gdLst/>
              <a:ahLst/>
              <a:cxnLst/>
              <a:rect r="r" b="b" t="t" l="l"/>
              <a:pathLst>
                <a:path h="972566" w="969518">
                  <a:moveTo>
                    <a:pt x="483489" y="0"/>
                  </a:moveTo>
                  <a:cubicBezTo>
                    <a:pt x="215900" y="0"/>
                    <a:pt x="0" y="218567"/>
                    <a:pt x="0" y="486283"/>
                  </a:cubicBezTo>
                  <a:cubicBezTo>
                    <a:pt x="0" y="753999"/>
                    <a:pt x="215900" y="972566"/>
                    <a:pt x="483489" y="972566"/>
                  </a:cubicBezTo>
                  <a:cubicBezTo>
                    <a:pt x="753491" y="972566"/>
                    <a:pt x="969518" y="753999"/>
                    <a:pt x="969518" y="486283"/>
                  </a:cubicBezTo>
                  <a:cubicBezTo>
                    <a:pt x="969518" y="218567"/>
                    <a:pt x="753364" y="0"/>
                    <a:pt x="483489" y="0"/>
                  </a:cubicBezTo>
                  <a:close/>
                </a:path>
              </a:pathLst>
            </a:custGeom>
            <a:solidFill>
              <a:srgbClr val="35CFDB"/>
            </a:solidFill>
          </p:spPr>
        </p:sp>
      </p:grpSp>
      <p:grpSp>
        <p:nvGrpSpPr>
          <p:cNvPr name="Group 94" id="94"/>
          <p:cNvGrpSpPr/>
          <p:nvPr/>
        </p:nvGrpSpPr>
        <p:grpSpPr>
          <a:xfrm rot="0">
            <a:off x="16168316" y="9378725"/>
            <a:ext cx="760352" cy="216732"/>
            <a:chOff x="0" y="0"/>
            <a:chExt cx="1013803" cy="288976"/>
          </a:xfrm>
        </p:grpSpPr>
        <p:sp>
          <p:nvSpPr>
            <p:cNvPr name="Freeform 95" id="95"/>
            <p:cNvSpPr/>
            <p:nvPr/>
          </p:nvSpPr>
          <p:spPr>
            <a:xfrm flipH="false" flipV="false" rot="0">
              <a:off x="0" y="127"/>
              <a:ext cx="1013841" cy="288798"/>
            </a:xfrm>
            <a:custGeom>
              <a:avLst/>
              <a:gdLst/>
              <a:ahLst/>
              <a:cxnLst/>
              <a:rect r="r" b="b" t="t" l="l"/>
              <a:pathLst>
                <a:path h="288798" w="1013841">
                  <a:moveTo>
                    <a:pt x="505714" y="0"/>
                  </a:moveTo>
                  <a:cubicBezTo>
                    <a:pt x="225806" y="0"/>
                    <a:pt x="0" y="63627"/>
                    <a:pt x="0" y="144399"/>
                  </a:cubicBezTo>
                  <a:cubicBezTo>
                    <a:pt x="0" y="222758"/>
                    <a:pt x="225806" y="288798"/>
                    <a:pt x="505714" y="288798"/>
                  </a:cubicBezTo>
                  <a:cubicBezTo>
                    <a:pt x="785622" y="288798"/>
                    <a:pt x="1013841" y="222631"/>
                    <a:pt x="1013841" y="144399"/>
                  </a:cubicBezTo>
                  <a:cubicBezTo>
                    <a:pt x="1013841" y="63627"/>
                    <a:pt x="785495" y="0"/>
                    <a:pt x="505714" y="0"/>
                  </a:cubicBezTo>
                  <a:close/>
                </a:path>
              </a:pathLst>
            </a:custGeom>
            <a:solidFill>
              <a:srgbClr val="3737B7"/>
            </a:solidFill>
          </p:spPr>
        </p:sp>
      </p:grpSp>
      <p:grpSp>
        <p:nvGrpSpPr>
          <p:cNvPr name="Group 96" id="96"/>
          <p:cNvGrpSpPr/>
          <p:nvPr/>
        </p:nvGrpSpPr>
        <p:grpSpPr>
          <a:xfrm rot="0">
            <a:off x="12409922" y="9417596"/>
            <a:ext cx="1621479" cy="261376"/>
            <a:chOff x="0" y="0"/>
            <a:chExt cx="2161972" cy="348501"/>
          </a:xfrm>
        </p:grpSpPr>
        <p:sp>
          <p:nvSpPr>
            <p:cNvPr name="Freeform 97" id="97"/>
            <p:cNvSpPr/>
            <p:nvPr/>
          </p:nvSpPr>
          <p:spPr>
            <a:xfrm flipH="false" flipV="false" rot="0">
              <a:off x="127" y="0"/>
              <a:ext cx="2161794" cy="348361"/>
            </a:xfrm>
            <a:custGeom>
              <a:avLst/>
              <a:gdLst/>
              <a:ahLst/>
              <a:cxnLst/>
              <a:rect r="r" b="b" t="t" l="l"/>
              <a:pathLst>
                <a:path h="348361" w="2161794">
                  <a:moveTo>
                    <a:pt x="0" y="0"/>
                  </a:moveTo>
                  <a:lnTo>
                    <a:pt x="0" y="348361"/>
                  </a:lnTo>
                  <a:lnTo>
                    <a:pt x="1989836" y="348361"/>
                  </a:lnTo>
                  <a:cubicBezTo>
                    <a:pt x="2085594" y="348361"/>
                    <a:pt x="2161794" y="269875"/>
                    <a:pt x="2161794" y="171704"/>
                  </a:cubicBezTo>
                  <a:cubicBezTo>
                    <a:pt x="2161794" y="78486"/>
                    <a:pt x="2085594" y="0"/>
                    <a:pt x="1989836" y="0"/>
                  </a:cubicBezTo>
                  <a:close/>
                </a:path>
              </a:pathLst>
            </a:custGeom>
            <a:solidFill>
              <a:srgbClr val="09066A"/>
            </a:solidFill>
          </p:spPr>
        </p:sp>
      </p:grpSp>
      <p:grpSp>
        <p:nvGrpSpPr>
          <p:cNvPr name="Group 98" id="98"/>
          <p:cNvGrpSpPr/>
          <p:nvPr/>
        </p:nvGrpSpPr>
        <p:grpSpPr>
          <a:xfrm rot="0">
            <a:off x="10865520" y="8033042"/>
            <a:ext cx="2311937" cy="1645244"/>
            <a:chOff x="0" y="0"/>
            <a:chExt cx="3082582" cy="2193658"/>
          </a:xfrm>
        </p:grpSpPr>
        <p:sp>
          <p:nvSpPr>
            <p:cNvPr name="Freeform 99" id="99"/>
            <p:cNvSpPr/>
            <p:nvPr/>
          </p:nvSpPr>
          <p:spPr>
            <a:xfrm flipH="false" flipV="false" rot="0">
              <a:off x="26684" y="0"/>
              <a:ext cx="3025811" cy="2193671"/>
            </a:xfrm>
            <a:custGeom>
              <a:avLst/>
              <a:gdLst/>
              <a:ahLst/>
              <a:cxnLst/>
              <a:rect r="r" b="b" t="t" l="l"/>
              <a:pathLst>
                <a:path h="2193671" w="3025811">
                  <a:moveTo>
                    <a:pt x="245985" y="0"/>
                  </a:moveTo>
                  <a:cubicBezTo>
                    <a:pt x="88759" y="0"/>
                    <a:pt x="-26557" y="147447"/>
                    <a:pt x="5320" y="302133"/>
                  </a:cubicBezTo>
                  <a:lnTo>
                    <a:pt x="390892" y="2002028"/>
                  </a:lnTo>
                  <a:cubicBezTo>
                    <a:pt x="415530" y="2112518"/>
                    <a:pt x="516241" y="2193671"/>
                    <a:pt x="629144" y="2193671"/>
                  </a:cubicBezTo>
                  <a:lnTo>
                    <a:pt x="2778365" y="2193671"/>
                  </a:lnTo>
                  <a:cubicBezTo>
                    <a:pt x="2938004" y="2193671"/>
                    <a:pt x="3055860" y="2048764"/>
                    <a:pt x="3019030" y="1891538"/>
                  </a:cubicBezTo>
                  <a:lnTo>
                    <a:pt x="2633331" y="191643"/>
                  </a:lnTo>
                  <a:cubicBezTo>
                    <a:pt x="2608820" y="81026"/>
                    <a:pt x="2508109" y="0"/>
                    <a:pt x="2395206" y="0"/>
                  </a:cubicBezTo>
                  <a:close/>
                </a:path>
              </a:pathLst>
            </a:custGeom>
            <a:solidFill>
              <a:srgbClr val="3F3FD8"/>
            </a:solidFill>
          </p:spPr>
        </p:sp>
      </p:grpSp>
      <p:grpSp>
        <p:nvGrpSpPr>
          <p:cNvPr name="Group 100" id="100"/>
          <p:cNvGrpSpPr/>
          <p:nvPr/>
        </p:nvGrpSpPr>
        <p:grpSpPr>
          <a:xfrm rot="0">
            <a:off x="12684957" y="8035204"/>
            <a:ext cx="677513" cy="1645244"/>
            <a:chOff x="0" y="0"/>
            <a:chExt cx="903351" cy="2193658"/>
          </a:xfrm>
        </p:grpSpPr>
        <p:sp>
          <p:nvSpPr>
            <p:cNvPr name="Freeform 101" id="101"/>
            <p:cNvSpPr/>
            <p:nvPr/>
          </p:nvSpPr>
          <p:spPr>
            <a:xfrm flipH="false" flipV="false" rot="0">
              <a:off x="0" y="127"/>
              <a:ext cx="874938" cy="2193544"/>
            </a:xfrm>
            <a:custGeom>
              <a:avLst/>
              <a:gdLst/>
              <a:ahLst/>
              <a:cxnLst/>
              <a:rect r="r" b="b" t="t" l="l"/>
              <a:pathLst>
                <a:path h="2193544" w="874938">
                  <a:moveTo>
                    <a:pt x="0" y="0"/>
                  </a:moveTo>
                  <a:cubicBezTo>
                    <a:pt x="112903" y="0"/>
                    <a:pt x="216027" y="81026"/>
                    <a:pt x="240538" y="191516"/>
                  </a:cubicBezTo>
                  <a:lnTo>
                    <a:pt x="623443" y="1891411"/>
                  </a:lnTo>
                  <a:cubicBezTo>
                    <a:pt x="657860" y="2046097"/>
                    <a:pt x="540004" y="2193544"/>
                    <a:pt x="382905" y="2193544"/>
                  </a:cubicBezTo>
                  <a:lnTo>
                    <a:pt x="628396" y="2193544"/>
                  </a:lnTo>
                  <a:cubicBezTo>
                    <a:pt x="785368" y="2191131"/>
                    <a:pt x="903351" y="2046224"/>
                    <a:pt x="868934" y="1891411"/>
                  </a:cubicBezTo>
                  <a:lnTo>
                    <a:pt x="486029" y="191516"/>
                  </a:lnTo>
                  <a:cubicBezTo>
                    <a:pt x="461518" y="78486"/>
                    <a:pt x="358394" y="0"/>
                    <a:pt x="245491" y="0"/>
                  </a:cubicBezTo>
                  <a:close/>
                </a:path>
              </a:pathLst>
            </a:custGeom>
            <a:solidFill>
              <a:srgbClr val="09066A"/>
            </a:solidFill>
          </p:spPr>
        </p:sp>
      </p:grpSp>
      <p:grpSp>
        <p:nvGrpSpPr>
          <p:cNvPr name="Group 102" id="102"/>
          <p:cNvGrpSpPr/>
          <p:nvPr/>
        </p:nvGrpSpPr>
        <p:grpSpPr>
          <a:xfrm rot="0">
            <a:off x="10858319" y="8035204"/>
            <a:ext cx="2265883" cy="1645244"/>
            <a:chOff x="0" y="0"/>
            <a:chExt cx="3021178" cy="2193658"/>
          </a:xfrm>
        </p:grpSpPr>
        <p:sp>
          <p:nvSpPr>
            <p:cNvPr name="Freeform 103" id="103"/>
            <p:cNvSpPr/>
            <p:nvPr/>
          </p:nvSpPr>
          <p:spPr>
            <a:xfrm flipH="false" flipV="false" rot="0">
              <a:off x="36463" y="127"/>
              <a:ext cx="2984740" cy="2193417"/>
            </a:xfrm>
            <a:custGeom>
              <a:avLst/>
              <a:gdLst/>
              <a:ahLst/>
              <a:cxnLst/>
              <a:rect r="r" b="b" t="t" l="l"/>
              <a:pathLst>
                <a:path h="2193417" w="2984740">
                  <a:moveTo>
                    <a:pt x="245985" y="0"/>
                  </a:moveTo>
                  <a:cubicBezTo>
                    <a:pt x="88759" y="0"/>
                    <a:pt x="-26557" y="147320"/>
                    <a:pt x="5320" y="302006"/>
                  </a:cubicBezTo>
                  <a:lnTo>
                    <a:pt x="390892" y="2001901"/>
                  </a:lnTo>
                  <a:cubicBezTo>
                    <a:pt x="415530" y="2117344"/>
                    <a:pt x="516241" y="2193417"/>
                    <a:pt x="629144" y="2193417"/>
                  </a:cubicBezTo>
                  <a:lnTo>
                    <a:pt x="2778365" y="2193417"/>
                  </a:lnTo>
                  <a:cubicBezTo>
                    <a:pt x="2864344" y="2191004"/>
                    <a:pt x="2938004" y="2146808"/>
                    <a:pt x="2984740" y="2082927"/>
                  </a:cubicBezTo>
                  <a:cubicBezTo>
                    <a:pt x="-36463" y="2082927"/>
                    <a:pt x="710297" y="157099"/>
                    <a:pt x="828153" y="0"/>
                  </a:cubicBezTo>
                  <a:close/>
                </a:path>
              </a:pathLst>
            </a:custGeom>
            <a:solidFill>
              <a:srgbClr val="FFFFFF">
                <a:alpha val="9412"/>
              </a:srgbClr>
            </a:solidFill>
          </p:spPr>
        </p:sp>
      </p:grpSp>
      <p:sp>
        <p:nvSpPr>
          <p:cNvPr name="Freeform 104" id="104"/>
          <p:cNvSpPr/>
          <p:nvPr/>
        </p:nvSpPr>
        <p:spPr>
          <a:xfrm flipH="false" flipV="false" rot="0">
            <a:off x="11606403" y="8547116"/>
            <a:ext cx="635070" cy="607695"/>
          </a:xfrm>
          <a:custGeom>
            <a:avLst/>
            <a:gdLst/>
            <a:ahLst/>
            <a:cxnLst/>
            <a:rect r="r" b="b" t="t" l="l"/>
            <a:pathLst>
              <a:path h="607695" w="635070">
                <a:moveTo>
                  <a:pt x="0" y="0"/>
                </a:moveTo>
                <a:lnTo>
                  <a:pt x="635070" y="0"/>
                </a:lnTo>
                <a:lnTo>
                  <a:pt x="635070" y="607695"/>
                </a:lnTo>
                <a:lnTo>
                  <a:pt x="0" y="60769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5" id="105"/>
          <p:cNvSpPr/>
          <p:nvPr/>
        </p:nvSpPr>
        <p:spPr>
          <a:xfrm flipH="false" flipV="false" rot="0">
            <a:off x="11859120" y="8521922"/>
            <a:ext cx="408261" cy="373666"/>
          </a:xfrm>
          <a:custGeom>
            <a:avLst/>
            <a:gdLst/>
            <a:ahLst/>
            <a:cxnLst/>
            <a:rect r="r" b="b" t="t" l="l"/>
            <a:pathLst>
              <a:path h="373666" w="408261">
                <a:moveTo>
                  <a:pt x="0" y="0"/>
                </a:moveTo>
                <a:lnTo>
                  <a:pt x="408261" y="0"/>
                </a:lnTo>
                <a:lnTo>
                  <a:pt x="408261" y="373666"/>
                </a:lnTo>
                <a:lnTo>
                  <a:pt x="0" y="37366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238402" y="1238402"/>
            <a:ext cx="15810481" cy="1618564"/>
            <a:chOff x="0" y="0"/>
            <a:chExt cx="21080641" cy="2158086"/>
          </a:xfrm>
        </p:grpSpPr>
        <p:sp>
          <p:nvSpPr>
            <p:cNvPr name="Freeform 3" id="3"/>
            <p:cNvSpPr/>
            <p:nvPr/>
          </p:nvSpPr>
          <p:spPr>
            <a:xfrm flipH="false" flipV="false" rot="0">
              <a:off x="0" y="0"/>
              <a:ext cx="21080640" cy="2158080"/>
            </a:xfrm>
            <a:custGeom>
              <a:avLst/>
              <a:gdLst/>
              <a:ahLst/>
              <a:cxnLst/>
              <a:rect r="r" b="b" t="t" l="l"/>
              <a:pathLst>
                <a:path h="2158080" w="21080640">
                  <a:moveTo>
                    <a:pt x="0" y="0"/>
                  </a:moveTo>
                  <a:lnTo>
                    <a:pt x="21080640" y="0"/>
                  </a:lnTo>
                  <a:lnTo>
                    <a:pt x="21080640" y="2158080"/>
                  </a:lnTo>
                  <a:lnTo>
                    <a:pt x="0" y="2158080"/>
                  </a:lnTo>
                  <a:close/>
                </a:path>
              </a:pathLst>
            </a:custGeom>
            <a:blipFill>
              <a:blip r:embed="rId3">
                <a:alphaModFix amt="0"/>
              </a:blip>
              <a:stretch>
                <a:fillRect l="0" t="-140334" r="0" b="-140334"/>
              </a:stretch>
            </a:blipFill>
          </p:spPr>
        </p:sp>
        <p:sp>
          <p:nvSpPr>
            <p:cNvPr name="TextBox 4" id="4"/>
            <p:cNvSpPr txBox="true"/>
            <p:nvPr/>
          </p:nvSpPr>
          <p:spPr>
            <a:xfrm>
              <a:off x="0" y="-28575"/>
              <a:ext cx="21080641" cy="2186661"/>
            </a:xfrm>
            <a:prstGeom prst="rect">
              <a:avLst/>
            </a:prstGeom>
          </p:spPr>
          <p:txBody>
            <a:bodyPr anchor="ctr" rtlCol="false" tIns="0" lIns="0" bIns="0" rIns="0"/>
            <a:lstStyle/>
            <a:p>
              <a:pPr algn="l">
                <a:lnSpc>
                  <a:spcPts val="7680"/>
                </a:lnSpc>
              </a:pPr>
              <a:r>
                <a:rPr lang="en-US" b="true" sz="6400">
                  <a:solidFill>
                    <a:srgbClr val="92F7FF"/>
                  </a:solidFill>
                  <a:latin typeface="Arimo Bold"/>
                  <a:ea typeface="Arimo Bold"/>
                  <a:cs typeface="Arimo Bold"/>
                  <a:sym typeface="Arimo Bold"/>
                </a:rPr>
                <a:t>Anuncios Importantes</a:t>
              </a:r>
            </a:p>
          </p:txBody>
        </p:sp>
      </p:grpSp>
      <p:sp>
        <p:nvSpPr>
          <p:cNvPr name="TextBox 5" id="5"/>
          <p:cNvSpPr txBox="true"/>
          <p:nvPr/>
        </p:nvSpPr>
        <p:spPr>
          <a:xfrm rot="0">
            <a:off x="8262871" y="3246472"/>
            <a:ext cx="7774953" cy="4839624"/>
          </a:xfrm>
          <a:prstGeom prst="rect">
            <a:avLst/>
          </a:prstGeom>
        </p:spPr>
        <p:txBody>
          <a:bodyPr anchor="t" rtlCol="false" tIns="0" lIns="0" bIns="0" rIns="0">
            <a:spAutoFit/>
          </a:bodyPr>
          <a:lstStyle/>
          <a:p>
            <a:pPr algn="l" marL="1097280" indent="-548640" lvl="1">
              <a:lnSpc>
                <a:spcPts val="6480"/>
              </a:lnSpc>
              <a:buFont typeface="Arial"/>
              <a:buChar char="•"/>
            </a:pPr>
            <a:r>
              <a:rPr lang="en-US" b="true" sz="3600">
                <a:solidFill>
                  <a:srgbClr val="FFFFFF"/>
                </a:solidFill>
                <a:latin typeface="Noto Sans Bold"/>
                <a:ea typeface="Noto Sans Bold"/>
                <a:cs typeface="Noto Sans Bold"/>
                <a:sym typeface="Noto Sans Bold"/>
              </a:rPr>
              <a:t>Anuncio 1</a:t>
            </a:r>
          </a:p>
          <a:p>
            <a:pPr algn="l" marL="1097280" indent="-548640" lvl="1">
              <a:lnSpc>
                <a:spcPts val="6480"/>
              </a:lnSpc>
              <a:buFont typeface="Arial"/>
              <a:buChar char="•"/>
            </a:pPr>
            <a:r>
              <a:rPr lang="en-US" b="true" sz="3600">
                <a:solidFill>
                  <a:srgbClr val="FFFFFF"/>
                </a:solidFill>
                <a:latin typeface="Noto Sans Bold"/>
                <a:ea typeface="Noto Sans Bold"/>
                <a:cs typeface="Noto Sans Bold"/>
                <a:sym typeface="Noto Sans Bold"/>
              </a:rPr>
              <a:t>Anuncio 2</a:t>
            </a:r>
          </a:p>
          <a:p>
            <a:pPr algn="l" marL="1097280" indent="-548640" lvl="1">
              <a:lnSpc>
                <a:spcPts val="6480"/>
              </a:lnSpc>
              <a:buFont typeface="Arial"/>
              <a:buChar char="•"/>
            </a:pPr>
            <a:r>
              <a:rPr lang="en-US" b="true" sz="3600">
                <a:solidFill>
                  <a:srgbClr val="FFFFFF"/>
                </a:solidFill>
                <a:latin typeface="Noto Sans Bold"/>
                <a:ea typeface="Noto Sans Bold"/>
                <a:cs typeface="Noto Sans Bold"/>
                <a:sym typeface="Noto Sans Bold"/>
              </a:rPr>
              <a:t>Anuncio 3</a:t>
            </a:r>
          </a:p>
        </p:txBody>
      </p:sp>
      <p:grpSp>
        <p:nvGrpSpPr>
          <p:cNvPr name="Group 6" id="6"/>
          <p:cNvGrpSpPr/>
          <p:nvPr/>
        </p:nvGrpSpPr>
        <p:grpSpPr>
          <a:xfrm rot="0">
            <a:off x="1870300" y="3255007"/>
            <a:ext cx="4876800" cy="4876800"/>
            <a:chOff x="0" y="0"/>
            <a:chExt cx="6502400" cy="6502400"/>
          </a:xfrm>
        </p:grpSpPr>
        <p:sp>
          <p:nvSpPr>
            <p:cNvPr name="Freeform 7" id="7"/>
            <p:cNvSpPr/>
            <p:nvPr/>
          </p:nvSpPr>
          <p:spPr>
            <a:xfrm flipH="false" flipV="false" rot="0">
              <a:off x="0" y="0"/>
              <a:ext cx="6502400" cy="6502400"/>
            </a:xfrm>
            <a:custGeom>
              <a:avLst/>
              <a:gdLst/>
              <a:ahLst/>
              <a:cxnLst/>
              <a:rect r="r" b="b" t="t" l="l"/>
              <a:pathLst>
                <a:path h="6502400" w="6502400">
                  <a:moveTo>
                    <a:pt x="0" y="0"/>
                  </a:moveTo>
                  <a:lnTo>
                    <a:pt x="6502400" y="0"/>
                  </a:lnTo>
                  <a:lnTo>
                    <a:pt x="6502400" y="6502400"/>
                  </a:lnTo>
                  <a:lnTo>
                    <a:pt x="0" y="6502400"/>
                  </a:lnTo>
                  <a:lnTo>
                    <a:pt x="0" y="0"/>
                  </a:lnTo>
                  <a:close/>
                </a:path>
              </a:pathLst>
            </a:custGeom>
            <a:blipFill>
              <a:blip r:embed="rId4"/>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238402" y="1238402"/>
            <a:ext cx="15810605" cy="1618802"/>
            <a:chOff x="0" y="0"/>
            <a:chExt cx="21080806" cy="2158403"/>
          </a:xfrm>
        </p:grpSpPr>
        <p:sp>
          <p:nvSpPr>
            <p:cNvPr name="Freeform 3" id="3"/>
            <p:cNvSpPr/>
            <p:nvPr/>
          </p:nvSpPr>
          <p:spPr>
            <a:xfrm flipH="false" flipV="false" rot="0">
              <a:off x="0" y="0"/>
              <a:ext cx="21080800" cy="2158400"/>
            </a:xfrm>
            <a:custGeom>
              <a:avLst/>
              <a:gdLst/>
              <a:ahLst/>
              <a:cxnLst/>
              <a:rect r="r" b="b" t="t" l="l"/>
              <a:pathLst>
                <a:path h="2158400" w="21080800">
                  <a:moveTo>
                    <a:pt x="0" y="0"/>
                  </a:moveTo>
                  <a:lnTo>
                    <a:pt x="21080800" y="0"/>
                  </a:lnTo>
                  <a:lnTo>
                    <a:pt x="21080800" y="2158400"/>
                  </a:lnTo>
                  <a:lnTo>
                    <a:pt x="0" y="2158400"/>
                  </a:lnTo>
                  <a:close/>
                </a:path>
              </a:pathLst>
            </a:custGeom>
            <a:blipFill>
              <a:blip r:embed="rId3">
                <a:alphaModFix amt="0"/>
              </a:blip>
              <a:stretch>
                <a:fillRect l="0" t="-140307" r="0" b="-140307"/>
              </a:stretch>
            </a:blipFill>
          </p:spPr>
        </p:sp>
        <p:sp>
          <p:nvSpPr>
            <p:cNvPr name="TextBox 4" id="4"/>
            <p:cNvSpPr txBox="true"/>
            <p:nvPr/>
          </p:nvSpPr>
          <p:spPr>
            <a:xfrm>
              <a:off x="0" y="-28575"/>
              <a:ext cx="21080806" cy="2186978"/>
            </a:xfrm>
            <a:prstGeom prst="rect">
              <a:avLst/>
            </a:prstGeom>
          </p:spPr>
          <p:txBody>
            <a:bodyPr anchor="ctr" rtlCol="false" tIns="0" lIns="0" bIns="0" rIns="0"/>
            <a:lstStyle/>
            <a:p>
              <a:pPr algn="l">
                <a:lnSpc>
                  <a:spcPts val="7680"/>
                </a:lnSpc>
              </a:pPr>
              <a:r>
                <a:rPr lang="en-US" b="true" sz="6400">
                  <a:solidFill>
                    <a:srgbClr val="92F7FF"/>
                  </a:solidFill>
                  <a:latin typeface="Arimo Bold"/>
                  <a:ea typeface="Arimo Bold"/>
                  <a:cs typeface="Arimo Bold"/>
                  <a:sym typeface="Arimo Bold"/>
                </a:rPr>
                <a:t>Anuncios Importantes</a:t>
              </a:r>
            </a:p>
          </p:txBody>
        </p:sp>
      </p:grpSp>
      <p:sp>
        <p:nvSpPr>
          <p:cNvPr name="TextBox 5" id="5"/>
          <p:cNvSpPr txBox="true"/>
          <p:nvPr/>
        </p:nvSpPr>
        <p:spPr>
          <a:xfrm rot="0">
            <a:off x="8488470" y="3246472"/>
            <a:ext cx="7549353" cy="4839624"/>
          </a:xfrm>
          <a:prstGeom prst="rect">
            <a:avLst/>
          </a:prstGeom>
        </p:spPr>
        <p:txBody>
          <a:bodyPr anchor="t" rtlCol="false" tIns="0" lIns="0" bIns="0" rIns="0">
            <a:spAutoFit/>
          </a:bodyPr>
          <a:lstStyle/>
          <a:p>
            <a:pPr algn="l" marL="1097280" indent="-548640" lvl="1">
              <a:lnSpc>
                <a:spcPts val="6480"/>
              </a:lnSpc>
              <a:buAutoNum type="arabicPeriod" startAt="1"/>
            </a:pPr>
            <a:r>
              <a:rPr lang="en-US" b="true" sz="3600">
                <a:solidFill>
                  <a:srgbClr val="FFFFFF"/>
                </a:solidFill>
                <a:latin typeface="Noto Sans Bold"/>
                <a:ea typeface="Noto Sans Bold"/>
                <a:cs typeface="Noto Sans Bold"/>
                <a:sym typeface="Noto Sans Bold"/>
              </a:rPr>
              <a:t>Actividad</a:t>
            </a:r>
          </a:p>
          <a:p>
            <a:pPr algn="l" marL="1097280" indent="-548640" lvl="1">
              <a:lnSpc>
                <a:spcPts val="6480"/>
              </a:lnSpc>
              <a:buAutoNum type="arabicPeriod" startAt="1"/>
            </a:pPr>
            <a:r>
              <a:rPr lang="en-US" b="true" sz="3600">
                <a:solidFill>
                  <a:srgbClr val="FFFFFF"/>
                </a:solidFill>
                <a:latin typeface="Noto Sans Bold"/>
                <a:ea typeface="Noto Sans Bold"/>
                <a:cs typeface="Noto Sans Bold"/>
                <a:sym typeface="Noto Sans Bold"/>
              </a:rPr>
              <a:t>Actividad</a:t>
            </a:r>
          </a:p>
          <a:p>
            <a:pPr algn="l" marL="1097280" indent="-548640" lvl="1">
              <a:lnSpc>
                <a:spcPts val="6480"/>
              </a:lnSpc>
              <a:buAutoNum type="arabicPeriod" startAt="1"/>
            </a:pPr>
            <a:r>
              <a:rPr lang="en-US" b="true" sz="3600">
                <a:solidFill>
                  <a:srgbClr val="FFFFFF"/>
                </a:solidFill>
                <a:latin typeface="Noto Sans Bold"/>
                <a:ea typeface="Noto Sans Bold"/>
                <a:cs typeface="Noto Sans Bold"/>
                <a:sym typeface="Noto Sans Bold"/>
              </a:rPr>
              <a:t>Actividad</a:t>
            </a:r>
          </a:p>
        </p:txBody>
      </p:sp>
      <p:grpSp>
        <p:nvGrpSpPr>
          <p:cNvPr name="Group 6" id="6"/>
          <p:cNvGrpSpPr/>
          <p:nvPr/>
        </p:nvGrpSpPr>
        <p:grpSpPr>
          <a:xfrm rot="0">
            <a:off x="1625098" y="3327902"/>
            <a:ext cx="4876800" cy="4876800"/>
            <a:chOff x="0" y="0"/>
            <a:chExt cx="6502400" cy="6502400"/>
          </a:xfrm>
        </p:grpSpPr>
        <p:sp>
          <p:nvSpPr>
            <p:cNvPr name="Freeform 7" id="7"/>
            <p:cNvSpPr/>
            <p:nvPr/>
          </p:nvSpPr>
          <p:spPr>
            <a:xfrm flipH="false" flipV="false" rot="0">
              <a:off x="0" y="0"/>
              <a:ext cx="6502400" cy="6502400"/>
            </a:xfrm>
            <a:custGeom>
              <a:avLst/>
              <a:gdLst/>
              <a:ahLst/>
              <a:cxnLst/>
              <a:rect r="r" b="b" t="t" l="l"/>
              <a:pathLst>
                <a:path h="6502400" w="6502400">
                  <a:moveTo>
                    <a:pt x="0" y="0"/>
                  </a:moveTo>
                  <a:lnTo>
                    <a:pt x="6502400" y="0"/>
                  </a:lnTo>
                  <a:lnTo>
                    <a:pt x="6502400" y="6502400"/>
                  </a:lnTo>
                  <a:lnTo>
                    <a:pt x="0" y="6502400"/>
                  </a:lnTo>
                  <a:lnTo>
                    <a:pt x="0" y="0"/>
                  </a:lnTo>
                  <a:close/>
                </a:path>
              </a:pathLst>
            </a:custGeom>
            <a:blipFill>
              <a:blip r:embed="rId4"/>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238402" y="1238402"/>
            <a:ext cx="7482002" cy="1618802"/>
            <a:chOff x="0" y="0"/>
            <a:chExt cx="9976002" cy="2158403"/>
          </a:xfrm>
        </p:grpSpPr>
        <p:sp>
          <p:nvSpPr>
            <p:cNvPr name="Freeform 3" id="3"/>
            <p:cNvSpPr/>
            <p:nvPr/>
          </p:nvSpPr>
          <p:spPr>
            <a:xfrm flipH="false" flipV="false" rot="0">
              <a:off x="0" y="0"/>
              <a:ext cx="9976000" cy="2158400"/>
            </a:xfrm>
            <a:custGeom>
              <a:avLst/>
              <a:gdLst/>
              <a:ahLst/>
              <a:cxnLst/>
              <a:rect r="r" b="b" t="t" l="l"/>
              <a:pathLst>
                <a:path h="2158400" w="9976000">
                  <a:moveTo>
                    <a:pt x="0" y="0"/>
                  </a:moveTo>
                  <a:lnTo>
                    <a:pt x="9976000" y="0"/>
                  </a:lnTo>
                  <a:lnTo>
                    <a:pt x="9976000" y="2158400"/>
                  </a:lnTo>
                  <a:lnTo>
                    <a:pt x="0" y="2158400"/>
                  </a:lnTo>
                  <a:close/>
                </a:path>
              </a:pathLst>
            </a:custGeom>
            <a:blipFill>
              <a:blip r:embed="rId3">
                <a:alphaModFix amt="0"/>
              </a:blip>
              <a:stretch>
                <a:fillRect l="0" t="-40058" r="0" b="-40058"/>
              </a:stretch>
            </a:blipFill>
          </p:spPr>
        </p:sp>
        <p:sp>
          <p:nvSpPr>
            <p:cNvPr name="TextBox 4" id="4"/>
            <p:cNvSpPr txBox="true"/>
            <p:nvPr/>
          </p:nvSpPr>
          <p:spPr>
            <a:xfrm>
              <a:off x="0" y="28575"/>
              <a:ext cx="9976002" cy="2129828"/>
            </a:xfrm>
            <a:prstGeom prst="rect">
              <a:avLst/>
            </a:prstGeom>
          </p:spPr>
          <p:txBody>
            <a:bodyPr anchor="ctr" rtlCol="false" tIns="0" lIns="0" bIns="0" rIns="0"/>
            <a:lstStyle/>
            <a:p>
              <a:pPr algn="l">
                <a:lnSpc>
                  <a:spcPts val="5400"/>
                </a:lnSpc>
              </a:pPr>
              <a:r>
                <a:rPr lang="en-US" b="true" sz="4999">
                  <a:solidFill>
                    <a:srgbClr val="92F7FF"/>
                  </a:solidFill>
                  <a:latin typeface="Arimo Bold"/>
                  <a:ea typeface="Arimo Bold"/>
                  <a:cs typeface="Arimo Bold"/>
                  <a:sym typeface="Arimo Bold"/>
                </a:rPr>
                <a:t>Competencia(s) que desarrollaremos</a:t>
              </a:r>
            </a:p>
          </p:txBody>
        </p:sp>
      </p:grpSp>
      <p:grpSp>
        <p:nvGrpSpPr>
          <p:cNvPr name="Group 5" id="5"/>
          <p:cNvGrpSpPr/>
          <p:nvPr/>
        </p:nvGrpSpPr>
        <p:grpSpPr>
          <a:xfrm rot="0">
            <a:off x="10540994" y="514102"/>
            <a:ext cx="7289397" cy="9258005"/>
            <a:chOff x="0" y="0"/>
            <a:chExt cx="9719196" cy="12344006"/>
          </a:xfrm>
        </p:grpSpPr>
        <p:sp>
          <p:nvSpPr>
            <p:cNvPr name="Freeform 6" id="6" descr="image69fbd2aa5b56c"/>
            <p:cNvSpPr/>
            <p:nvPr/>
          </p:nvSpPr>
          <p:spPr>
            <a:xfrm flipH="false" flipV="false" rot="0">
              <a:off x="0" y="0"/>
              <a:ext cx="9719183" cy="12344019"/>
            </a:xfrm>
            <a:custGeom>
              <a:avLst/>
              <a:gdLst/>
              <a:ahLst/>
              <a:cxnLst/>
              <a:rect r="r" b="b" t="t" l="l"/>
              <a:pathLst>
                <a:path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a:blip r:embed="rId4"/>
              <a:stretch>
                <a:fillRect l="-6447" t="0" r="-6447" b="0"/>
              </a:stretch>
            </a:blipFill>
          </p:spPr>
        </p:sp>
      </p:grpSp>
      <p:grpSp>
        <p:nvGrpSpPr>
          <p:cNvPr name="Group 7" id="7"/>
          <p:cNvGrpSpPr/>
          <p:nvPr/>
        </p:nvGrpSpPr>
        <p:grpSpPr>
          <a:xfrm rot="0">
            <a:off x="428549" y="4423400"/>
            <a:ext cx="3294297" cy="3294297"/>
            <a:chOff x="0" y="0"/>
            <a:chExt cx="4392397" cy="4392397"/>
          </a:xfrm>
        </p:grpSpPr>
        <p:sp>
          <p:nvSpPr>
            <p:cNvPr name="Freeform 8" id="8"/>
            <p:cNvSpPr/>
            <p:nvPr/>
          </p:nvSpPr>
          <p:spPr>
            <a:xfrm flipH="false" flipV="false" rot="0">
              <a:off x="0" y="0"/>
              <a:ext cx="4392422" cy="4392422"/>
            </a:xfrm>
            <a:custGeom>
              <a:avLst/>
              <a:gdLst/>
              <a:ahLst/>
              <a:cxnLst/>
              <a:rect r="r" b="b" t="t" l="l"/>
              <a:pathLst>
                <a:path h="4392422" w="4392422">
                  <a:moveTo>
                    <a:pt x="0" y="0"/>
                  </a:moveTo>
                  <a:lnTo>
                    <a:pt x="4392422" y="0"/>
                  </a:lnTo>
                  <a:lnTo>
                    <a:pt x="4392422" y="4392422"/>
                  </a:lnTo>
                  <a:lnTo>
                    <a:pt x="0" y="4392422"/>
                  </a:lnTo>
                  <a:lnTo>
                    <a:pt x="0" y="0"/>
                  </a:lnTo>
                  <a:close/>
                </a:path>
              </a:pathLst>
            </a:custGeom>
            <a:blipFill>
              <a:blip r:embed="rId5"/>
              <a:stretch>
                <a:fillRect l="0" t="0" r="0" b="0"/>
              </a:stretch>
            </a:blipFill>
          </p:spPr>
        </p:sp>
      </p:grpSp>
      <p:sp>
        <p:nvSpPr>
          <p:cNvPr name="TextBox 9" id="9"/>
          <p:cNvSpPr txBox="true"/>
          <p:nvPr/>
        </p:nvSpPr>
        <p:spPr>
          <a:xfrm rot="0">
            <a:off x="3906827" y="3859384"/>
            <a:ext cx="5340867" cy="5320833"/>
          </a:xfrm>
          <a:prstGeom prst="rect">
            <a:avLst/>
          </a:prstGeom>
        </p:spPr>
        <p:txBody>
          <a:bodyPr anchor="t" rtlCol="false" tIns="0" lIns="0" bIns="0" rIns="0">
            <a:spAutoFit/>
          </a:bodyPr>
          <a:lstStyle/>
          <a:p>
            <a:pPr algn="just" marL="597694" indent="-298847" lvl="1">
              <a:lnSpc>
                <a:spcPts val="3875"/>
              </a:lnSpc>
              <a:buFont typeface="Arial"/>
              <a:buChar char="•"/>
            </a:pPr>
            <a:r>
              <a:rPr lang="en-US" sz="2768">
                <a:solidFill>
                  <a:srgbClr val="FFFFFF"/>
                </a:solidFill>
                <a:latin typeface="Open Sans"/>
                <a:ea typeface="Open Sans"/>
                <a:cs typeface="Open Sans"/>
                <a:sym typeface="Open Sans"/>
              </a:rPr>
              <a:t>Entende</a:t>
            </a:r>
            <a:r>
              <a:rPr lang="en-US" sz="2768">
                <a:solidFill>
                  <a:srgbClr val="FFFFFF"/>
                </a:solidFill>
                <a:latin typeface="Open Sans"/>
                <a:ea typeface="Open Sans"/>
                <a:cs typeface="Open Sans"/>
                <a:sym typeface="Open Sans"/>
              </a:rPr>
              <a:t>r el marco de referencia o estructura lógica general de un sistema operativo, que le permita la utilización, análisis y diseño de sistemas operativos.</a:t>
            </a:r>
          </a:p>
          <a:p>
            <a:pPr algn="just" marL="597694" indent="-298847" lvl="1">
              <a:lnSpc>
                <a:spcPts val="3875"/>
              </a:lnSpc>
              <a:buFont typeface="Arial"/>
              <a:buChar char="•"/>
            </a:pPr>
            <a:r>
              <a:rPr lang="en-US" sz="2768">
                <a:solidFill>
                  <a:srgbClr val="FFFFFF"/>
                </a:solidFill>
                <a:latin typeface="Open Sans"/>
                <a:ea typeface="Open Sans"/>
                <a:cs typeface="Open Sans"/>
                <a:sym typeface="Open Sans"/>
              </a:rPr>
              <a:t>Usar óptimamente los recursos y API de los sistemas operativos, en el desarrollo de aplicaciones</a:t>
            </a:r>
          </a:p>
          <a:p>
            <a:pPr algn="just">
              <a:lnSpc>
                <a:spcPts val="387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238402" y="1238402"/>
            <a:ext cx="7482002" cy="1618802"/>
            <a:chOff x="0" y="0"/>
            <a:chExt cx="9976002" cy="2158403"/>
          </a:xfrm>
        </p:grpSpPr>
        <p:sp>
          <p:nvSpPr>
            <p:cNvPr name="Freeform 3" id="3"/>
            <p:cNvSpPr/>
            <p:nvPr/>
          </p:nvSpPr>
          <p:spPr>
            <a:xfrm flipH="false" flipV="false" rot="0">
              <a:off x="0" y="0"/>
              <a:ext cx="9976000" cy="2158400"/>
            </a:xfrm>
            <a:custGeom>
              <a:avLst/>
              <a:gdLst/>
              <a:ahLst/>
              <a:cxnLst/>
              <a:rect r="r" b="b" t="t" l="l"/>
              <a:pathLst>
                <a:path h="2158400" w="9976000">
                  <a:moveTo>
                    <a:pt x="0" y="0"/>
                  </a:moveTo>
                  <a:lnTo>
                    <a:pt x="9976000" y="0"/>
                  </a:lnTo>
                  <a:lnTo>
                    <a:pt x="9976000" y="2158400"/>
                  </a:lnTo>
                  <a:lnTo>
                    <a:pt x="0" y="2158400"/>
                  </a:lnTo>
                  <a:close/>
                </a:path>
              </a:pathLst>
            </a:custGeom>
            <a:blipFill>
              <a:blip r:embed="rId3">
                <a:alphaModFix amt="0"/>
              </a:blip>
              <a:stretch>
                <a:fillRect l="0" t="-40058" r="0" b="-40058"/>
              </a:stretch>
            </a:blipFill>
          </p:spPr>
        </p:sp>
        <p:sp>
          <p:nvSpPr>
            <p:cNvPr name="TextBox 4" id="4"/>
            <p:cNvSpPr txBox="true"/>
            <p:nvPr/>
          </p:nvSpPr>
          <p:spPr>
            <a:xfrm>
              <a:off x="0" y="28575"/>
              <a:ext cx="9976002" cy="2129828"/>
            </a:xfrm>
            <a:prstGeom prst="rect">
              <a:avLst/>
            </a:prstGeom>
          </p:spPr>
          <p:txBody>
            <a:bodyPr anchor="ctr" rtlCol="false" tIns="0" lIns="0" bIns="0" rIns="0"/>
            <a:lstStyle/>
            <a:p>
              <a:pPr algn="l">
                <a:lnSpc>
                  <a:spcPts val="5400"/>
                </a:lnSpc>
              </a:pPr>
              <a:r>
                <a:rPr lang="en-US" b="true" sz="4999">
                  <a:solidFill>
                    <a:srgbClr val="92F7FF"/>
                  </a:solidFill>
                  <a:latin typeface="Arimo Bold"/>
                  <a:ea typeface="Arimo Bold"/>
                  <a:cs typeface="Arimo Bold"/>
                  <a:sym typeface="Arimo Bold"/>
                </a:rPr>
                <a:t>Valor(es) de la Semana</a:t>
              </a:r>
            </a:p>
          </p:txBody>
        </p:sp>
      </p:grpSp>
      <p:grpSp>
        <p:nvGrpSpPr>
          <p:cNvPr name="Group 5" id="5"/>
          <p:cNvGrpSpPr/>
          <p:nvPr/>
        </p:nvGrpSpPr>
        <p:grpSpPr>
          <a:xfrm rot="0">
            <a:off x="10540994" y="514102"/>
            <a:ext cx="7289397" cy="9258005"/>
            <a:chOff x="0" y="0"/>
            <a:chExt cx="9719196" cy="12344006"/>
          </a:xfrm>
        </p:grpSpPr>
        <p:sp>
          <p:nvSpPr>
            <p:cNvPr name="Freeform 6" id="6" descr="image69fbd2aa5b56c"/>
            <p:cNvSpPr/>
            <p:nvPr/>
          </p:nvSpPr>
          <p:spPr>
            <a:xfrm flipH="false" flipV="false" rot="0">
              <a:off x="0" y="0"/>
              <a:ext cx="9719183" cy="12344019"/>
            </a:xfrm>
            <a:custGeom>
              <a:avLst/>
              <a:gdLst/>
              <a:ahLst/>
              <a:cxnLst/>
              <a:rect r="r" b="b" t="t" l="l"/>
              <a:pathLst>
                <a:path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a:blip r:embed="rId4"/>
              <a:stretch>
                <a:fillRect l="-6447" t="0" r="-6447" b="0"/>
              </a:stretch>
            </a:blipFill>
          </p:spPr>
        </p:sp>
      </p:grpSp>
      <p:sp>
        <p:nvSpPr>
          <p:cNvPr name="TextBox 7" id="7"/>
          <p:cNvSpPr txBox="true"/>
          <p:nvPr/>
        </p:nvSpPr>
        <p:spPr>
          <a:xfrm rot="0">
            <a:off x="1238402" y="3114986"/>
            <a:ext cx="7482002" cy="5408399"/>
          </a:xfrm>
          <a:prstGeom prst="rect">
            <a:avLst/>
          </a:prstGeom>
        </p:spPr>
        <p:txBody>
          <a:bodyPr anchor="t" rtlCol="false" tIns="0" lIns="0" bIns="0" rIns="0">
            <a:spAutoFit/>
          </a:bodyPr>
          <a:lstStyle/>
          <a:p>
            <a:pPr algn="ctr">
              <a:lnSpc>
                <a:spcPts val="4299"/>
              </a:lnSpc>
            </a:pPr>
            <a:r>
              <a:rPr lang="en-US" sz="3070" b="true">
                <a:solidFill>
                  <a:srgbClr val="FFFFFF"/>
                </a:solidFill>
                <a:latin typeface="Open Sans Bold"/>
                <a:ea typeface="Open Sans Bold"/>
                <a:cs typeface="Open Sans Bold"/>
                <a:sym typeface="Open Sans Bold"/>
              </a:rPr>
              <a:t>Equidad</a:t>
            </a:r>
          </a:p>
          <a:p>
            <a:pPr algn="ctr">
              <a:lnSpc>
                <a:spcPts val="4299"/>
              </a:lnSpc>
            </a:pPr>
          </a:p>
          <a:p>
            <a:pPr algn="ctr">
              <a:lnSpc>
                <a:spcPts val="4299"/>
              </a:lnSpc>
            </a:pPr>
            <a:r>
              <a:rPr lang="en-US" sz="3070">
                <a:solidFill>
                  <a:srgbClr val="FFFFFF"/>
                </a:solidFill>
                <a:latin typeface="Open Sans"/>
                <a:ea typeface="Open Sans"/>
                <a:cs typeface="Open Sans"/>
                <a:sym typeface="Open Sans"/>
              </a:rPr>
              <a:t>La planificación/</a:t>
            </a:r>
            <a:r>
              <a:rPr lang="en-US" sz="3070">
                <a:solidFill>
                  <a:srgbClr val="FFFFFF"/>
                </a:solidFill>
                <a:latin typeface="Open Sans"/>
                <a:ea typeface="Open Sans"/>
                <a:cs typeface="Open Sans"/>
                <a:sym typeface="Open Sans"/>
              </a:rPr>
              <a:t>programación de CPU se trata de darle el tiempo adecuado a cada p</a:t>
            </a:r>
            <a:r>
              <a:rPr lang="en-US" sz="3070">
                <a:solidFill>
                  <a:srgbClr val="FFFFFF"/>
                </a:solidFill>
                <a:latin typeface="Open Sans"/>
                <a:ea typeface="Open Sans"/>
                <a:cs typeface="Open Sans"/>
                <a:sym typeface="Open Sans"/>
              </a:rPr>
              <a:t>roceso en ejecución, muchas veces no se trata de igualdad y la igualdad no es lo óptimo, sino de equidad, que en términos generales significa darle a cada uno el tiempo que necesita para avanzar tanto como el resto.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811054" y="-735597"/>
            <a:ext cx="19647256" cy="11482121"/>
            <a:chOff x="0" y="0"/>
            <a:chExt cx="26196341" cy="15309494"/>
          </a:xfrm>
        </p:grpSpPr>
        <p:sp>
          <p:nvSpPr>
            <p:cNvPr name="Freeform 3" id="3"/>
            <p:cNvSpPr/>
            <p:nvPr/>
          </p:nvSpPr>
          <p:spPr>
            <a:xfrm flipH="false" flipV="false" rot="0">
              <a:off x="0" y="0"/>
              <a:ext cx="26196289" cy="15309469"/>
            </a:xfrm>
            <a:custGeom>
              <a:avLst/>
              <a:gdLst/>
              <a:ahLst/>
              <a:cxnLst/>
              <a:rect r="r" b="b" t="t" l="l"/>
              <a:pathLst>
                <a:path h="15309469" w="26196289">
                  <a:moveTo>
                    <a:pt x="0" y="0"/>
                  </a:moveTo>
                  <a:lnTo>
                    <a:pt x="26196289" y="0"/>
                  </a:lnTo>
                  <a:lnTo>
                    <a:pt x="26196289" y="15309469"/>
                  </a:lnTo>
                  <a:lnTo>
                    <a:pt x="0" y="15309469"/>
                  </a:lnTo>
                  <a:lnTo>
                    <a:pt x="0" y="0"/>
                  </a:lnTo>
                  <a:close/>
                </a:path>
              </a:pathLst>
            </a:custGeom>
            <a:blipFill>
              <a:blip r:embed="rId3"/>
              <a:stretch>
                <a:fillRect l="0" t="-20539" r="0" b="-20539"/>
              </a:stretch>
            </a:blipFill>
          </p:spPr>
        </p:sp>
      </p:grpSp>
      <p:sp>
        <p:nvSpPr>
          <p:cNvPr name="TextBox 4" id="4"/>
          <p:cNvSpPr txBox="true"/>
          <p:nvPr/>
        </p:nvSpPr>
        <p:spPr>
          <a:xfrm rot="0">
            <a:off x="1329823" y="1274578"/>
            <a:ext cx="6986141" cy="1524000"/>
          </a:xfrm>
          <a:prstGeom prst="rect">
            <a:avLst/>
          </a:prstGeom>
        </p:spPr>
        <p:txBody>
          <a:bodyPr anchor="t" rtlCol="false" tIns="0" lIns="0" bIns="0" rIns="0">
            <a:spAutoFit/>
          </a:bodyPr>
          <a:lstStyle/>
          <a:p>
            <a:pPr algn="l">
              <a:lnSpc>
                <a:spcPts val="11999"/>
              </a:lnSpc>
            </a:pPr>
            <a:r>
              <a:rPr lang="en-US" sz="9999">
                <a:solidFill>
                  <a:srgbClr val="92F7FF"/>
                </a:solidFill>
                <a:latin typeface="Archivo Black"/>
                <a:ea typeface="Archivo Black"/>
                <a:cs typeface="Archivo Black"/>
                <a:sym typeface="Archivo Black"/>
              </a:rPr>
              <a:t>Unidad 02</a:t>
            </a:r>
          </a:p>
        </p:txBody>
      </p:sp>
      <p:grpSp>
        <p:nvGrpSpPr>
          <p:cNvPr name="Group 5" id="5"/>
          <p:cNvGrpSpPr/>
          <p:nvPr/>
        </p:nvGrpSpPr>
        <p:grpSpPr>
          <a:xfrm rot="0">
            <a:off x="1238345" y="3577380"/>
            <a:ext cx="6952202" cy="2857200"/>
            <a:chOff x="0" y="0"/>
            <a:chExt cx="9269603" cy="3809600"/>
          </a:xfrm>
        </p:grpSpPr>
        <p:sp>
          <p:nvSpPr>
            <p:cNvPr name="Freeform 6" id="6"/>
            <p:cNvSpPr/>
            <p:nvPr/>
          </p:nvSpPr>
          <p:spPr>
            <a:xfrm flipH="false" flipV="false" rot="0">
              <a:off x="0" y="0"/>
              <a:ext cx="9269600" cy="3809594"/>
            </a:xfrm>
            <a:custGeom>
              <a:avLst/>
              <a:gdLst/>
              <a:ahLst/>
              <a:cxnLst/>
              <a:rect r="r" b="b" t="t" l="l"/>
              <a:pathLst>
                <a:path h="3809594" w="9269600">
                  <a:moveTo>
                    <a:pt x="0" y="0"/>
                  </a:moveTo>
                  <a:lnTo>
                    <a:pt x="9269600" y="0"/>
                  </a:lnTo>
                  <a:lnTo>
                    <a:pt x="9269600" y="3809594"/>
                  </a:lnTo>
                  <a:lnTo>
                    <a:pt x="0" y="3809594"/>
                  </a:lnTo>
                  <a:close/>
                </a:path>
              </a:pathLst>
            </a:custGeom>
            <a:blipFill>
              <a:blip r:embed="rId4">
                <a:alphaModFix amt="0"/>
              </a:blip>
              <a:stretch>
                <a:fillRect l="-2729" t="0" r="-2730" b="0"/>
              </a:stretch>
            </a:blipFill>
          </p:spPr>
        </p:sp>
        <p:sp>
          <p:nvSpPr>
            <p:cNvPr name="TextBox 7" id="7"/>
            <p:cNvSpPr txBox="true"/>
            <p:nvPr/>
          </p:nvSpPr>
          <p:spPr>
            <a:xfrm>
              <a:off x="0" y="-9525"/>
              <a:ext cx="9269603" cy="3819125"/>
            </a:xfrm>
            <a:prstGeom prst="rect">
              <a:avLst/>
            </a:prstGeom>
          </p:spPr>
          <p:txBody>
            <a:bodyPr anchor="ctr" rtlCol="false" tIns="0" lIns="0" bIns="0" rIns="0"/>
            <a:lstStyle/>
            <a:p>
              <a:pPr algn="l">
                <a:lnSpc>
                  <a:spcPts val="9360"/>
                </a:lnSpc>
              </a:pPr>
              <a:r>
                <a:rPr lang="en-US" sz="7800">
                  <a:solidFill>
                    <a:srgbClr val="92F7FF"/>
                  </a:solidFill>
                  <a:latin typeface="Archivo Black"/>
                  <a:ea typeface="Archivo Black"/>
                  <a:cs typeface="Archivo Black"/>
                  <a:sym typeface="Archivo Black"/>
                </a:rPr>
                <a:t>Gestión de Memoria </a:t>
              </a:r>
            </a:p>
          </p:txBody>
        </p:sp>
      </p:grpSp>
      <p:grpSp>
        <p:nvGrpSpPr>
          <p:cNvPr name="Group 8" id="8"/>
          <p:cNvGrpSpPr/>
          <p:nvPr/>
        </p:nvGrpSpPr>
        <p:grpSpPr>
          <a:xfrm rot="0">
            <a:off x="9601200" y="514083"/>
            <a:ext cx="8229000" cy="9258005"/>
            <a:chOff x="0" y="0"/>
            <a:chExt cx="10972000" cy="12344006"/>
          </a:xfrm>
        </p:grpSpPr>
        <p:sp>
          <p:nvSpPr>
            <p:cNvPr name="Freeform 9" id="9" descr="image69fbd2aa38197"/>
            <p:cNvSpPr/>
            <p:nvPr/>
          </p:nvSpPr>
          <p:spPr>
            <a:xfrm flipH="false" flipV="false" rot="0">
              <a:off x="0" y="0"/>
              <a:ext cx="10971911" cy="12344019"/>
            </a:xfrm>
            <a:custGeom>
              <a:avLst/>
              <a:gdLst/>
              <a:ahLst/>
              <a:cxnLst/>
              <a:rect r="r" b="b" t="t" l="l"/>
              <a:pathLst>
                <a:path h="12344019" w="10971911">
                  <a:moveTo>
                    <a:pt x="0" y="1828673"/>
                  </a:moveTo>
                  <a:cubicBezTo>
                    <a:pt x="0" y="818769"/>
                    <a:pt x="818769" y="0"/>
                    <a:pt x="1828673" y="0"/>
                  </a:cubicBezTo>
                  <a:lnTo>
                    <a:pt x="9143238" y="0"/>
                  </a:lnTo>
                  <a:cubicBezTo>
                    <a:pt x="10153142" y="0"/>
                    <a:pt x="10971911" y="818769"/>
                    <a:pt x="10971911" y="1828673"/>
                  </a:cubicBezTo>
                  <a:lnTo>
                    <a:pt x="10971911" y="10515346"/>
                  </a:lnTo>
                  <a:cubicBezTo>
                    <a:pt x="10971911" y="11525250"/>
                    <a:pt x="10153142" y="12344019"/>
                    <a:pt x="9143238" y="12344019"/>
                  </a:cubicBezTo>
                  <a:lnTo>
                    <a:pt x="1828673" y="12344019"/>
                  </a:lnTo>
                  <a:cubicBezTo>
                    <a:pt x="818769" y="12344019"/>
                    <a:pt x="0" y="11525250"/>
                    <a:pt x="0" y="10515346"/>
                  </a:cubicBezTo>
                  <a:close/>
                </a:path>
              </a:pathLst>
            </a:custGeom>
            <a:blipFill>
              <a:blip r:embed="rId5"/>
              <a:stretch>
                <a:fillRect l="-1" t="0" r="-2"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9782283" y="3464071"/>
            <a:ext cx="8077037" cy="4168242"/>
            <a:chOff x="0" y="0"/>
            <a:chExt cx="10769383" cy="5557655"/>
          </a:xfrm>
        </p:grpSpPr>
        <p:sp>
          <p:nvSpPr>
            <p:cNvPr name="Freeform 3" id="3"/>
            <p:cNvSpPr/>
            <p:nvPr/>
          </p:nvSpPr>
          <p:spPr>
            <a:xfrm flipH="false" flipV="false" rot="0">
              <a:off x="0" y="0"/>
              <a:ext cx="10769383" cy="5557641"/>
            </a:xfrm>
            <a:custGeom>
              <a:avLst/>
              <a:gdLst/>
              <a:ahLst/>
              <a:cxnLst/>
              <a:rect r="r" b="b" t="t" l="l"/>
              <a:pathLst>
                <a:path h="5557641" w="10769383">
                  <a:moveTo>
                    <a:pt x="0" y="0"/>
                  </a:moveTo>
                  <a:lnTo>
                    <a:pt x="10769383" y="0"/>
                  </a:lnTo>
                  <a:lnTo>
                    <a:pt x="10769383" y="5557641"/>
                  </a:lnTo>
                  <a:lnTo>
                    <a:pt x="0" y="5557641"/>
                  </a:lnTo>
                  <a:close/>
                </a:path>
              </a:pathLst>
            </a:custGeom>
            <a:blipFill>
              <a:blip r:embed="rId3">
                <a:alphaModFix amt="0"/>
              </a:blip>
              <a:stretch>
                <a:fillRect l="0" t="-54493" r="-95746" b="6675"/>
              </a:stretch>
            </a:blipFill>
          </p:spPr>
        </p:sp>
        <p:sp>
          <p:nvSpPr>
            <p:cNvPr name="TextBox 4" id="4"/>
            <p:cNvSpPr txBox="true"/>
            <p:nvPr/>
          </p:nvSpPr>
          <p:spPr>
            <a:xfrm>
              <a:off x="0" y="0"/>
              <a:ext cx="10769383" cy="5557655"/>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Memoria Virtual: Algoritmos de Reemplazo de Páginas</a:t>
              </a:r>
            </a:p>
          </p:txBody>
        </p:sp>
      </p:grpSp>
      <p:sp>
        <p:nvSpPr>
          <p:cNvPr name="Freeform 5" id="5"/>
          <p:cNvSpPr/>
          <p:nvPr/>
        </p:nvSpPr>
        <p:spPr>
          <a:xfrm flipH="false" flipV="false" rot="0">
            <a:off x="0" y="-162167"/>
            <a:ext cx="8626767" cy="10449167"/>
          </a:xfrm>
          <a:custGeom>
            <a:avLst/>
            <a:gdLst/>
            <a:ahLst/>
            <a:cxnLst/>
            <a:rect r="r" b="b" t="t" l="l"/>
            <a:pathLst>
              <a:path h="10449167" w="8626767">
                <a:moveTo>
                  <a:pt x="0" y="0"/>
                </a:moveTo>
                <a:lnTo>
                  <a:pt x="8626767" y="0"/>
                </a:lnTo>
                <a:lnTo>
                  <a:pt x="8626767" y="10449167"/>
                </a:lnTo>
                <a:lnTo>
                  <a:pt x="0" y="10449167"/>
                </a:lnTo>
                <a:lnTo>
                  <a:pt x="0" y="0"/>
                </a:lnTo>
                <a:close/>
              </a:path>
            </a:pathLst>
          </a:custGeom>
          <a:blipFill>
            <a:blip r:embed="rId4"/>
            <a:stretch>
              <a:fillRect l="-49950" t="0" r="-65383"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329823" y="1028700"/>
            <a:ext cx="13378450" cy="2225142"/>
            <a:chOff x="0" y="0"/>
            <a:chExt cx="17837933" cy="2966855"/>
          </a:xfrm>
        </p:grpSpPr>
        <p:sp>
          <p:nvSpPr>
            <p:cNvPr name="Freeform 3" id="3"/>
            <p:cNvSpPr/>
            <p:nvPr/>
          </p:nvSpPr>
          <p:spPr>
            <a:xfrm flipH="false" flipV="false" rot="0">
              <a:off x="0" y="0"/>
              <a:ext cx="17837933" cy="2966848"/>
            </a:xfrm>
            <a:custGeom>
              <a:avLst/>
              <a:gdLst/>
              <a:ahLst/>
              <a:cxnLst/>
              <a:rect r="r" b="b" t="t" l="l"/>
              <a:pathLst>
                <a:path h="2966848" w="17837933">
                  <a:moveTo>
                    <a:pt x="0" y="0"/>
                  </a:moveTo>
                  <a:lnTo>
                    <a:pt x="17837933" y="0"/>
                  </a:lnTo>
                  <a:lnTo>
                    <a:pt x="17837933" y="2966848"/>
                  </a:lnTo>
                  <a:lnTo>
                    <a:pt x="0" y="2966848"/>
                  </a:lnTo>
                  <a:close/>
                </a:path>
              </a:pathLst>
            </a:custGeom>
            <a:blipFill>
              <a:blip r:embed="rId3">
                <a:alphaModFix amt="0"/>
              </a:blip>
              <a:stretch>
                <a:fillRect l="0" t="-102078" r="-18178" b="-74818"/>
              </a:stretch>
            </a:blipFill>
          </p:spPr>
        </p:sp>
        <p:sp>
          <p:nvSpPr>
            <p:cNvPr name="TextBox 4" id="4"/>
            <p:cNvSpPr txBox="true"/>
            <p:nvPr/>
          </p:nvSpPr>
          <p:spPr>
            <a:xfrm>
              <a:off x="0" y="0"/>
              <a:ext cx="17837933" cy="2966855"/>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Algor</a:t>
              </a:r>
              <a:r>
                <a:rPr lang="en-US" sz="6400">
                  <a:solidFill>
                    <a:srgbClr val="92F7FF"/>
                  </a:solidFill>
                  <a:latin typeface="Archivo Black"/>
                  <a:ea typeface="Archivo Black"/>
                  <a:cs typeface="Archivo Black"/>
                  <a:sym typeface="Archivo Black"/>
                </a:rPr>
                <a:t>itmos de Reemplazo de Páginas</a:t>
              </a:r>
            </a:p>
          </p:txBody>
        </p:sp>
      </p:grpSp>
      <p:sp>
        <p:nvSpPr>
          <p:cNvPr name="Freeform 5" id="5"/>
          <p:cNvSpPr/>
          <p:nvPr/>
        </p:nvSpPr>
        <p:spPr>
          <a:xfrm flipH="false" flipV="false" rot="0">
            <a:off x="9658302" y="2958126"/>
            <a:ext cx="7600998" cy="5860882"/>
          </a:xfrm>
          <a:custGeom>
            <a:avLst/>
            <a:gdLst/>
            <a:ahLst/>
            <a:cxnLst/>
            <a:rect r="r" b="b" t="t" l="l"/>
            <a:pathLst>
              <a:path h="5860882" w="7600998">
                <a:moveTo>
                  <a:pt x="0" y="0"/>
                </a:moveTo>
                <a:lnTo>
                  <a:pt x="7600998" y="0"/>
                </a:lnTo>
                <a:lnTo>
                  <a:pt x="7600998" y="5860882"/>
                </a:lnTo>
                <a:lnTo>
                  <a:pt x="0" y="5860882"/>
                </a:lnTo>
                <a:lnTo>
                  <a:pt x="0" y="0"/>
                </a:lnTo>
                <a:close/>
              </a:path>
            </a:pathLst>
          </a:custGeom>
          <a:blipFill>
            <a:blip r:embed="rId4"/>
            <a:stretch>
              <a:fillRect l="0" t="0" r="0" b="0"/>
            </a:stretch>
          </a:blipFill>
        </p:spPr>
      </p:sp>
      <p:sp>
        <p:nvSpPr>
          <p:cNvPr name="TextBox 6" id="6"/>
          <p:cNvSpPr txBox="true"/>
          <p:nvPr/>
        </p:nvSpPr>
        <p:spPr>
          <a:xfrm rot="0">
            <a:off x="1216535" y="3268980"/>
            <a:ext cx="8328479" cy="7018020"/>
          </a:xfrm>
          <a:prstGeom prst="rect">
            <a:avLst/>
          </a:prstGeom>
        </p:spPr>
        <p:txBody>
          <a:bodyPr anchor="t" rtlCol="false" tIns="0" lIns="0" bIns="0" rIns="0">
            <a:spAutoFit/>
          </a:bodyPr>
          <a:lstStyle/>
          <a:p>
            <a:pPr algn="l">
              <a:lnSpc>
                <a:spcPts val="4320"/>
              </a:lnSpc>
            </a:pPr>
            <a:r>
              <a:rPr lang="en-US" sz="2400">
                <a:solidFill>
                  <a:srgbClr val="FFFFFF"/>
                </a:solidFill>
                <a:latin typeface="Archivo Narrow"/>
                <a:ea typeface="Archivo Narrow"/>
                <a:cs typeface="Archivo Narrow"/>
                <a:sym typeface="Archivo Narrow"/>
              </a:rPr>
              <a:t>¿Por qué se necesitan algoritmos de reemplazo?</a:t>
            </a:r>
          </a:p>
          <a:p>
            <a:pPr algn="l" marL="518160" indent="-259080" lvl="1">
              <a:lnSpc>
                <a:spcPts val="4320"/>
              </a:lnSpc>
              <a:buFont typeface="Arial"/>
              <a:buChar char="•"/>
            </a:pPr>
            <a:r>
              <a:rPr lang="en-US" sz="2400">
                <a:solidFill>
                  <a:srgbClr val="FFFFFF"/>
                </a:solidFill>
                <a:latin typeface="Archivo Narrow"/>
                <a:ea typeface="Archivo Narrow"/>
                <a:cs typeface="Archivo Narrow"/>
                <a:sym typeface="Archivo Narrow"/>
              </a:rPr>
              <a:t>La memoria física (RAM) es limitada y mucho más pequeña que el espacio virtual total de todos los procesos activos.</a:t>
            </a:r>
          </a:p>
          <a:p>
            <a:pPr algn="l" marL="518160" indent="-259080" lvl="1">
              <a:lnSpc>
                <a:spcPts val="4320"/>
              </a:lnSpc>
              <a:buFont typeface="Arial"/>
              <a:buChar char="•"/>
            </a:pPr>
            <a:r>
              <a:rPr lang="en-US" sz="2400">
                <a:solidFill>
                  <a:srgbClr val="FFFFFF"/>
                </a:solidFill>
                <a:latin typeface="Archivo Narrow"/>
                <a:ea typeface="Archivo Narrow"/>
                <a:cs typeface="Archivo Narrow"/>
                <a:sym typeface="Archivo Narrow"/>
              </a:rPr>
              <a:t>Cuando un proceso necesita una página que no está en RAM y no hay marcos libres, el SO debe desalojar una página existente para hacer espacio.</a:t>
            </a:r>
          </a:p>
          <a:p>
            <a:pPr algn="l" marL="518160" indent="-259080" lvl="1">
              <a:lnSpc>
                <a:spcPts val="4320"/>
              </a:lnSpc>
              <a:buFont typeface="Arial"/>
              <a:buChar char="•"/>
            </a:pPr>
            <a:r>
              <a:rPr lang="en-US" sz="2400">
                <a:solidFill>
                  <a:srgbClr val="FFFFFF"/>
                </a:solidFill>
                <a:latin typeface="Archivo Narrow"/>
                <a:ea typeface="Archivo Narrow"/>
                <a:cs typeface="Archivo Narrow"/>
                <a:sym typeface="Archivo Narrow"/>
              </a:rPr>
              <a:t>La elección de qué página desalojar determina cuántos futuros fallos de página se producirán.</a:t>
            </a:r>
          </a:p>
          <a:p>
            <a:pPr algn="l" marL="518160" indent="-259080" lvl="1">
              <a:lnSpc>
                <a:spcPts val="4320"/>
              </a:lnSpc>
              <a:buFont typeface="Arial"/>
              <a:buChar char="•"/>
            </a:pPr>
            <a:r>
              <a:rPr lang="en-US" sz="2400">
                <a:solidFill>
                  <a:srgbClr val="FFFFFF"/>
                </a:solidFill>
                <a:latin typeface="Archivo Narrow"/>
                <a:ea typeface="Archivo Narrow"/>
                <a:cs typeface="Archivo Narrow"/>
                <a:sym typeface="Archivo Narrow"/>
              </a:rPr>
              <a:t>Un mal algoritmo puede degradar severamente el rendimiento del sistema.</a:t>
            </a:r>
          </a:p>
          <a:p>
            <a:pPr algn="l" marL="518160" indent="-259080" lvl="1">
              <a:lnSpc>
                <a:spcPts val="4320"/>
              </a:lnSpc>
              <a:buFont typeface="Arial"/>
              <a:buChar char="•"/>
            </a:pPr>
            <a:r>
              <a:rPr lang="en-US" sz="2400">
                <a:solidFill>
                  <a:srgbClr val="FFFFFF"/>
                </a:solidFill>
                <a:latin typeface="Archivo Narrow"/>
                <a:ea typeface="Archivo Narrow"/>
                <a:cs typeface="Archivo Narrow"/>
                <a:sym typeface="Archivo Narrow"/>
              </a:rPr>
              <a:t>Este problema es equivalente al de cachés en hardware: maximizar los "aciertos" y minimizar los "fallos".</a:t>
            </a:r>
          </a:p>
          <a:p>
            <a:pPr algn="l">
              <a:lnSpc>
                <a:spcPts val="432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721648"/>
            <a:ext cx="14252390" cy="1618560"/>
            <a:chOff x="0" y="0"/>
            <a:chExt cx="19003186" cy="2158080"/>
          </a:xfrm>
        </p:grpSpPr>
        <p:sp>
          <p:nvSpPr>
            <p:cNvPr name="Freeform 3" id="3"/>
            <p:cNvSpPr/>
            <p:nvPr/>
          </p:nvSpPr>
          <p:spPr>
            <a:xfrm flipH="false" flipV="false" rot="0">
              <a:off x="0" y="0"/>
              <a:ext cx="19003186" cy="2158074"/>
            </a:xfrm>
            <a:custGeom>
              <a:avLst/>
              <a:gdLst/>
              <a:ahLst/>
              <a:cxnLst/>
              <a:rect r="r" b="b" t="t" l="l"/>
              <a:pathLst>
                <a:path h="2158074" w="19003186">
                  <a:moveTo>
                    <a:pt x="0" y="0"/>
                  </a:moveTo>
                  <a:lnTo>
                    <a:pt x="19003186" y="0"/>
                  </a:lnTo>
                  <a:lnTo>
                    <a:pt x="19003186" y="2158074"/>
                  </a:lnTo>
                  <a:lnTo>
                    <a:pt x="0" y="2158074"/>
                  </a:lnTo>
                  <a:close/>
                </a:path>
              </a:pathLst>
            </a:custGeom>
            <a:blipFill>
              <a:blip r:embed="rId3">
                <a:alphaModFix amt="0"/>
              </a:blip>
              <a:stretch>
                <a:fillRect l="0" t="-140334" r="-10932" b="-140335"/>
              </a:stretch>
            </a:blipFill>
          </p:spPr>
        </p:sp>
        <p:sp>
          <p:nvSpPr>
            <p:cNvPr name="TextBox 4" id="4"/>
            <p:cNvSpPr txBox="true"/>
            <p:nvPr/>
          </p:nvSpPr>
          <p:spPr>
            <a:xfrm>
              <a:off x="0" y="0"/>
              <a:ext cx="19003186"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Conceptos Previos Necesarios</a:t>
              </a:r>
            </a:p>
          </p:txBody>
        </p:sp>
      </p:grpSp>
      <p:sp>
        <p:nvSpPr>
          <p:cNvPr name="Freeform 5" id="5"/>
          <p:cNvSpPr/>
          <p:nvPr/>
        </p:nvSpPr>
        <p:spPr>
          <a:xfrm flipH="false" flipV="false" rot="0">
            <a:off x="9305841" y="3525557"/>
            <a:ext cx="8672931" cy="4580960"/>
          </a:xfrm>
          <a:custGeom>
            <a:avLst/>
            <a:gdLst/>
            <a:ahLst/>
            <a:cxnLst/>
            <a:rect r="r" b="b" t="t" l="l"/>
            <a:pathLst>
              <a:path h="4580960" w="8672931">
                <a:moveTo>
                  <a:pt x="0" y="0"/>
                </a:moveTo>
                <a:lnTo>
                  <a:pt x="8672931" y="0"/>
                </a:lnTo>
                <a:lnTo>
                  <a:pt x="8672931" y="4580960"/>
                </a:lnTo>
                <a:lnTo>
                  <a:pt x="0" y="4580960"/>
                </a:lnTo>
                <a:lnTo>
                  <a:pt x="0" y="0"/>
                </a:lnTo>
                <a:close/>
              </a:path>
            </a:pathLst>
          </a:custGeom>
          <a:blipFill>
            <a:blip r:embed="rId4"/>
            <a:stretch>
              <a:fillRect l="0" t="0" r="-7793" b="0"/>
            </a:stretch>
          </a:blipFill>
        </p:spPr>
      </p:sp>
      <p:sp>
        <p:nvSpPr>
          <p:cNvPr name="TextBox 6" id="6"/>
          <p:cNvSpPr txBox="true"/>
          <p:nvPr/>
        </p:nvSpPr>
        <p:spPr>
          <a:xfrm rot="0">
            <a:off x="1028700" y="2751385"/>
            <a:ext cx="8115300" cy="5198744"/>
          </a:xfrm>
          <a:prstGeom prst="rect">
            <a:avLst/>
          </a:prstGeom>
        </p:spPr>
        <p:txBody>
          <a:bodyPr anchor="t" rtlCol="false" tIns="0" lIns="0" bIns="0" rIns="0">
            <a:spAutoFit/>
          </a:bodyPr>
          <a:lstStyle/>
          <a:p>
            <a:pPr algn="l">
              <a:lnSpc>
                <a:spcPts val="5039"/>
              </a:lnSpc>
            </a:pPr>
          </a:p>
          <a:p>
            <a:pPr algn="l" marL="431804" indent="-215902" lvl="1">
              <a:lnSpc>
                <a:spcPts val="3600"/>
              </a:lnSpc>
              <a:buFont typeface="Arial"/>
              <a:buChar char="•"/>
            </a:pPr>
            <a:r>
              <a:rPr lang="en-US" sz="2000">
                <a:solidFill>
                  <a:srgbClr val="FFFFFF"/>
                </a:solidFill>
                <a:latin typeface="Archivo Narrow"/>
                <a:ea typeface="Archivo Narrow"/>
                <a:cs typeface="Archivo Narrow"/>
                <a:sym typeface="Archivo Narrow"/>
              </a:rPr>
              <a:t>M</a:t>
            </a:r>
            <a:r>
              <a:rPr lang="en-US" sz="2000">
                <a:solidFill>
                  <a:srgbClr val="FFFFFF"/>
                </a:solidFill>
                <a:latin typeface="Archivo Narrow"/>
                <a:ea typeface="Archivo Narrow"/>
                <a:cs typeface="Archivo Narrow"/>
                <a:sym typeface="Archivo Narrow"/>
              </a:rPr>
              <a:t>arco (frame): división física de la RAM de tamaño fijo donde se carga una página.</a:t>
            </a:r>
          </a:p>
          <a:p>
            <a:pPr algn="l" marL="431804" indent="-215902" lvl="1">
              <a:lnSpc>
                <a:spcPts val="3600"/>
              </a:lnSpc>
              <a:buFont typeface="Arial"/>
              <a:buChar char="•"/>
            </a:pPr>
            <a:r>
              <a:rPr lang="en-US" sz="2000">
                <a:solidFill>
                  <a:srgbClr val="FFFFFF"/>
                </a:solidFill>
                <a:latin typeface="Archivo Narrow"/>
                <a:ea typeface="Archivo Narrow"/>
                <a:cs typeface="Archivo Narrow"/>
                <a:sym typeface="Archivo Narrow"/>
              </a:rPr>
              <a:t>Página: unidad lógica del espacio virtual de un proceso, mismo tamaño que un marco.</a:t>
            </a:r>
          </a:p>
          <a:p>
            <a:pPr algn="l" marL="431804" indent="-215902" lvl="1">
              <a:lnSpc>
                <a:spcPts val="3600"/>
              </a:lnSpc>
              <a:buFont typeface="Arial"/>
              <a:buChar char="•"/>
            </a:pPr>
            <a:r>
              <a:rPr lang="en-US" sz="2000">
                <a:solidFill>
                  <a:srgbClr val="FFFFFF"/>
                </a:solidFill>
                <a:latin typeface="Archivo Narrow"/>
                <a:ea typeface="Archivo Narrow"/>
                <a:cs typeface="Archivo Narrow"/>
                <a:sym typeface="Archivo Narrow"/>
              </a:rPr>
              <a:t>Cadena de referencias: secuencia de accesos a páginas que hace un proceso. Ejemplo: 1, 2, 3, 4, 1, 2, 5, 1, 2, 3, 4, 5.</a:t>
            </a:r>
          </a:p>
          <a:p>
            <a:pPr algn="l" marL="431804" indent="-215902" lvl="1">
              <a:lnSpc>
                <a:spcPts val="3600"/>
              </a:lnSpc>
              <a:buFont typeface="Arial"/>
              <a:buChar char="•"/>
            </a:pPr>
            <a:r>
              <a:rPr lang="en-US" sz="2000">
                <a:solidFill>
                  <a:srgbClr val="FFFFFF"/>
                </a:solidFill>
                <a:latin typeface="Archivo Narrow"/>
                <a:ea typeface="Archivo Narrow"/>
                <a:cs typeface="Archivo Narrow"/>
                <a:sym typeface="Archivo Narrow"/>
              </a:rPr>
              <a:t>Fallo de página (page fault): la página referenciada no está en ningún marco cargado en RAM.</a:t>
            </a:r>
          </a:p>
          <a:p>
            <a:pPr algn="l" marL="431804" indent="-215902" lvl="1">
              <a:lnSpc>
                <a:spcPts val="3600"/>
              </a:lnSpc>
              <a:buFont typeface="Arial"/>
              <a:buChar char="•"/>
            </a:pPr>
            <a:r>
              <a:rPr lang="en-US" sz="2000">
                <a:solidFill>
                  <a:srgbClr val="FFFFFF"/>
                </a:solidFill>
                <a:latin typeface="Archivo Narrow"/>
                <a:ea typeface="Archivo Narrow"/>
                <a:cs typeface="Archivo Narrow"/>
                <a:sym typeface="Archivo Narrow"/>
              </a:rPr>
              <a:t>Número de marcos: cantidad de marcos físicos disponibles para ese proceso. A mayor cantidad, menos fallos (en general).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721648"/>
            <a:ext cx="11258337" cy="1618560"/>
            <a:chOff x="0" y="0"/>
            <a:chExt cx="15011116" cy="2158080"/>
          </a:xfrm>
        </p:grpSpPr>
        <p:sp>
          <p:nvSpPr>
            <p:cNvPr name="Freeform 3" id="3"/>
            <p:cNvSpPr/>
            <p:nvPr/>
          </p:nvSpPr>
          <p:spPr>
            <a:xfrm flipH="false" flipV="false" rot="0">
              <a:off x="0" y="0"/>
              <a:ext cx="15011115" cy="2158074"/>
            </a:xfrm>
            <a:custGeom>
              <a:avLst/>
              <a:gdLst/>
              <a:ahLst/>
              <a:cxnLst/>
              <a:rect r="r" b="b" t="t" l="l"/>
              <a:pathLst>
                <a:path h="2158074" w="15011115">
                  <a:moveTo>
                    <a:pt x="0" y="0"/>
                  </a:moveTo>
                  <a:lnTo>
                    <a:pt x="15011115" y="0"/>
                  </a:lnTo>
                  <a:lnTo>
                    <a:pt x="15011115" y="2158074"/>
                  </a:lnTo>
                  <a:lnTo>
                    <a:pt x="0" y="2158074"/>
                  </a:lnTo>
                  <a:close/>
                </a:path>
              </a:pathLst>
            </a:custGeom>
            <a:blipFill>
              <a:blip r:embed="rId3">
                <a:alphaModFix amt="0"/>
              </a:blip>
              <a:stretch>
                <a:fillRect l="0" t="-140334" r="-40433" b="-140335"/>
              </a:stretch>
            </a:blipFill>
          </p:spPr>
        </p:sp>
        <p:sp>
          <p:nvSpPr>
            <p:cNvPr name="TextBox 4" id="4"/>
            <p:cNvSpPr txBox="true"/>
            <p:nvPr/>
          </p:nvSpPr>
          <p:spPr>
            <a:xfrm>
              <a:off x="0" y="0"/>
              <a:ext cx="15011116"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FIFO — First In, First Out</a:t>
              </a:r>
            </a:p>
          </p:txBody>
        </p:sp>
      </p:grpSp>
      <p:sp>
        <p:nvSpPr>
          <p:cNvPr name="Freeform 5" id="5"/>
          <p:cNvSpPr/>
          <p:nvPr/>
        </p:nvSpPr>
        <p:spPr>
          <a:xfrm flipH="false" flipV="false" rot="0">
            <a:off x="10240346" y="3096942"/>
            <a:ext cx="7551976" cy="5031504"/>
          </a:xfrm>
          <a:custGeom>
            <a:avLst/>
            <a:gdLst/>
            <a:ahLst/>
            <a:cxnLst/>
            <a:rect r="r" b="b" t="t" l="l"/>
            <a:pathLst>
              <a:path h="5031504" w="7551976">
                <a:moveTo>
                  <a:pt x="0" y="0"/>
                </a:moveTo>
                <a:lnTo>
                  <a:pt x="7551976" y="0"/>
                </a:lnTo>
                <a:lnTo>
                  <a:pt x="7551976" y="5031504"/>
                </a:lnTo>
                <a:lnTo>
                  <a:pt x="0" y="5031504"/>
                </a:lnTo>
                <a:lnTo>
                  <a:pt x="0" y="0"/>
                </a:lnTo>
                <a:close/>
              </a:path>
            </a:pathLst>
          </a:custGeom>
          <a:blipFill>
            <a:blip r:embed="rId4"/>
            <a:stretch>
              <a:fillRect l="0" t="0" r="0" b="0"/>
            </a:stretch>
          </a:blipFill>
        </p:spPr>
      </p:sp>
      <p:sp>
        <p:nvSpPr>
          <p:cNvPr name="TextBox 6" id="6"/>
          <p:cNvSpPr txBox="true"/>
          <p:nvPr/>
        </p:nvSpPr>
        <p:spPr>
          <a:xfrm rot="0">
            <a:off x="1028700" y="2751385"/>
            <a:ext cx="8115300" cy="5063490"/>
          </a:xfrm>
          <a:prstGeom prst="rect">
            <a:avLst/>
          </a:prstGeom>
        </p:spPr>
        <p:txBody>
          <a:bodyPr anchor="t" rtlCol="false" tIns="0" lIns="0" bIns="0" rIns="0">
            <a:spAutoFit/>
          </a:bodyPr>
          <a:lstStyle/>
          <a:p>
            <a:pPr algn="l">
              <a:lnSpc>
                <a:spcPts val="5039"/>
              </a:lnSpc>
            </a:pPr>
            <a:r>
              <a:rPr lang="en-US" sz="2799">
                <a:solidFill>
                  <a:srgbClr val="FFFFFF"/>
                </a:solidFill>
                <a:latin typeface="Archivo Narrow"/>
                <a:ea typeface="Archivo Narrow"/>
                <a:cs typeface="Archivo Narrow"/>
                <a:sym typeface="Archivo Narrow"/>
              </a:rPr>
              <a:t>L</a:t>
            </a:r>
            <a:r>
              <a:rPr lang="en-US" sz="2799">
                <a:solidFill>
                  <a:srgbClr val="FFFFFF"/>
                </a:solidFill>
                <a:latin typeface="Archivo Narrow"/>
                <a:ea typeface="Archivo Narrow"/>
                <a:cs typeface="Archivo Narrow"/>
                <a:sym typeface="Archivo Narrow"/>
              </a:rPr>
              <a:t>a página que entró primero a memoria es la primera en ser reemplazada.</a:t>
            </a:r>
          </a:p>
          <a:p>
            <a:pPr algn="l">
              <a:lnSpc>
                <a:spcPts val="5039"/>
              </a:lnSpc>
            </a:pPr>
            <a:r>
              <a:rPr lang="en-US" sz="2799">
                <a:solidFill>
                  <a:srgbClr val="FFFFFF"/>
                </a:solidFill>
                <a:latin typeface="Archivo Narrow"/>
                <a:ea typeface="Archivo Narrow"/>
                <a:cs typeface="Archivo Narrow"/>
                <a:sym typeface="Archivo Narrow"/>
              </a:rPr>
              <a:t>Se mant</a:t>
            </a:r>
            <a:r>
              <a:rPr lang="en-US" sz="2799">
                <a:solidFill>
                  <a:srgbClr val="FFFFFF"/>
                </a:solidFill>
                <a:latin typeface="Archivo Narrow"/>
                <a:ea typeface="Archivo Narrow"/>
                <a:cs typeface="Archivo Narrow"/>
                <a:sym typeface="Archivo Narrow"/>
              </a:rPr>
              <a:t>iene una cola FIFO con el orden de llegada.</a:t>
            </a:r>
          </a:p>
          <a:p>
            <a:pPr algn="l">
              <a:lnSpc>
                <a:spcPts val="5039"/>
              </a:lnSpc>
            </a:pPr>
            <a:r>
              <a:rPr lang="en-US" sz="2799">
                <a:solidFill>
                  <a:srgbClr val="FFFFFF"/>
                </a:solidFill>
                <a:latin typeface="Archivo Narrow"/>
                <a:ea typeface="Archivo Narrow"/>
                <a:cs typeface="Archivo Narrow"/>
                <a:sym typeface="Archivo Narrow"/>
              </a:rPr>
              <a:t>V</a:t>
            </a:r>
            <a:r>
              <a:rPr lang="en-US" sz="2799">
                <a:solidFill>
                  <a:srgbClr val="FFFFFF"/>
                </a:solidFill>
                <a:latin typeface="Archivo Narrow"/>
                <a:ea typeface="Archivo Narrow"/>
                <a:cs typeface="Archivo Narrow"/>
                <a:sym typeface="Archivo Narrow"/>
              </a:rPr>
              <a:t>entaja: extremadamente simple de implementar.</a:t>
            </a:r>
          </a:p>
          <a:p>
            <a:pPr algn="l">
              <a:lnSpc>
                <a:spcPts val="5039"/>
              </a:lnSpc>
            </a:pPr>
            <a:r>
              <a:rPr lang="en-US" sz="2799">
                <a:solidFill>
                  <a:srgbClr val="FFFFFF"/>
                </a:solidFill>
                <a:latin typeface="Archivo Narrow"/>
                <a:ea typeface="Archivo Narrow"/>
                <a:cs typeface="Archivo Narrow"/>
                <a:sym typeface="Archivo Narrow"/>
              </a:rPr>
              <a:t>Desventaja principal — Anomalía de Bélády (1969): al aumentar el número de marcos, el número de fallos de página puede aumentar en lugar de disminuir. Contraintuitivo y problemático.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612238"/>
            <a:ext cx="12585430" cy="1618560"/>
            <a:chOff x="0" y="0"/>
            <a:chExt cx="16780574" cy="2158080"/>
          </a:xfrm>
        </p:grpSpPr>
        <p:sp>
          <p:nvSpPr>
            <p:cNvPr name="Freeform 3" id="3"/>
            <p:cNvSpPr/>
            <p:nvPr/>
          </p:nvSpPr>
          <p:spPr>
            <a:xfrm flipH="false" flipV="false" rot="0">
              <a:off x="0" y="0"/>
              <a:ext cx="16780574" cy="2158074"/>
            </a:xfrm>
            <a:custGeom>
              <a:avLst/>
              <a:gdLst/>
              <a:ahLst/>
              <a:cxnLst/>
              <a:rect r="r" b="b" t="t" l="l"/>
              <a:pathLst>
                <a:path h="2158074" w="16780574">
                  <a:moveTo>
                    <a:pt x="0" y="0"/>
                  </a:moveTo>
                  <a:lnTo>
                    <a:pt x="16780574" y="0"/>
                  </a:lnTo>
                  <a:lnTo>
                    <a:pt x="16780574" y="2158074"/>
                  </a:lnTo>
                  <a:lnTo>
                    <a:pt x="0" y="2158074"/>
                  </a:lnTo>
                  <a:close/>
                </a:path>
              </a:pathLst>
            </a:custGeom>
            <a:blipFill>
              <a:blip r:embed="rId3">
                <a:alphaModFix amt="0"/>
              </a:blip>
              <a:stretch>
                <a:fillRect l="0" t="-140334" r="-25625" b="-140335"/>
              </a:stretch>
            </a:blipFill>
          </p:spPr>
        </p:sp>
        <p:sp>
          <p:nvSpPr>
            <p:cNvPr name="TextBox 4" id="4"/>
            <p:cNvSpPr txBox="true"/>
            <p:nvPr/>
          </p:nvSpPr>
          <p:spPr>
            <a:xfrm>
              <a:off x="0" y="0"/>
              <a:ext cx="16780574"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LRU — Least Recently Used </a:t>
              </a:r>
            </a:p>
          </p:txBody>
        </p:sp>
      </p:grpSp>
      <p:sp>
        <p:nvSpPr>
          <p:cNvPr name="Freeform 5" id="5"/>
          <p:cNvSpPr/>
          <p:nvPr/>
        </p:nvSpPr>
        <p:spPr>
          <a:xfrm flipH="false" flipV="false" rot="0">
            <a:off x="10647033" y="2753403"/>
            <a:ext cx="7342850" cy="4892174"/>
          </a:xfrm>
          <a:custGeom>
            <a:avLst/>
            <a:gdLst/>
            <a:ahLst/>
            <a:cxnLst/>
            <a:rect r="r" b="b" t="t" l="l"/>
            <a:pathLst>
              <a:path h="4892174" w="7342850">
                <a:moveTo>
                  <a:pt x="0" y="0"/>
                </a:moveTo>
                <a:lnTo>
                  <a:pt x="7342850" y="0"/>
                </a:lnTo>
                <a:lnTo>
                  <a:pt x="7342850" y="4892174"/>
                </a:lnTo>
                <a:lnTo>
                  <a:pt x="0" y="4892174"/>
                </a:lnTo>
                <a:lnTo>
                  <a:pt x="0" y="0"/>
                </a:lnTo>
                <a:close/>
              </a:path>
            </a:pathLst>
          </a:custGeom>
          <a:blipFill>
            <a:blip r:embed="rId4"/>
            <a:stretch>
              <a:fillRect l="0" t="0" r="0" b="0"/>
            </a:stretch>
          </a:blipFill>
        </p:spPr>
      </p:sp>
      <p:sp>
        <p:nvSpPr>
          <p:cNvPr name="TextBox 6" id="6"/>
          <p:cNvSpPr txBox="true"/>
          <p:nvPr/>
        </p:nvSpPr>
        <p:spPr>
          <a:xfrm rot="0">
            <a:off x="1028700" y="2068873"/>
            <a:ext cx="8859767" cy="7400925"/>
          </a:xfrm>
          <a:prstGeom prst="rect">
            <a:avLst/>
          </a:prstGeom>
        </p:spPr>
        <p:txBody>
          <a:bodyPr anchor="t" rtlCol="false" tIns="0" lIns="0" bIns="0" rIns="0">
            <a:spAutoFit/>
          </a:bodyPr>
          <a:lstStyle/>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Reemplaza la página que no ha sido accedida por más tiempo.</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Se basa en el principio de localidad temporal: lo que se usó recientemente, probablemente se usará pronto de nuevo.</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No sufre la anomalía de Bélády — más marcos siempre significa igual o menos fallos.</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Implementaciones posibles:</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Contador: cada página guarda el tiempo del último acceso; se reemplaza la de menor contador. Costo: O(n) en búsqueda.</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Stack/Pila: cada acceso mueve la página al tope; la del fondo es la LRU. Costo: actualización en cada referencia.</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En la práctica pura es costoso; se usan aproximaciones hardware como el bit de referencia.</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Mismo ejemplo → 8 fallos (mejor que FIFO).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612238"/>
            <a:ext cx="12585430" cy="1618560"/>
            <a:chOff x="0" y="0"/>
            <a:chExt cx="16780574" cy="2158080"/>
          </a:xfrm>
        </p:grpSpPr>
        <p:sp>
          <p:nvSpPr>
            <p:cNvPr name="Freeform 3" id="3"/>
            <p:cNvSpPr/>
            <p:nvPr/>
          </p:nvSpPr>
          <p:spPr>
            <a:xfrm flipH="false" flipV="false" rot="0">
              <a:off x="0" y="0"/>
              <a:ext cx="16780574" cy="2158074"/>
            </a:xfrm>
            <a:custGeom>
              <a:avLst/>
              <a:gdLst/>
              <a:ahLst/>
              <a:cxnLst/>
              <a:rect r="r" b="b" t="t" l="l"/>
              <a:pathLst>
                <a:path h="2158074" w="16780574">
                  <a:moveTo>
                    <a:pt x="0" y="0"/>
                  </a:moveTo>
                  <a:lnTo>
                    <a:pt x="16780574" y="0"/>
                  </a:lnTo>
                  <a:lnTo>
                    <a:pt x="16780574" y="2158074"/>
                  </a:lnTo>
                  <a:lnTo>
                    <a:pt x="0" y="2158074"/>
                  </a:lnTo>
                  <a:close/>
                </a:path>
              </a:pathLst>
            </a:custGeom>
            <a:blipFill>
              <a:blip r:embed="rId3">
                <a:alphaModFix amt="0"/>
              </a:blip>
              <a:stretch>
                <a:fillRect l="0" t="-140334" r="-25625" b="-140335"/>
              </a:stretch>
            </a:blipFill>
          </p:spPr>
        </p:sp>
        <p:sp>
          <p:nvSpPr>
            <p:cNvPr name="TextBox 4" id="4"/>
            <p:cNvSpPr txBox="true"/>
            <p:nvPr/>
          </p:nvSpPr>
          <p:spPr>
            <a:xfrm>
              <a:off x="0" y="0"/>
              <a:ext cx="16780574"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Aproximaciones a LRU</a:t>
              </a:r>
            </a:p>
          </p:txBody>
        </p:sp>
      </p:grpSp>
      <p:sp>
        <p:nvSpPr>
          <p:cNvPr name="Freeform 5" id="5"/>
          <p:cNvSpPr/>
          <p:nvPr/>
        </p:nvSpPr>
        <p:spPr>
          <a:xfrm flipH="false" flipV="false" rot="0">
            <a:off x="10137195" y="2798209"/>
            <a:ext cx="7794756" cy="5193256"/>
          </a:xfrm>
          <a:custGeom>
            <a:avLst/>
            <a:gdLst/>
            <a:ahLst/>
            <a:cxnLst/>
            <a:rect r="r" b="b" t="t" l="l"/>
            <a:pathLst>
              <a:path h="5193256" w="7794756">
                <a:moveTo>
                  <a:pt x="0" y="0"/>
                </a:moveTo>
                <a:lnTo>
                  <a:pt x="7794755" y="0"/>
                </a:lnTo>
                <a:lnTo>
                  <a:pt x="7794755" y="5193256"/>
                </a:lnTo>
                <a:lnTo>
                  <a:pt x="0" y="5193256"/>
                </a:lnTo>
                <a:lnTo>
                  <a:pt x="0" y="0"/>
                </a:lnTo>
                <a:close/>
              </a:path>
            </a:pathLst>
          </a:custGeom>
          <a:blipFill>
            <a:blip r:embed="rId4"/>
            <a:stretch>
              <a:fillRect l="0" t="0" r="0" b="0"/>
            </a:stretch>
          </a:blipFill>
        </p:spPr>
      </p:sp>
      <p:sp>
        <p:nvSpPr>
          <p:cNvPr name="TextBox 6" id="6"/>
          <p:cNvSpPr txBox="true"/>
          <p:nvPr/>
        </p:nvSpPr>
        <p:spPr>
          <a:xfrm rot="0">
            <a:off x="1028700" y="1874665"/>
            <a:ext cx="8859767" cy="7972425"/>
          </a:xfrm>
          <a:prstGeom prst="rect">
            <a:avLst/>
          </a:prstGeom>
        </p:spPr>
        <p:txBody>
          <a:bodyPr anchor="t" rtlCol="false" tIns="0" lIns="0" bIns="0" rIns="0">
            <a:spAutoFit/>
          </a:bodyPr>
          <a:lstStyle/>
          <a:p>
            <a:pPr algn="l">
              <a:lnSpc>
                <a:spcPts val="4500"/>
              </a:lnSpc>
            </a:pPr>
            <a:r>
              <a:rPr lang="en-US" sz="2500">
                <a:solidFill>
                  <a:srgbClr val="FFFFFF"/>
                </a:solidFill>
                <a:latin typeface="Archivo Narrow"/>
                <a:ea typeface="Archivo Narrow"/>
                <a:cs typeface="Archivo Narrow"/>
                <a:sym typeface="Archivo Narrow"/>
              </a:rPr>
              <a:t>Dado que LRU exacto requiere hardware costoso, los SO usan aproximaciones:</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Algoritmo del Reloj (Clock / Segunda Oportunidad):</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Cada página tiene un bit de referencia (R).</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Un puntero recorre las páginas en círculo.</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Si R=1 → se pone R=0 y se avanza (segunda oportunidad).</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Si R=0 → esa página se reemplaza.</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Simula LRU con bajo costo.</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NRU (Not Recently Used):Usa dos bits: Referenciado (R) y Modificado (M).</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Clasifica páginas en 4 clases (00, 01, 10, 11).</a:t>
            </a:r>
          </a:p>
          <a:p>
            <a:pPr algn="l" marL="1079502" indent="-359834" lvl="2">
              <a:lnSpc>
                <a:spcPts val="4500"/>
              </a:lnSpc>
              <a:buFont typeface="Arial"/>
              <a:buChar char="⚬"/>
            </a:pPr>
            <a:r>
              <a:rPr lang="en-US" sz="2500">
                <a:solidFill>
                  <a:srgbClr val="FFFFFF"/>
                </a:solidFill>
                <a:latin typeface="Archivo Narrow"/>
                <a:ea typeface="Archivo Narrow"/>
                <a:cs typeface="Archivo Narrow"/>
                <a:sym typeface="Archivo Narrow"/>
              </a:rPr>
              <a:t>Se reemplaza la de menor clase disponible.</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Agi</a:t>
            </a:r>
            <a:r>
              <a:rPr lang="en-US" sz="2500">
                <a:solidFill>
                  <a:srgbClr val="FFFFFF"/>
                </a:solidFill>
                <a:latin typeface="Archivo Narrow"/>
                <a:ea typeface="Archivo Narrow"/>
                <a:cs typeface="Archivo Narrow"/>
                <a:sym typeface="Archivo Narrow"/>
              </a:rPr>
              <a:t>ng Algorithm: desplazamiento de bits para simular una ventana de tiempo reciente.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125804" y="418030"/>
            <a:ext cx="13556475" cy="1618560"/>
            <a:chOff x="0" y="0"/>
            <a:chExt cx="18075300" cy="2158080"/>
          </a:xfrm>
        </p:grpSpPr>
        <p:sp>
          <p:nvSpPr>
            <p:cNvPr name="Freeform 3" id="3"/>
            <p:cNvSpPr/>
            <p:nvPr/>
          </p:nvSpPr>
          <p:spPr>
            <a:xfrm flipH="false" flipV="false" rot="0">
              <a:off x="0" y="0"/>
              <a:ext cx="18075300" cy="2158074"/>
            </a:xfrm>
            <a:custGeom>
              <a:avLst/>
              <a:gdLst/>
              <a:ahLst/>
              <a:cxnLst/>
              <a:rect r="r" b="b" t="t" l="l"/>
              <a:pathLst>
                <a:path h="2158074" w="18075300">
                  <a:moveTo>
                    <a:pt x="0" y="0"/>
                  </a:moveTo>
                  <a:lnTo>
                    <a:pt x="18075300" y="0"/>
                  </a:lnTo>
                  <a:lnTo>
                    <a:pt x="18075300" y="2158074"/>
                  </a:lnTo>
                  <a:lnTo>
                    <a:pt x="0" y="2158074"/>
                  </a:lnTo>
                  <a:close/>
                </a:path>
              </a:pathLst>
            </a:custGeom>
            <a:blipFill>
              <a:blip r:embed="rId3">
                <a:alphaModFix amt="0"/>
              </a:blip>
              <a:stretch>
                <a:fillRect l="0" t="-140334" r="-16626" b="-140335"/>
              </a:stretch>
            </a:blipFill>
          </p:spPr>
        </p:sp>
        <p:sp>
          <p:nvSpPr>
            <p:cNvPr name="TextBox 4" id="4"/>
            <p:cNvSpPr txBox="true"/>
            <p:nvPr/>
          </p:nvSpPr>
          <p:spPr>
            <a:xfrm>
              <a:off x="0" y="0"/>
              <a:ext cx="18075300"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Algoritmo Óptimo (OPT / MIN)</a:t>
              </a:r>
            </a:p>
          </p:txBody>
        </p:sp>
      </p:grpSp>
      <p:sp>
        <p:nvSpPr>
          <p:cNvPr name="Freeform 5" id="5"/>
          <p:cNvSpPr/>
          <p:nvPr/>
        </p:nvSpPr>
        <p:spPr>
          <a:xfrm flipH="false" flipV="false" rot="0">
            <a:off x="494626" y="3082073"/>
            <a:ext cx="8431901" cy="4215950"/>
          </a:xfrm>
          <a:custGeom>
            <a:avLst/>
            <a:gdLst/>
            <a:ahLst/>
            <a:cxnLst/>
            <a:rect r="r" b="b" t="t" l="l"/>
            <a:pathLst>
              <a:path h="4215950" w="8431901">
                <a:moveTo>
                  <a:pt x="0" y="0"/>
                </a:moveTo>
                <a:lnTo>
                  <a:pt x="8431901" y="0"/>
                </a:lnTo>
                <a:lnTo>
                  <a:pt x="8431901" y="4215951"/>
                </a:lnTo>
                <a:lnTo>
                  <a:pt x="0" y="4215951"/>
                </a:lnTo>
                <a:lnTo>
                  <a:pt x="0" y="0"/>
                </a:lnTo>
                <a:close/>
              </a:path>
            </a:pathLst>
          </a:custGeom>
          <a:blipFill>
            <a:blip r:embed="rId4"/>
            <a:stretch>
              <a:fillRect l="0" t="0" r="0" b="0"/>
            </a:stretch>
          </a:blipFill>
        </p:spPr>
      </p:sp>
      <p:sp>
        <p:nvSpPr>
          <p:cNvPr name="TextBox 6" id="6"/>
          <p:cNvSpPr txBox="true"/>
          <p:nvPr/>
        </p:nvSpPr>
        <p:spPr>
          <a:xfrm rot="0">
            <a:off x="8926527" y="2204475"/>
            <a:ext cx="8859767" cy="5114925"/>
          </a:xfrm>
          <a:prstGeom prst="rect">
            <a:avLst/>
          </a:prstGeom>
        </p:spPr>
        <p:txBody>
          <a:bodyPr anchor="t" rtlCol="false" tIns="0" lIns="0" bIns="0" rIns="0">
            <a:spAutoFit/>
          </a:bodyPr>
          <a:lstStyle/>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Propuesto por Bélády (1966). Reemplaza la página que no será utilizada por el mayor tiempo en el futuro.</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Garantiza el mínimo número posible de fallos de página para cualquier cadena de referencias con n marcos dados.</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No</a:t>
            </a:r>
            <a:r>
              <a:rPr lang="en-US" sz="2500">
                <a:solidFill>
                  <a:srgbClr val="FFFFFF"/>
                </a:solidFill>
                <a:latin typeface="Archivo Narrow"/>
                <a:ea typeface="Archivo Narrow"/>
                <a:cs typeface="Archivo Narrow"/>
                <a:sym typeface="Archivo Narrow"/>
              </a:rPr>
              <a:t> es implementable en sistemas reales porque requiere conocimiento del futuro.</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Uso: sirve como cota inferior teórica para evaluar el rendimiento de otros algoritmos. Si LRU está cerca de OPT, es suficientemente bueno.</a:t>
            </a:r>
          </a:p>
          <a:p>
            <a:pPr algn="l" marL="539751" indent="-269876" lvl="1">
              <a:lnSpc>
                <a:spcPts val="4500"/>
              </a:lnSpc>
              <a:buFont typeface="Arial"/>
              <a:buChar char="•"/>
            </a:pPr>
            <a:r>
              <a:rPr lang="en-US" sz="2500">
                <a:solidFill>
                  <a:srgbClr val="FFFFFF"/>
                </a:solidFill>
                <a:latin typeface="Archivo Narrow"/>
                <a:ea typeface="Archivo Narrow"/>
                <a:cs typeface="Archivo Narrow"/>
                <a:sym typeface="Archivo Narrow"/>
              </a:rPr>
              <a:t>Mismo ejemplo → 6 fallos (mínimo posible).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9797233" y="3612777"/>
            <a:ext cx="7882829" cy="3196692"/>
            <a:chOff x="0" y="0"/>
            <a:chExt cx="10510438" cy="4262255"/>
          </a:xfrm>
        </p:grpSpPr>
        <p:sp>
          <p:nvSpPr>
            <p:cNvPr name="Freeform 3" id="3"/>
            <p:cNvSpPr/>
            <p:nvPr/>
          </p:nvSpPr>
          <p:spPr>
            <a:xfrm flipH="false" flipV="false" rot="0">
              <a:off x="0" y="0"/>
              <a:ext cx="10510438" cy="4262244"/>
            </a:xfrm>
            <a:custGeom>
              <a:avLst/>
              <a:gdLst/>
              <a:ahLst/>
              <a:cxnLst/>
              <a:rect r="r" b="b" t="t" l="l"/>
              <a:pathLst>
                <a:path h="4262244" w="10510438">
                  <a:moveTo>
                    <a:pt x="0" y="0"/>
                  </a:moveTo>
                  <a:lnTo>
                    <a:pt x="10510438" y="0"/>
                  </a:lnTo>
                  <a:lnTo>
                    <a:pt x="10510438" y="4262244"/>
                  </a:lnTo>
                  <a:lnTo>
                    <a:pt x="0" y="4262244"/>
                  </a:lnTo>
                  <a:close/>
                </a:path>
              </a:pathLst>
            </a:custGeom>
            <a:blipFill>
              <a:blip r:embed="rId3">
                <a:alphaModFix amt="0"/>
              </a:blip>
              <a:stretch>
                <a:fillRect l="0" t="-71054" r="-100568" b="-21687"/>
              </a:stretch>
            </a:blipFill>
          </p:spPr>
        </p:sp>
        <p:sp>
          <p:nvSpPr>
            <p:cNvPr name="TextBox 4" id="4"/>
            <p:cNvSpPr txBox="true"/>
            <p:nvPr/>
          </p:nvSpPr>
          <p:spPr>
            <a:xfrm>
              <a:off x="0" y="0"/>
              <a:ext cx="10510438" cy="4262255"/>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Paginación baj</a:t>
              </a:r>
              <a:r>
                <a:rPr lang="en-US" sz="6400">
                  <a:solidFill>
                    <a:srgbClr val="92F7FF"/>
                  </a:solidFill>
                  <a:latin typeface="Archivo Black"/>
                  <a:ea typeface="Archivo Black"/>
                  <a:cs typeface="Archivo Black"/>
                  <a:sym typeface="Archivo Black"/>
                </a:rPr>
                <a:t>o Demanda y Fallos de Página</a:t>
              </a:r>
            </a:p>
          </p:txBody>
        </p:sp>
      </p:grpSp>
      <p:sp>
        <p:nvSpPr>
          <p:cNvPr name="Freeform 5" id="5"/>
          <p:cNvSpPr/>
          <p:nvPr/>
        </p:nvSpPr>
        <p:spPr>
          <a:xfrm flipH="false" flipV="false" rot="0">
            <a:off x="0" y="0"/>
            <a:ext cx="8597222" cy="10422246"/>
          </a:xfrm>
          <a:custGeom>
            <a:avLst/>
            <a:gdLst/>
            <a:ahLst/>
            <a:cxnLst/>
            <a:rect r="r" b="b" t="t" l="l"/>
            <a:pathLst>
              <a:path h="10422246" w="8597222">
                <a:moveTo>
                  <a:pt x="0" y="0"/>
                </a:moveTo>
                <a:lnTo>
                  <a:pt x="8597222" y="0"/>
                </a:lnTo>
                <a:lnTo>
                  <a:pt x="8597222" y="10422246"/>
                </a:lnTo>
                <a:lnTo>
                  <a:pt x="0" y="10422246"/>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0837551" cy="2225142"/>
            <a:chOff x="0" y="0"/>
            <a:chExt cx="14450068" cy="2966855"/>
          </a:xfrm>
        </p:grpSpPr>
        <p:sp>
          <p:nvSpPr>
            <p:cNvPr name="Freeform 3" id="3"/>
            <p:cNvSpPr/>
            <p:nvPr/>
          </p:nvSpPr>
          <p:spPr>
            <a:xfrm flipH="false" flipV="false" rot="0">
              <a:off x="0" y="0"/>
              <a:ext cx="14450067" cy="2966848"/>
            </a:xfrm>
            <a:custGeom>
              <a:avLst/>
              <a:gdLst/>
              <a:ahLst/>
              <a:cxnLst/>
              <a:rect r="r" b="b" t="t" l="l"/>
              <a:pathLst>
                <a:path h="2966848" w="14450067">
                  <a:moveTo>
                    <a:pt x="0" y="0"/>
                  </a:moveTo>
                  <a:lnTo>
                    <a:pt x="14450067" y="0"/>
                  </a:lnTo>
                  <a:lnTo>
                    <a:pt x="14450067" y="2966848"/>
                  </a:lnTo>
                  <a:lnTo>
                    <a:pt x="0" y="2966848"/>
                  </a:lnTo>
                  <a:close/>
                </a:path>
              </a:pathLst>
            </a:custGeom>
            <a:blipFill>
              <a:blip r:embed="rId3">
                <a:alphaModFix amt="0"/>
              </a:blip>
              <a:stretch>
                <a:fillRect l="0" t="-102078" r="-45886" b="-74818"/>
              </a:stretch>
            </a:blipFill>
          </p:spPr>
        </p:sp>
        <p:sp>
          <p:nvSpPr>
            <p:cNvPr name="TextBox 4" id="4"/>
            <p:cNvSpPr txBox="true"/>
            <p:nvPr/>
          </p:nvSpPr>
          <p:spPr>
            <a:xfrm>
              <a:off x="0" y="0"/>
              <a:ext cx="14450068" cy="2966855"/>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¿Qué</a:t>
              </a:r>
              <a:r>
                <a:rPr lang="en-US" sz="6400">
                  <a:solidFill>
                    <a:srgbClr val="92F7FF"/>
                  </a:solidFill>
                  <a:latin typeface="Archivo Black"/>
                  <a:ea typeface="Archivo Black"/>
                  <a:cs typeface="Archivo Black"/>
                  <a:sym typeface="Archivo Black"/>
                </a:rPr>
                <a:t> es la Paginación bajo Demanda?</a:t>
              </a:r>
            </a:p>
          </p:txBody>
        </p:sp>
      </p:grpSp>
      <p:sp>
        <p:nvSpPr>
          <p:cNvPr name="Freeform 5" id="5"/>
          <p:cNvSpPr/>
          <p:nvPr/>
        </p:nvSpPr>
        <p:spPr>
          <a:xfrm flipH="false" flipV="false" rot="0">
            <a:off x="11866251" y="2779762"/>
            <a:ext cx="4897838" cy="5577005"/>
          </a:xfrm>
          <a:custGeom>
            <a:avLst/>
            <a:gdLst/>
            <a:ahLst/>
            <a:cxnLst/>
            <a:rect r="r" b="b" t="t" l="l"/>
            <a:pathLst>
              <a:path h="5577005" w="4897838">
                <a:moveTo>
                  <a:pt x="0" y="0"/>
                </a:moveTo>
                <a:lnTo>
                  <a:pt x="4897838" y="0"/>
                </a:lnTo>
                <a:lnTo>
                  <a:pt x="4897838" y="5577005"/>
                </a:lnTo>
                <a:lnTo>
                  <a:pt x="0" y="5577005"/>
                </a:lnTo>
                <a:lnTo>
                  <a:pt x="0" y="0"/>
                </a:lnTo>
                <a:close/>
              </a:path>
            </a:pathLst>
          </a:custGeom>
          <a:blipFill>
            <a:blip r:embed="rId4"/>
            <a:stretch>
              <a:fillRect l="0" t="0" r="0" b="0"/>
            </a:stretch>
          </a:blipFill>
        </p:spPr>
      </p:sp>
      <p:sp>
        <p:nvSpPr>
          <p:cNvPr name="TextBox 6" id="6"/>
          <p:cNvSpPr txBox="true"/>
          <p:nvPr/>
        </p:nvSpPr>
        <p:spPr>
          <a:xfrm rot="0">
            <a:off x="526994" y="4195720"/>
            <a:ext cx="9535548" cy="4161047"/>
          </a:xfrm>
          <a:prstGeom prst="rect">
            <a:avLst/>
          </a:prstGeom>
        </p:spPr>
        <p:txBody>
          <a:bodyPr anchor="t" rtlCol="false" tIns="0" lIns="0" bIns="0" rIns="0">
            <a:spAutoFit/>
          </a:bodyPr>
          <a:lstStyle/>
          <a:p>
            <a:pPr algn="just" marL="570643" indent="-285322" lvl="1">
              <a:lnSpc>
                <a:spcPts val="4757"/>
              </a:lnSpc>
              <a:buFont typeface="Arial"/>
              <a:buChar char="•"/>
            </a:pPr>
            <a:r>
              <a:rPr lang="en-US" sz="2643">
                <a:solidFill>
                  <a:srgbClr val="FFFFFF"/>
                </a:solidFill>
                <a:latin typeface="Archivo Narrow"/>
                <a:ea typeface="Archivo Narrow"/>
                <a:cs typeface="Archivo Narrow"/>
                <a:sym typeface="Archivo Narrow"/>
              </a:rPr>
              <a:t>Estrategia donde las páginas de un proceso no se cargan en RAM al inicio, sino solo cuando el proceso las referencia por primera vez.</a:t>
            </a:r>
          </a:p>
          <a:p>
            <a:pPr algn="just" marL="570643" indent="-285322" lvl="1">
              <a:lnSpc>
                <a:spcPts val="4757"/>
              </a:lnSpc>
              <a:buFont typeface="Arial"/>
              <a:buChar char="•"/>
            </a:pPr>
            <a:r>
              <a:rPr lang="en-US" sz="2643">
                <a:solidFill>
                  <a:srgbClr val="FFFFFF"/>
                </a:solidFill>
                <a:latin typeface="Archivo Narrow"/>
                <a:ea typeface="Archivo Narrow"/>
                <a:cs typeface="Archivo Narrow"/>
                <a:sym typeface="Archivo Narrow"/>
              </a:rPr>
              <a:t>Combina el concepto de memoria virtual con la gestión lazy (perezosa) de recursos.</a:t>
            </a:r>
          </a:p>
          <a:p>
            <a:pPr algn="just" marL="570643" indent="-285322" lvl="1">
              <a:lnSpc>
                <a:spcPts val="4757"/>
              </a:lnSpc>
              <a:buFont typeface="Arial"/>
              <a:buChar char="•"/>
            </a:pPr>
            <a:r>
              <a:rPr lang="en-US" sz="2643">
                <a:solidFill>
                  <a:srgbClr val="FFFFFF"/>
                </a:solidFill>
                <a:latin typeface="Archivo Narrow"/>
                <a:ea typeface="Archivo Narrow"/>
                <a:cs typeface="Archivo Narrow"/>
                <a:sym typeface="Archivo Narrow"/>
              </a:rPr>
              <a:t>Analogía: es como un libro en una biblioteca — no se fotocopia entero antes de leerlo, solo se saca la página que se necesita.</a:t>
            </a:r>
          </a:p>
          <a:p>
            <a:pPr algn="just">
              <a:lnSpc>
                <a:spcPts val="4757"/>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3315649" y="712942"/>
            <a:ext cx="12528106" cy="8346850"/>
          </a:xfrm>
          <a:custGeom>
            <a:avLst/>
            <a:gdLst/>
            <a:ahLst/>
            <a:cxnLst/>
            <a:rect r="r" b="b" t="t" l="l"/>
            <a:pathLst>
              <a:path h="8346850" w="12528106">
                <a:moveTo>
                  <a:pt x="0" y="0"/>
                </a:moveTo>
                <a:lnTo>
                  <a:pt x="12528106" y="0"/>
                </a:lnTo>
                <a:lnTo>
                  <a:pt x="12528106" y="8346851"/>
                </a:lnTo>
                <a:lnTo>
                  <a:pt x="0" y="8346851"/>
                </a:lnTo>
                <a:lnTo>
                  <a:pt x="0" y="0"/>
                </a:lnTo>
                <a:close/>
              </a:path>
            </a:pathLst>
          </a:custGeom>
          <a:blipFill>
            <a:blip r:embed="rId3"/>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238402" y="1238404"/>
            <a:ext cx="9526641" cy="1618560"/>
            <a:chOff x="0" y="0"/>
            <a:chExt cx="12702188" cy="2158080"/>
          </a:xfrm>
        </p:grpSpPr>
        <p:sp>
          <p:nvSpPr>
            <p:cNvPr name="Freeform 3" id="3"/>
            <p:cNvSpPr/>
            <p:nvPr/>
          </p:nvSpPr>
          <p:spPr>
            <a:xfrm flipH="false" flipV="false" rot="0">
              <a:off x="0" y="0"/>
              <a:ext cx="12702187" cy="2158074"/>
            </a:xfrm>
            <a:custGeom>
              <a:avLst/>
              <a:gdLst/>
              <a:ahLst/>
              <a:cxnLst/>
              <a:rect r="r" b="b" t="t" l="l"/>
              <a:pathLst>
                <a:path h="2158074" w="12702187">
                  <a:moveTo>
                    <a:pt x="0" y="0"/>
                  </a:moveTo>
                  <a:lnTo>
                    <a:pt x="12702187" y="0"/>
                  </a:lnTo>
                  <a:lnTo>
                    <a:pt x="12702187" y="2158074"/>
                  </a:lnTo>
                  <a:lnTo>
                    <a:pt x="0" y="2158074"/>
                  </a:lnTo>
                  <a:close/>
                </a:path>
              </a:pathLst>
            </a:custGeom>
            <a:blipFill>
              <a:blip r:embed="rId3">
                <a:alphaModFix amt="0"/>
              </a:blip>
              <a:stretch>
                <a:fillRect l="0" t="-140334" r="-65960" b="-140335"/>
              </a:stretch>
            </a:blipFill>
          </p:spPr>
        </p:sp>
        <p:sp>
          <p:nvSpPr>
            <p:cNvPr name="TextBox 4" id="4"/>
            <p:cNvSpPr txBox="true"/>
            <p:nvPr/>
          </p:nvSpPr>
          <p:spPr>
            <a:xfrm>
              <a:off x="0" y="0"/>
              <a:ext cx="12702188"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Linux vs GNU/Linux</a:t>
              </a:r>
            </a:p>
          </p:txBody>
        </p:sp>
      </p:grpSp>
      <p:sp>
        <p:nvSpPr>
          <p:cNvPr name="TextBox 5" id="5"/>
          <p:cNvSpPr txBox="true"/>
          <p:nvPr/>
        </p:nvSpPr>
        <p:spPr>
          <a:xfrm rot="0">
            <a:off x="1028700" y="3359767"/>
            <a:ext cx="15702401" cy="5361197"/>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A menudo llamado simplemente "Linux", pero es una combinación:</a:t>
            </a:r>
          </a:p>
          <a:p>
            <a:pPr algn="just">
              <a:lnSpc>
                <a:spcPts val="4757"/>
              </a:lnSpc>
            </a:pPr>
          </a:p>
          <a:p>
            <a:pPr algn="just">
              <a:lnSpc>
                <a:spcPts val="4757"/>
              </a:lnSpc>
            </a:pPr>
            <a:r>
              <a:rPr lang="en-US" sz="2643">
                <a:solidFill>
                  <a:srgbClr val="FFFFFF"/>
                </a:solidFill>
                <a:latin typeface="Archivo Narrow"/>
                <a:ea typeface="Archivo Narrow"/>
                <a:cs typeface="Archivo Narrow"/>
                <a:sym typeface="Archivo Narrow"/>
              </a:rPr>
              <a:t>Linux: Es el nombre del Kernel (Núcleo).</a:t>
            </a:r>
          </a:p>
          <a:p>
            <a:pPr algn="just">
              <a:lnSpc>
                <a:spcPts val="4757"/>
              </a:lnSpc>
            </a:pPr>
            <a:r>
              <a:rPr lang="en-US" sz="2643">
                <a:solidFill>
                  <a:srgbClr val="FFFFFF"/>
                </a:solidFill>
                <a:latin typeface="Archivo Narrow"/>
                <a:ea typeface="Archivo Narrow"/>
                <a:cs typeface="Archivo Narrow"/>
                <a:sym typeface="Archivo Narrow"/>
              </a:rPr>
              <a:t>GNU: Proyecto que aporta herramientas (compiladores, shells, editores).</a:t>
            </a:r>
          </a:p>
          <a:p>
            <a:pPr algn="just">
              <a:lnSpc>
                <a:spcPts val="4757"/>
              </a:lnSpc>
            </a:pPr>
          </a:p>
          <a:p>
            <a:pPr algn="just">
              <a:lnSpc>
                <a:spcPts val="4757"/>
              </a:lnSpc>
            </a:pPr>
            <a:r>
              <a:rPr lang="en-US" sz="2643">
                <a:solidFill>
                  <a:srgbClr val="FFFFFF"/>
                </a:solidFill>
                <a:latin typeface="Archivo Narrow"/>
                <a:ea typeface="Archivo Narrow"/>
                <a:cs typeface="Archivo Narrow"/>
                <a:sym typeface="Archivo Narrow"/>
              </a:rPr>
              <a:t>* Filosofía: Software libre y de código abierto (FOSS).</a:t>
            </a:r>
          </a:p>
          <a:p>
            <a:pPr algn="just">
              <a:lnSpc>
                <a:spcPts val="4757"/>
              </a:lnSpc>
            </a:pPr>
          </a:p>
          <a:p>
            <a:pPr algn="just">
              <a:lnSpc>
                <a:spcPts val="4757"/>
              </a:lnSpc>
            </a:pPr>
            <a:r>
              <a:rPr lang="en-US" sz="2643">
                <a:solidFill>
                  <a:srgbClr val="FFFFFF"/>
                </a:solidFill>
                <a:latin typeface="Archivo Narrow"/>
                <a:ea typeface="Archivo Narrow"/>
                <a:cs typeface="Archivo Narrow"/>
                <a:sym typeface="Archivo Narrow"/>
              </a:rPr>
              <a:t>Cabe señalar que existen derivados que usan el núcleo Linux pero que no tienen componentes GNU, como el sistema operativo Android, asi como también existen distribuciones de software GNU donde el núcleo Linux está ausente como FreeBSD.</a:t>
            </a:r>
          </a:p>
        </p:txBody>
      </p:sp>
      <p:sp>
        <p:nvSpPr>
          <p:cNvPr name="Freeform 6" id="6"/>
          <p:cNvSpPr/>
          <p:nvPr/>
        </p:nvSpPr>
        <p:spPr>
          <a:xfrm flipH="false" flipV="false" rot="0">
            <a:off x="10649588" y="3182150"/>
            <a:ext cx="6081513" cy="4257059"/>
          </a:xfrm>
          <a:custGeom>
            <a:avLst/>
            <a:gdLst/>
            <a:ahLst/>
            <a:cxnLst/>
            <a:rect r="r" b="b" t="t" l="l"/>
            <a:pathLst>
              <a:path h="4257059" w="6081513">
                <a:moveTo>
                  <a:pt x="0" y="0"/>
                </a:moveTo>
                <a:lnTo>
                  <a:pt x="6081513" y="0"/>
                </a:lnTo>
                <a:lnTo>
                  <a:pt x="6081513" y="4257059"/>
                </a:lnTo>
                <a:lnTo>
                  <a:pt x="0" y="4257059"/>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9861970" y="909645"/>
            <a:ext cx="7186914" cy="2225141"/>
            <a:chOff x="0" y="0"/>
            <a:chExt cx="9582551" cy="2966855"/>
          </a:xfrm>
        </p:grpSpPr>
        <p:sp>
          <p:nvSpPr>
            <p:cNvPr name="Freeform 3" id="3"/>
            <p:cNvSpPr/>
            <p:nvPr/>
          </p:nvSpPr>
          <p:spPr>
            <a:xfrm flipH="false" flipV="false" rot="0">
              <a:off x="0" y="0"/>
              <a:ext cx="9582551" cy="2966848"/>
            </a:xfrm>
            <a:custGeom>
              <a:avLst/>
              <a:gdLst/>
              <a:ahLst/>
              <a:cxnLst/>
              <a:rect r="r" b="b" t="t" l="l"/>
              <a:pathLst>
                <a:path h="2966848" w="9582551">
                  <a:moveTo>
                    <a:pt x="0" y="0"/>
                  </a:moveTo>
                  <a:lnTo>
                    <a:pt x="9582551" y="0"/>
                  </a:lnTo>
                  <a:lnTo>
                    <a:pt x="9582551" y="2966848"/>
                  </a:lnTo>
                  <a:lnTo>
                    <a:pt x="0" y="2966848"/>
                  </a:lnTo>
                  <a:close/>
                </a:path>
              </a:pathLst>
            </a:custGeom>
            <a:blipFill>
              <a:blip r:embed="rId3">
                <a:alphaModFix amt="0"/>
              </a:blip>
              <a:stretch>
                <a:fillRect l="0" t="-102078" r="-119989" b="-74819"/>
              </a:stretch>
            </a:blipFill>
          </p:spPr>
        </p:sp>
        <p:sp>
          <p:nvSpPr>
            <p:cNvPr name="TextBox 4" id="4"/>
            <p:cNvSpPr txBox="true"/>
            <p:nvPr/>
          </p:nvSpPr>
          <p:spPr>
            <a:xfrm>
              <a:off x="0" y="0"/>
              <a:ext cx="9582551" cy="2966855"/>
            </a:xfrm>
            <a:prstGeom prst="rect">
              <a:avLst/>
            </a:prstGeom>
          </p:spPr>
          <p:txBody>
            <a:bodyPr anchor="ctr" rtlCol="false" tIns="0" lIns="0" bIns="0" rIns="0"/>
            <a:lstStyle/>
            <a:p>
              <a:pPr algn="l">
                <a:lnSpc>
                  <a:spcPts val="7679"/>
                </a:lnSpc>
              </a:pPr>
              <a:r>
                <a:rPr lang="en-US" sz="6399">
                  <a:solidFill>
                    <a:srgbClr val="92F7FF"/>
                  </a:solidFill>
                  <a:latin typeface="Archivo Black"/>
                  <a:ea typeface="Archivo Black"/>
                  <a:cs typeface="Archivo Black"/>
                  <a:sym typeface="Archivo Black"/>
                </a:rPr>
                <a:t>Arq</a:t>
              </a:r>
              <a:r>
                <a:rPr lang="en-US" sz="6399">
                  <a:solidFill>
                    <a:srgbClr val="92F7FF"/>
                  </a:solidFill>
                  <a:latin typeface="Archivo Black"/>
                  <a:ea typeface="Archivo Black"/>
                  <a:cs typeface="Archivo Black"/>
                  <a:sym typeface="Archivo Black"/>
                </a:rPr>
                <a:t>uitectura</a:t>
              </a:r>
            </a:p>
            <a:p>
              <a:pPr algn="l">
                <a:lnSpc>
                  <a:spcPts val="7679"/>
                </a:lnSpc>
              </a:pPr>
              <a:r>
                <a:rPr lang="en-US" sz="6399">
                  <a:solidFill>
                    <a:srgbClr val="92F7FF"/>
                  </a:solidFill>
                  <a:latin typeface="Archivo Black"/>
                  <a:ea typeface="Archivo Black"/>
                  <a:cs typeface="Archivo Black"/>
                  <a:sym typeface="Archivo Black"/>
                </a:rPr>
                <a:t>del Kernel</a:t>
              </a:r>
            </a:p>
          </p:txBody>
        </p:sp>
      </p:grpSp>
      <p:sp>
        <p:nvSpPr>
          <p:cNvPr name="Freeform 5" id="5"/>
          <p:cNvSpPr/>
          <p:nvPr/>
        </p:nvSpPr>
        <p:spPr>
          <a:xfrm flipH="false" flipV="false" rot="0">
            <a:off x="-196967" y="-248316"/>
            <a:ext cx="8823734" cy="11124085"/>
          </a:xfrm>
          <a:custGeom>
            <a:avLst/>
            <a:gdLst/>
            <a:ahLst/>
            <a:cxnLst/>
            <a:rect r="r" b="b" t="t" l="l"/>
            <a:pathLst>
              <a:path h="11124085" w="8823734">
                <a:moveTo>
                  <a:pt x="0" y="0"/>
                </a:moveTo>
                <a:lnTo>
                  <a:pt x="8823734" y="0"/>
                </a:lnTo>
                <a:lnTo>
                  <a:pt x="8823734" y="11124085"/>
                </a:lnTo>
                <a:lnTo>
                  <a:pt x="0" y="11124085"/>
                </a:lnTo>
                <a:lnTo>
                  <a:pt x="0" y="0"/>
                </a:lnTo>
                <a:close/>
              </a:path>
            </a:pathLst>
          </a:custGeom>
          <a:blipFill>
            <a:blip r:embed="rId4"/>
            <a:stretch>
              <a:fillRect l="-102316" t="-19736" r="-102316" b="-16033"/>
            </a:stretch>
          </a:blipFill>
        </p:spPr>
      </p:sp>
      <p:sp>
        <p:nvSpPr>
          <p:cNvPr name="TextBox 6" id="6"/>
          <p:cNvSpPr txBox="true"/>
          <p:nvPr/>
        </p:nvSpPr>
        <p:spPr>
          <a:xfrm rot="0">
            <a:off x="9861970" y="3684489"/>
            <a:ext cx="7095483" cy="5063491"/>
          </a:xfrm>
          <a:prstGeom prst="rect">
            <a:avLst/>
          </a:prstGeom>
        </p:spPr>
        <p:txBody>
          <a:bodyPr anchor="t" rtlCol="false" tIns="0" lIns="0" bIns="0" rIns="0">
            <a:spAutoFit/>
          </a:bodyPr>
          <a:lstStyle/>
          <a:p>
            <a:pPr algn="l">
              <a:lnSpc>
                <a:spcPts val="5039"/>
              </a:lnSpc>
            </a:pPr>
            <a:r>
              <a:rPr lang="en-US" sz="2799">
                <a:solidFill>
                  <a:srgbClr val="FFFFFF"/>
                </a:solidFill>
                <a:latin typeface="Archivo Narrow"/>
                <a:ea typeface="Archivo Narrow"/>
                <a:cs typeface="Archivo Narrow"/>
                <a:sym typeface="Archivo Narrow"/>
              </a:rPr>
              <a:t>Kernel de Linux.</a:t>
            </a:r>
          </a:p>
          <a:p>
            <a:pPr algn="l">
              <a:lnSpc>
                <a:spcPts val="5039"/>
              </a:lnSpc>
            </a:pPr>
          </a:p>
          <a:p>
            <a:pPr algn="l">
              <a:lnSpc>
                <a:spcPts val="5039"/>
              </a:lnSpc>
            </a:pPr>
            <a:r>
              <a:rPr lang="en-US" sz="2799">
                <a:solidFill>
                  <a:srgbClr val="FFFFFF"/>
                </a:solidFill>
                <a:latin typeface="Archivo Narrow"/>
                <a:ea typeface="Archivo Narrow"/>
                <a:cs typeface="Archivo Narrow"/>
                <a:sym typeface="Archivo Narrow"/>
              </a:rPr>
              <a:t>E</a:t>
            </a:r>
            <a:r>
              <a:rPr lang="en-US" sz="2799">
                <a:solidFill>
                  <a:srgbClr val="FFFFFF"/>
                </a:solidFill>
                <a:latin typeface="Archivo Narrow"/>
                <a:ea typeface="Archivo Narrow"/>
                <a:cs typeface="Archivo Narrow"/>
                <a:sym typeface="Archivo Narrow"/>
              </a:rPr>
              <a:t>structura del código fuente del Kernel.</a:t>
            </a:r>
          </a:p>
          <a:p>
            <a:pPr algn="l">
              <a:lnSpc>
                <a:spcPts val="5039"/>
              </a:lnSpc>
            </a:pPr>
          </a:p>
          <a:p>
            <a:pPr algn="l">
              <a:lnSpc>
                <a:spcPts val="5039"/>
              </a:lnSpc>
            </a:pPr>
            <a:r>
              <a:rPr lang="en-US" sz="2799">
                <a:solidFill>
                  <a:srgbClr val="FFFFFF"/>
                </a:solidFill>
                <a:latin typeface="Archivo Narrow"/>
                <a:ea typeface="Archivo Narrow"/>
                <a:cs typeface="Archivo Narrow"/>
                <a:sym typeface="Archivo Narrow"/>
              </a:rPr>
              <a:t>Escr</a:t>
            </a:r>
            <a:r>
              <a:rPr lang="en-US" sz="2799">
                <a:solidFill>
                  <a:srgbClr val="FFFFFF"/>
                </a:solidFill>
                <a:latin typeface="Archivo Narrow"/>
                <a:ea typeface="Archivo Narrow"/>
                <a:cs typeface="Archivo Narrow"/>
                <a:sym typeface="Archivo Narrow"/>
              </a:rPr>
              <a:t>ibir</a:t>
            </a:r>
            <a:r>
              <a:rPr lang="en-US" sz="2799">
                <a:solidFill>
                  <a:srgbClr val="FFFFFF"/>
                </a:solidFill>
                <a:latin typeface="Archivo Narrow"/>
                <a:ea typeface="Archivo Narrow"/>
                <a:cs typeface="Archivo Narrow"/>
                <a:sym typeface="Archivo Narrow"/>
              </a:rPr>
              <a:t> y compilar módulos del kernel (LKM).</a:t>
            </a:r>
          </a:p>
          <a:p>
            <a:pPr algn="l">
              <a:lnSpc>
                <a:spcPts val="5039"/>
              </a:lnSpc>
            </a:pPr>
          </a:p>
          <a:p>
            <a:pPr algn="l">
              <a:lnSpc>
                <a:spcPts val="5039"/>
              </a:lnSpc>
            </a:pPr>
            <a:r>
              <a:rPr lang="en-US" sz="2799">
                <a:solidFill>
                  <a:srgbClr val="FFFFFF"/>
                </a:solidFill>
                <a:latin typeface="Archivo Narrow"/>
                <a:ea typeface="Archivo Narrow"/>
                <a:cs typeface="Archivo Narrow"/>
                <a:sym typeface="Archivo Narrow"/>
              </a:rPr>
              <a:t>Carga y descarga de módulos dinámicos.</a:t>
            </a:r>
          </a:p>
          <a:p>
            <a:pPr algn="l">
              <a:lnSpc>
                <a:spcPts val="503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0729930" cy="1618560"/>
            <a:chOff x="0" y="0"/>
            <a:chExt cx="14306573" cy="2158080"/>
          </a:xfrm>
        </p:grpSpPr>
        <p:sp>
          <p:nvSpPr>
            <p:cNvPr name="Freeform 3" id="3"/>
            <p:cNvSpPr/>
            <p:nvPr/>
          </p:nvSpPr>
          <p:spPr>
            <a:xfrm flipH="false" flipV="false" rot="0">
              <a:off x="0" y="0"/>
              <a:ext cx="14306572" cy="2158074"/>
            </a:xfrm>
            <a:custGeom>
              <a:avLst/>
              <a:gdLst/>
              <a:ahLst/>
              <a:cxnLst/>
              <a:rect r="r" b="b" t="t" l="l"/>
              <a:pathLst>
                <a:path h="2158074" w="14306572">
                  <a:moveTo>
                    <a:pt x="0" y="0"/>
                  </a:moveTo>
                  <a:lnTo>
                    <a:pt x="14306572" y="0"/>
                  </a:lnTo>
                  <a:lnTo>
                    <a:pt x="14306572" y="2158074"/>
                  </a:lnTo>
                  <a:lnTo>
                    <a:pt x="0" y="2158074"/>
                  </a:lnTo>
                  <a:close/>
                </a:path>
              </a:pathLst>
            </a:custGeom>
            <a:blipFill>
              <a:blip r:embed="rId3">
                <a:alphaModFix amt="0"/>
              </a:blip>
              <a:stretch>
                <a:fillRect l="0" t="-140334" r="-47349" b="-140335"/>
              </a:stretch>
            </a:blipFill>
          </p:spPr>
        </p:sp>
        <p:sp>
          <p:nvSpPr>
            <p:cNvPr name="TextBox 4" id="4"/>
            <p:cNvSpPr txBox="true"/>
            <p:nvPr/>
          </p:nvSpPr>
          <p:spPr>
            <a:xfrm>
              <a:off x="0" y="0"/>
              <a:ext cx="14306573"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Kernel de Linux</a:t>
              </a:r>
            </a:p>
          </p:txBody>
        </p:sp>
      </p:grpSp>
      <p:sp>
        <p:nvSpPr>
          <p:cNvPr name="TextBox 5" id="5"/>
          <p:cNvSpPr txBox="true"/>
          <p:nvPr/>
        </p:nvSpPr>
        <p:spPr>
          <a:xfrm rot="0">
            <a:off x="1028700" y="3694014"/>
            <a:ext cx="7713903" cy="4161047"/>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Actúa como la interfaz principal entre el hardware y los procesos.</a:t>
            </a:r>
          </a:p>
          <a:p>
            <a:pPr algn="just">
              <a:lnSpc>
                <a:spcPts val="4757"/>
              </a:lnSpc>
            </a:pPr>
          </a:p>
          <a:p>
            <a:pPr algn="l" marL="570643" indent="-285322" lvl="1">
              <a:lnSpc>
                <a:spcPts val="4757"/>
              </a:lnSpc>
              <a:buFont typeface="Arial"/>
              <a:buChar char="•"/>
            </a:pPr>
            <a:r>
              <a:rPr lang="en-US" sz="2643">
                <a:solidFill>
                  <a:srgbClr val="FFFFFF"/>
                </a:solidFill>
                <a:latin typeface="Archivo Narrow"/>
                <a:ea typeface="Archivo Narrow"/>
                <a:cs typeface="Archivo Narrow"/>
                <a:sym typeface="Archivo Narrow"/>
              </a:rPr>
              <a:t>Gestor de Procesos: Planificación y multitarea.</a:t>
            </a:r>
          </a:p>
          <a:p>
            <a:pPr algn="l" marL="570643" indent="-285322" lvl="1">
              <a:lnSpc>
                <a:spcPts val="4757"/>
              </a:lnSpc>
              <a:buFont typeface="Arial"/>
              <a:buChar char="•"/>
            </a:pPr>
            <a:r>
              <a:rPr lang="en-US" sz="2643">
                <a:solidFill>
                  <a:srgbClr val="FFFFFF"/>
                </a:solidFill>
                <a:latin typeface="Archivo Narrow"/>
                <a:ea typeface="Archivo Narrow"/>
                <a:cs typeface="Archivo Narrow"/>
                <a:sym typeface="Archivo Narrow"/>
              </a:rPr>
              <a:t>Gestión de Memoria: Paginación y segmentación.</a:t>
            </a:r>
          </a:p>
          <a:p>
            <a:pPr algn="l" marL="570643" indent="-285322" lvl="1">
              <a:lnSpc>
                <a:spcPts val="4757"/>
              </a:lnSpc>
              <a:buFont typeface="Arial"/>
              <a:buChar char="•"/>
            </a:pPr>
            <a:r>
              <a:rPr lang="en-US" sz="2643">
                <a:solidFill>
                  <a:srgbClr val="FFFFFF"/>
                </a:solidFill>
                <a:latin typeface="Archivo Narrow"/>
                <a:ea typeface="Archivo Narrow"/>
                <a:cs typeface="Archivo Narrow"/>
                <a:sym typeface="Archivo Narrow"/>
              </a:rPr>
              <a:t>Subsistema de Archivos: Interfaz común (VFS).</a:t>
            </a:r>
          </a:p>
          <a:p>
            <a:pPr algn="l" marL="570643" indent="-285322" lvl="1">
              <a:lnSpc>
                <a:spcPts val="4757"/>
              </a:lnSpc>
              <a:buFont typeface="Arial"/>
              <a:buChar char="•"/>
            </a:pPr>
            <a:r>
              <a:rPr lang="en-US" sz="2643">
                <a:solidFill>
                  <a:srgbClr val="FFFFFF"/>
                </a:solidFill>
                <a:latin typeface="Archivo Narrow"/>
                <a:ea typeface="Archivo Narrow"/>
                <a:cs typeface="Archivo Narrow"/>
                <a:sym typeface="Archivo Narrow"/>
              </a:rPr>
              <a:t>Syscalls: API para solicitudes del usuario.</a:t>
            </a:r>
          </a:p>
        </p:txBody>
      </p:sp>
      <p:sp>
        <p:nvSpPr>
          <p:cNvPr name="Freeform 6" id="6"/>
          <p:cNvSpPr/>
          <p:nvPr/>
        </p:nvSpPr>
        <p:spPr>
          <a:xfrm flipH="false" flipV="false" rot="0">
            <a:off x="9144000" y="2867330"/>
            <a:ext cx="8115300" cy="6390970"/>
          </a:xfrm>
          <a:custGeom>
            <a:avLst/>
            <a:gdLst/>
            <a:ahLst/>
            <a:cxnLst/>
            <a:rect r="r" b="b" t="t" l="l"/>
            <a:pathLst>
              <a:path h="6390970" w="8115300">
                <a:moveTo>
                  <a:pt x="0" y="0"/>
                </a:moveTo>
                <a:lnTo>
                  <a:pt x="8115300" y="0"/>
                </a:lnTo>
                <a:lnTo>
                  <a:pt x="8115300" y="6390970"/>
                </a:lnTo>
                <a:lnTo>
                  <a:pt x="0" y="6390970"/>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0729930" cy="2225142"/>
            <a:chOff x="0" y="0"/>
            <a:chExt cx="14306573" cy="2966855"/>
          </a:xfrm>
        </p:grpSpPr>
        <p:sp>
          <p:nvSpPr>
            <p:cNvPr name="Freeform 3" id="3"/>
            <p:cNvSpPr/>
            <p:nvPr/>
          </p:nvSpPr>
          <p:spPr>
            <a:xfrm flipH="false" flipV="false" rot="0">
              <a:off x="0" y="0"/>
              <a:ext cx="14306572" cy="2966848"/>
            </a:xfrm>
            <a:custGeom>
              <a:avLst/>
              <a:gdLst/>
              <a:ahLst/>
              <a:cxnLst/>
              <a:rect r="r" b="b" t="t" l="l"/>
              <a:pathLst>
                <a:path h="2966848" w="14306572">
                  <a:moveTo>
                    <a:pt x="0" y="0"/>
                  </a:moveTo>
                  <a:lnTo>
                    <a:pt x="14306572" y="0"/>
                  </a:lnTo>
                  <a:lnTo>
                    <a:pt x="14306572" y="2966848"/>
                  </a:lnTo>
                  <a:lnTo>
                    <a:pt x="0" y="2966848"/>
                  </a:lnTo>
                  <a:close/>
                </a:path>
              </a:pathLst>
            </a:custGeom>
            <a:blipFill>
              <a:blip r:embed="rId3">
                <a:alphaModFix amt="0"/>
              </a:blip>
              <a:stretch>
                <a:fillRect l="0" t="-102078" r="-47349" b="-74818"/>
              </a:stretch>
            </a:blipFill>
          </p:spPr>
        </p:sp>
        <p:sp>
          <p:nvSpPr>
            <p:cNvPr name="TextBox 4" id="4"/>
            <p:cNvSpPr txBox="true"/>
            <p:nvPr/>
          </p:nvSpPr>
          <p:spPr>
            <a:xfrm>
              <a:off x="0" y="0"/>
              <a:ext cx="14306573" cy="2966855"/>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Estructura del código fuente del Kernel</a:t>
              </a:r>
            </a:p>
          </p:txBody>
        </p:sp>
      </p:grpSp>
      <p:sp>
        <p:nvSpPr>
          <p:cNvPr name="Freeform 5" id="5"/>
          <p:cNvSpPr/>
          <p:nvPr/>
        </p:nvSpPr>
        <p:spPr>
          <a:xfrm flipH="false" flipV="false" rot="0">
            <a:off x="9772664" y="3594240"/>
            <a:ext cx="7633636" cy="5664060"/>
          </a:xfrm>
          <a:custGeom>
            <a:avLst/>
            <a:gdLst/>
            <a:ahLst/>
            <a:cxnLst/>
            <a:rect r="r" b="b" t="t" l="l"/>
            <a:pathLst>
              <a:path h="5664060" w="7633636">
                <a:moveTo>
                  <a:pt x="0" y="0"/>
                </a:moveTo>
                <a:lnTo>
                  <a:pt x="7633637" y="0"/>
                </a:lnTo>
                <a:lnTo>
                  <a:pt x="7633637" y="5664060"/>
                </a:lnTo>
                <a:lnTo>
                  <a:pt x="0" y="5664060"/>
                </a:lnTo>
                <a:lnTo>
                  <a:pt x="0" y="0"/>
                </a:lnTo>
                <a:close/>
              </a:path>
            </a:pathLst>
          </a:custGeom>
          <a:blipFill>
            <a:blip r:embed="rId4"/>
            <a:stretch>
              <a:fillRect l="0" t="0" r="0" b="0"/>
            </a:stretch>
          </a:blipFill>
        </p:spPr>
      </p:sp>
      <p:sp>
        <p:nvSpPr>
          <p:cNvPr name="TextBox 6" id="6"/>
          <p:cNvSpPr txBox="true"/>
          <p:nvPr/>
        </p:nvSpPr>
        <p:spPr>
          <a:xfrm rot="0">
            <a:off x="1028700" y="3694014"/>
            <a:ext cx="8115300" cy="4161047"/>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El código fuente del kernel de Linux está organizado en varios subdirectorios dentro del árbol de código principal, cada uno dedicado a un subsistema específico.</a:t>
            </a:r>
          </a:p>
          <a:p>
            <a:pPr algn="just">
              <a:lnSpc>
                <a:spcPts val="4757"/>
              </a:lnSpc>
            </a:pPr>
          </a:p>
          <a:p>
            <a:pPr algn="just">
              <a:lnSpc>
                <a:spcPts val="4757"/>
              </a:lnSpc>
            </a:pPr>
            <a:r>
              <a:rPr lang="en-US" sz="2643">
                <a:solidFill>
                  <a:srgbClr val="FFFFFF"/>
                </a:solidFill>
                <a:latin typeface="Archivo Narrow"/>
                <a:ea typeface="Archivo Narrow"/>
                <a:cs typeface="Archivo Narrow"/>
                <a:sym typeface="Archivo Narrow"/>
              </a:rPr>
              <a:t>Esta estructura modular permite mantener el código bien organizado y facilita el mantenimiento y desarrollo de nuevas características.</a:t>
            </a:r>
          </a:p>
        </p:txBody>
      </p:sp>
    </p:spTree>
  </p:cSld>
  <p:clrMapOvr>
    <a:masterClrMapping/>
  </p:clrMapOvr>
</p:sld>
</file>

<file path=ppt/slides/slide22.xml><?xml version="1.0" encoding="utf-8"?>
<p:sld xmlns:p="http://schemas.openxmlformats.org/presentationml/2006/main" xmlns:a="http://schemas.openxmlformats.org/drawingml/2006/main">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1028700" y="725278"/>
            <a:ext cx="16230600" cy="8961647"/>
          </a:xfrm>
          <a:prstGeom prst="rect">
            <a:avLst/>
          </a:prstGeom>
        </p:spPr>
        <p:txBody>
          <a:bodyPr anchor="t" rtlCol="false" tIns="0" lIns="0" bIns="0" rIns="0">
            <a:spAutoFit/>
          </a:bodyPr>
          <a:lstStyle/>
          <a:p>
            <a:pPr algn="just">
              <a:lnSpc>
                <a:spcPts val="4757"/>
              </a:lnSpc>
            </a:pPr>
            <a:r>
              <a:rPr lang="en-US" sz="2643" b="true">
                <a:solidFill>
                  <a:srgbClr val="FFFFFF"/>
                </a:solidFill>
                <a:latin typeface="Archivo Narrow Bold"/>
                <a:ea typeface="Archivo Narrow Bold"/>
                <a:cs typeface="Archivo Narrow Bold"/>
                <a:sym typeface="Archivo Narrow Bold"/>
              </a:rPr>
              <a:t>/arch</a:t>
            </a:r>
            <a:r>
              <a:rPr lang="en-US" sz="2643">
                <a:solidFill>
                  <a:srgbClr val="FFFFFF"/>
                </a:solidFill>
                <a:latin typeface="Archivo Narrow"/>
                <a:ea typeface="Archivo Narrow"/>
                <a:cs typeface="Archivo Narrow"/>
                <a:sym typeface="Archivo Narrow"/>
              </a:rPr>
              <a:t>: Contiene el código específico para diferentes arquitecturas de hardware (como x86, ARM, MIPS, etc.). Aquí se encuentran las configuraciones y adaptaciones del kernel para funcionar en diferentes plataformas.</a:t>
            </a:r>
          </a:p>
          <a:p>
            <a:pPr algn="just">
              <a:lnSpc>
                <a:spcPts val="4757"/>
              </a:lnSpc>
            </a:pPr>
          </a:p>
          <a:p>
            <a:pPr algn="just">
              <a:lnSpc>
                <a:spcPts val="4757"/>
              </a:lnSpc>
            </a:pPr>
            <a:r>
              <a:rPr lang="en-US" sz="2643" b="true">
                <a:solidFill>
                  <a:srgbClr val="FFFFFF"/>
                </a:solidFill>
                <a:latin typeface="Archivo Narrow Bold"/>
                <a:ea typeface="Archivo Narrow Bold"/>
                <a:cs typeface="Archivo Narrow Bold"/>
                <a:sym typeface="Archivo Narrow Bold"/>
              </a:rPr>
              <a:t>/kernel:</a:t>
            </a:r>
            <a:r>
              <a:rPr lang="en-US" sz="2643">
                <a:solidFill>
                  <a:srgbClr val="FFFFFF"/>
                </a:solidFill>
                <a:latin typeface="Archivo Narrow"/>
                <a:ea typeface="Archivo Narrow"/>
                <a:cs typeface="Archivo Narrow"/>
                <a:sym typeface="Archivo Narrow"/>
              </a:rPr>
              <a:t> Incluye el núcleo del código del sistema operativo, con funcionalidades como la gestión de procesos, sincronización, y planificación. Es el corazón del sistema y maneja la lógica central del kernel.</a:t>
            </a:r>
          </a:p>
          <a:p>
            <a:pPr algn="just">
              <a:lnSpc>
                <a:spcPts val="4757"/>
              </a:lnSpc>
            </a:pPr>
          </a:p>
          <a:p>
            <a:pPr algn="just">
              <a:lnSpc>
                <a:spcPts val="4757"/>
              </a:lnSpc>
            </a:pPr>
            <a:r>
              <a:rPr lang="en-US" sz="2643">
                <a:solidFill>
                  <a:srgbClr val="FFFFFF"/>
                </a:solidFill>
                <a:latin typeface="Archivo Narrow"/>
                <a:ea typeface="Archivo Narrow"/>
                <a:cs typeface="Archivo Narrow"/>
                <a:sym typeface="Archivo Narrow"/>
              </a:rPr>
              <a:t>/</a:t>
            </a:r>
            <a:r>
              <a:rPr lang="en-US" sz="2643" b="true">
                <a:solidFill>
                  <a:srgbClr val="FFFFFF"/>
                </a:solidFill>
                <a:latin typeface="Archivo Narrow Bold"/>
                <a:ea typeface="Archivo Narrow Bold"/>
                <a:cs typeface="Archivo Narrow Bold"/>
                <a:sym typeface="Archivo Narrow Bold"/>
              </a:rPr>
              <a:t>include</a:t>
            </a:r>
            <a:r>
              <a:rPr lang="en-US" sz="2643">
                <a:solidFill>
                  <a:srgbClr val="FFFFFF"/>
                </a:solidFill>
                <a:latin typeface="Archivo Narrow"/>
                <a:ea typeface="Archivo Narrow"/>
                <a:cs typeface="Archivo Narrow"/>
                <a:sym typeface="Archivo Narrow"/>
              </a:rPr>
              <a:t>: Contiene los archivos de cabecera utilizados por el resto del kernel. Estos archivos definen estructuras de datos, funciones, y constantes usadas a lo largo del código.</a:t>
            </a:r>
          </a:p>
          <a:p>
            <a:pPr algn="just">
              <a:lnSpc>
                <a:spcPts val="4757"/>
              </a:lnSpc>
            </a:pPr>
          </a:p>
          <a:p>
            <a:pPr algn="just">
              <a:lnSpc>
                <a:spcPts val="4757"/>
              </a:lnSpc>
            </a:pPr>
            <a:r>
              <a:rPr lang="en-US" sz="2643" b="true">
                <a:solidFill>
                  <a:srgbClr val="FFFFFF"/>
                </a:solidFill>
                <a:latin typeface="Archivo Narrow Bold"/>
                <a:ea typeface="Archivo Narrow Bold"/>
                <a:cs typeface="Archivo Narrow Bold"/>
                <a:sym typeface="Archivo Narrow Bold"/>
              </a:rPr>
              <a:t>/fs</a:t>
            </a:r>
            <a:r>
              <a:rPr lang="en-US" sz="2643">
                <a:solidFill>
                  <a:srgbClr val="FFFFFF"/>
                </a:solidFill>
                <a:latin typeface="Archivo Narrow"/>
                <a:ea typeface="Archivo Narrow"/>
                <a:cs typeface="Archivo Narrow"/>
                <a:sym typeface="Archivo Narrow"/>
              </a:rPr>
              <a:t>: Código relacionado con los sistemas de archivos soportados por Linux. Aquí se implementan los diferentes tipos de sistemas de archivos y el VFS (Virtual File System).</a:t>
            </a:r>
          </a:p>
          <a:p>
            <a:pPr algn="just">
              <a:lnSpc>
                <a:spcPts val="4757"/>
              </a:lnSpc>
            </a:pPr>
          </a:p>
          <a:p>
            <a:pPr algn="just">
              <a:lnSpc>
                <a:spcPts val="4757"/>
              </a:lnSpc>
            </a:pPr>
            <a:r>
              <a:rPr lang="en-US" b="true" sz="2643">
                <a:solidFill>
                  <a:srgbClr val="FFFFFF"/>
                </a:solidFill>
                <a:latin typeface="Archivo Narrow Bold"/>
                <a:ea typeface="Archivo Narrow Bold"/>
                <a:cs typeface="Archivo Narrow Bold"/>
                <a:sym typeface="Archivo Narrow Bold"/>
              </a:rPr>
              <a:t>/drivers</a:t>
            </a:r>
            <a:r>
              <a:rPr lang="en-US" sz="2643">
                <a:solidFill>
                  <a:srgbClr val="FFFFFF"/>
                </a:solidFill>
                <a:latin typeface="Archivo Narrow"/>
                <a:ea typeface="Archivo Narrow"/>
                <a:cs typeface="Archivo Narrow"/>
                <a:sym typeface="Archivo Narrow"/>
              </a:rPr>
              <a:t>: Contiene los controladores de dispositivos para el hardware, como controladores de red, de almacenamiento, de video, y otros periféricos. Esta estructura modular permite que los drivers se carguen y descarguen dinámicamente, mejorando la adaptabilidad del kernel.</a:t>
            </a:r>
          </a:p>
        </p:txBody>
      </p:sp>
    </p:spTree>
  </p:cSld>
  <p:clrMapOvr>
    <a:masterClrMapping/>
  </p:clrMapOvr>
</p:sld>
</file>

<file path=ppt/slides/slide23.xml><?xml version="1.0" encoding="utf-8"?>
<p:sld xmlns:p="http://schemas.openxmlformats.org/presentationml/2006/main" xmlns:a="http://schemas.openxmlformats.org/drawingml/2006/main">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1028700" y="725278"/>
            <a:ext cx="16230600" cy="7761497"/>
          </a:xfrm>
          <a:prstGeom prst="rect">
            <a:avLst/>
          </a:prstGeom>
        </p:spPr>
        <p:txBody>
          <a:bodyPr anchor="t" rtlCol="false" tIns="0" lIns="0" bIns="0" rIns="0">
            <a:spAutoFit/>
          </a:bodyPr>
          <a:lstStyle/>
          <a:p>
            <a:pPr algn="just">
              <a:lnSpc>
                <a:spcPts val="4757"/>
              </a:lnSpc>
            </a:pPr>
            <a:r>
              <a:rPr lang="en-US" sz="2643" b="true">
                <a:solidFill>
                  <a:srgbClr val="FFFFFF"/>
                </a:solidFill>
                <a:latin typeface="Archivo Narrow Bold"/>
                <a:ea typeface="Archivo Narrow Bold"/>
                <a:cs typeface="Archivo Narrow Bold"/>
                <a:sym typeface="Archivo Narrow Bold"/>
              </a:rPr>
              <a:t>/net</a:t>
            </a:r>
            <a:r>
              <a:rPr lang="en-US" sz="2643">
                <a:solidFill>
                  <a:srgbClr val="FFFFFF"/>
                </a:solidFill>
                <a:latin typeface="Archivo Narrow"/>
                <a:ea typeface="Archivo Narrow"/>
                <a:cs typeface="Archivo Narrow"/>
                <a:sym typeface="Archivo Narrow"/>
              </a:rPr>
              <a:t>: Incluye el código para la pila de redes y los protocolos de comunicación, como TCP/IP, IPv4, IPv6, y otros. Este directorio es fundamental para todas las funcionalidades de red del kernel.</a:t>
            </a:r>
          </a:p>
          <a:p>
            <a:pPr algn="just">
              <a:lnSpc>
                <a:spcPts val="4757"/>
              </a:lnSpc>
            </a:pPr>
          </a:p>
          <a:p>
            <a:pPr algn="just">
              <a:lnSpc>
                <a:spcPts val="4757"/>
              </a:lnSpc>
            </a:pPr>
            <a:r>
              <a:rPr lang="en-US" sz="2643">
                <a:solidFill>
                  <a:srgbClr val="FFFFFF"/>
                </a:solidFill>
                <a:latin typeface="Archivo Narrow"/>
                <a:ea typeface="Archivo Narrow"/>
                <a:cs typeface="Archivo Narrow"/>
                <a:sym typeface="Archivo Narrow"/>
              </a:rPr>
              <a:t>/</a:t>
            </a:r>
            <a:r>
              <a:rPr lang="en-US" sz="2643" b="true">
                <a:solidFill>
                  <a:srgbClr val="FFFFFF"/>
                </a:solidFill>
                <a:latin typeface="Archivo Narrow Bold"/>
                <a:ea typeface="Archivo Narrow Bold"/>
                <a:cs typeface="Archivo Narrow Bold"/>
                <a:sym typeface="Archivo Narrow Bold"/>
              </a:rPr>
              <a:t>mm</a:t>
            </a:r>
            <a:r>
              <a:rPr lang="en-US" sz="2643">
                <a:solidFill>
                  <a:srgbClr val="FFFFFF"/>
                </a:solidFill>
                <a:latin typeface="Archivo Narrow"/>
                <a:ea typeface="Archivo Narrow"/>
                <a:cs typeface="Archivo Narrow"/>
                <a:sym typeface="Archivo Narrow"/>
              </a:rPr>
              <a:t>: Contiene el código de gestión de memoria, incluyendo algoritmos de administración de memoria virtual, paginación, intercambio (swapping) y asignación de memoria. Esta sección es crucial para optimizar el uso de recursos y evitar cuellos de botella.</a:t>
            </a:r>
          </a:p>
          <a:p>
            <a:pPr algn="just">
              <a:lnSpc>
                <a:spcPts val="4757"/>
              </a:lnSpc>
            </a:pPr>
          </a:p>
          <a:p>
            <a:pPr algn="just">
              <a:lnSpc>
                <a:spcPts val="4757"/>
              </a:lnSpc>
            </a:pPr>
            <a:r>
              <a:rPr lang="en-US" sz="2643" b="true">
                <a:solidFill>
                  <a:srgbClr val="FFFFFF"/>
                </a:solidFill>
                <a:latin typeface="Archivo Narrow Bold"/>
                <a:ea typeface="Archivo Narrow Bold"/>
                <a:cs typeface="Archivo Narrow Bold"/>
                <a:sym typeface="Archivo Narrow Bold"/>
              </a:rPr>
              <a:t>/security</a:t>
            </a:r>
            <a:r>
              <a:rPr lang="en-US" sz="2643">
                <a:solidFill>
                  <a:srgbClr val="FFFFFF"/>
                </a:solidFill>
                <a:latin typeface="Archivo Narrow"/>
                <a:ea typeface="Archivo Narrow"/>
                <a:cs typeface="Archivo Narrow"/>
                <a:sym typeface="Archivo Narrow"/>
              </a:rPr>
              <a:t>: Código relacionado con la seguridad del sistema, como el módulo SELinux, AppArmor, y otros mecanismos de control de acceso. También se ocupa de la implementación de políticas de seguridad para proteger el sistema de amenazas.</a:t>
            </a:r>
          </a:p>
          <a:p>
            <a:pPr algn="just">
              <a:lnSpc>
                <a:spcPts val="4757"/>
              </a:lnSpc>
            </a:pPr>
          </a:p>
          <a:p>
            <a:pPr algn="just">
              <a:lnSpc>
                <a:spcPts val="4757"/>
              </a:lnSpc>
            </a:pPr>
            <a:r>
              <a:rPr lang="en-US" b="true" sz="2643">
                <a:solidFill>
                  <a:srgbClr val="FFFFFF"/>
                </a:solidFill>
                <a:latin typeface="Archivo Narrow Bold"/>
                <a:ea typeface="Archivo Narrow Bold"/>
                <a:cs typeface="Archivo Narrow Bold"/>
                <a:sym typeface="Archivo Narrow Bold"/>
              </a:rPr>
              <a:t>/init</a:t>
            </a:r>
            <a:r>
              <a:rPr lang="en-US" sz="2643">
                <a:solidFill>
                  <a:srgbClr val="FFFFFF"/>
                </a:solidFill>
                <a:latin typeface="Archivo Narrow"/>
                <a:ea typeface="Archivo Narrow"/>
                <a:cs typeface="Archivo Narrow"/>
                <a:sym typeface="Archivo Narrow"/>
              </a:rPr>
              <a:t>: Contiene el código de inicialización del kernel que se ejecuta al inicio del sistema. Este código prepara el entorno y carga las configuraciones necesarias para que el kernel pueda iniciar correctamente.</a:t>
            </a:r>
          </a:p>
          <a:p>
            <a:pPr algn="just">
              <a:lnSpc>
                <a:spcPts val="4757"/>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2100341" cy="1618560"/>
            <a:chOff x="0" y="0"/>
            <a:chExt cx="16133789" cy="2158080"/>
          </a:xfrm>
        </p:grpSpPr>
        <p:sp>
          <p:nvSpPr>
            <p:cNvPr name="Freeform 3" id="3"/>
            <p:cNvSpPr/>
            <p:nvPr/>
          </p:nvSpPr>
          <p:spPr>
            <a:xfrm flipH="false" flipV="false" rot="0">
              <a:off x="0" y="0"/>
              <a:ext cx="16133787" cy="2158074"/>
            </a:xfrm>
            <a:custGeom>
              <a:avLst/>
              <a:gdLst/>
              <a:ahLst/>
              <a:cxnLst/>
              <a:rect r="r" b="b" t="t" l="l"/>
              <a:pathLst>
                <a:path h="2158074" w="16133787">
                  <a:moveTo>
                    <a:pt x="0" y="0"/>
                  </a:moveTo>
                  <a:lnTo>
                    <a:pt x="16133787" y="0"/>
                  </a:lnTo>
                  <a:lnTo>
                    <a:pt x="16133787" y="2158074"/>
                  </a:lnTo>
                  <a:lnTo>
                    <a:pt x="0" y="2158074"/>
                  </a:lnTo>
                  <a:close/>
                </a:path>
              </a:pathLst>
            </a:custGeom>
            <a:blipFill>
              <a:blip r:embed="rId3">
                <a:alphaModFix amt="0"/>
              </a:blip>
              <a:stretch>
                <a:fillRect l="0" t="-140334" r="-30661" b="-140335"/>
              </a:stretch>
            </a:blipFill>
          </p:spPr>
        </p:sp>
        <p:sp>
          <p:nvSpPr>
            <p:cNvPr name="TextBox 4" id="4"/>
            <p:cNvSpPr txBox="true"/>
            <p:nvPr/>
          </p:nvSpPr>
          <p:spPr>
            <a:xfrm>
              <a:off x="0" y="0"/>
              <a:ext cx="16133789"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Módulos del kernel (LKM)</a:t>
              </a:r>
            </a:p>
          </p:txBody>
        </p:sp>
      </p:grpSp>
      <p:sp>
        <p:nvSpPr>
          <p:cNvPr name="Freeform 5" id="5"/>
          <p:cNvSpPr/>
          <p:nvPr/>
        </p:nvSpPr>
        <p:spPr>
          <a:xfrm flipH="false" flipV="false" rot="0">
            <a:off x="9512588" y="3010241"/>
            <a:ext cx="7746712" cy="5642531"/>
          </a:xfrm>
          <a:custGeom>
            <a:avLst/>
            <a:gdLst/>
            <a:ahLst/>
            <a:cxnLst/>
            <a:rect r="r" b="b" t="t" l="l"/>
            <a:pathLst>
              <a:path h="5642531" w="7746712">
                <a:moveTo>
                  <a:pt x="0" y="0"/>
                </a:moveTo>
                <a:lnTo>
                  <a:pt x="7746712" y="0"/>
                </a:lnTo>
                <a:lnTo>
                  <a:pt x="7746712" y="5642531"/>
                </a:lnTo>
                <a:lnTo>
                  <a:pt x="0" y="5642531"/>
                </a:lnTo>
                <a:lnTo>
                  <a:pt x="0" y="0"/>
                </a:lnTo>
                <a:close/>
              </a:path>
            </a:pathLst>
          </a:custGeom>
          <a:blipFill>
            <a:blip r:embed="rId4"/>
            <a:stretch>
              <a:fillRect l="-14936" t="0" r="-14553" b="0"/>
            </a:stretch>
          </a:blipFill>
        </p:spPr>
      </p:sp>
      <p:sp>
        <p:nvSpPr>
          <p:cNvPr name="TextBox 6" id="6"/>
          <p:cNvSpPr txBox="true"/>
          <p:nvPr/>
        </p:nvSpPr>
        <p:spPr>
          <a:xfrm rot="0">
            <a:off x="1028700" y="2848316"/>
            <a:ext cx="6861875" cy="4161047"/>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Los módulos del kernel son componentes de código que se pueden cargar y descargar en tiempo de ejecución, lo que permite extender las funcionalidades del kernel sin necesidad de recompilar el sistema.</a:t>
            </a:r>
          </a:p>
          <a:p>
            <a:pPr algn="just">
              <a:lnSpc>
                <a:spcPts val="4757"/>
              </a:lnSpc>
            </a:pPr>
          </a:p>
          <a:p>
            <a:pPr algn="just">
              <a:lnSpc>
                <a:spcPts val="4757"/>
              </a:lnSpc>
            </a:pPr>
            <a:r>
              <a:rPr lang="en-US" sz="2643">
                <a:solidFill>
                  <a:srgbClr val="FFFFFF"/>
                </a:solidFill>
                <a:latin typeface="Archivo Narrow"/>
                <a:ea typeface="Archivo Narrow"/>
                <a:cs typeface="Archivo Narrow"/>
                <a:sym typeface="Archivo Narrow"/>
              </a:rPr>
              <a:t>Esto proporciona flexibilidad y facilidad de mantenimiento al sistema operativo.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2100341" cy="1618560"/>
            <a:chOff x="0" y="0"/>
            <a:chExt cx="16133789" cy="2158080"/>
          </a:xfrm>
        </p:grpSpPr>
        <p:sp>
          <p:nvSpPr>
            <p:cNvPr name="Freeform 3" id="3"/>
            <p:cNvSpPr/>
            <p:nvPr/>
          </p:nvSpPr>
          <p:spPr>
            <a:xfrm flipH="false" flipV="false" rot="0">
              <a:off x="0" y="0"/>
              <a:ext cx="16133787" cy="2158074"/>
            </a:xfrm>
            <a:custGeom>
              <a:avLst/>
              <a:gdLst/>
              <a:ahLst/>
              <a:cxnLst/>
              <a:rect r="r" b="b" t="t" l="l"/>
              <a:pathLst>
                <a:path h="2158074" w="16133787">
                  <a:moveTo>
                    <a:pt x="0" y="0"/>
                  </a:moveTo>
                  <a:lnTo>
                    <a:pt x="16133787" y="0"/>
                  </a:lnTo>
                  <a:lnTo>
                    <a:pt x="16133787" y="2158074"/>
                  </a:lnTo>
                  <a:lnTo>
                    <a:pt x="0" y="2158074"/>
                  </a:lnTo>
                  <a:close/>
                </a:path>
              </a:pathLst>
            </a:custGeom>
            <a:blipFill>
              <a:blip r:embed="rId3">
                <a:alphaModFix amt="0"/>
              </a:blip>
              <a:stretch>
                <a:fillRect l="0" t="-140334" r="-30661" b="-140335"/>
              </a:stretch>
            </a:blipFill>
          </p:spPr>
        </p:sp>
        <p:sp>
          <p:nvSpPr>
            <p:cNvPr name="TextBox 4" id="4"/>
            <p:cNvSpPr txBox="true"/>
            <p:nvPr/>
          </p:nvSpPr>
          <p:spPr>
            <a:xfrm>
              <a:off x="0" y="0"/>
              <a:ext cx="16133789"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Espacios del Kernel</a:t>
              </a:r>
            </a:p>
          </p:txBody>
        </p:sp>
      </p:grpSp>
      <p:sp>
        <p:nvSpPr>
          <p:cNvPr name="Freeform 5" id="5"/>
          <p:cNvSpPr/>
          <p:nvPr/>
        </p:nvSpPr>
        <p:spPr>
          <a:xfrm flipH="false" flipV="false" rot="0">
            <a:off x="10512179" y="3354569"/>
            <a:ext cx="6747121" cy="5903731"/>
          </a:xfrm>
          <a:custGeom>
            <a:avLst/>
            <a:gdLst/>
            <a:ahLst/>
            <a:cxnLst/>
            <a:rect r="r" b="b" t="t" l="l"/>
            <a:pathLst>
              <a:path h="5903731" w="6747121">
                <a:moveTo>
                  <a:pt x="0" y="0"/>
                </a:moveTo>
                <a:lnTo>
                  <a:pt x="6747121" y="0"/>
                </a:lnTo>
                <a:lnTo>
                  <a:pt x="6747121" y="5903731"/>
                </a:lnTo>
                <a:lnTo>
                  <a:pt x="0" y="5903731"/>
                </a:lnTo>
                <a:lnTo>
                  <a:pt x="0" y="0"/>
                </a:lnTo>
                <a:close/>
              </a:path>
            </a:pathLst>
          </a:custGeom>
          <a:blipFill>
            <a:blip r:embed="rId4"/>
            <a:stretch>
              <a:fillRect l="0" t="0" r="0" b="0"/>
            </a:stretch>
          </a:blipFill>
        </p:spPr>
      </p:sp>
      <p:sp>
        <p:nvSpPr>
          <p:cNvPr name="TextBox 6" id="6"/>
          <p:cNvSpPr txBox="true"/>
          <p:nvPr/>
        </p:nvSpPr>
        <p:spPr>
          <a:xfrm rot="0">
            <a:off x="1028700" y="3192644"/>
            <a:ext cx="7781053" cy="4161047"/>
          </a:xfrm>
          <a:prstGeom prst="rect">
            <a:avLst/>
          </a:prstGeom>
        </p:spPr>
        <p:txBody>
          <a:bodyPr anchor="t" rtlCol="false" tIns="0" lIns="0" bIns="0" rIns="0">
            <a:spAutoFit/>
          </a:bodyPr>
          <a:lstStyle/>
          <a:p>
            <a:pPr algn="just">
              <a:lnSpc>
                <a:spcPts val="4757"/>
              </a:lnSpc>
            </a:pPr>
            <a:r>
              <a:rPr lang="en-US" sz="2643" b="true">
                <a:solidFill>
                  <a:srgbClr val="FFFFFF"/>
                </a:solidFill>
                <a:latin typeface="Archivo Narrow Bold"/>
                <a:ea typeface="Archivo Narrow Bold"/>
                <a:cs typeface="Archivo Narrow Bold"/>
                <a:sym typeface="Archivo Narrow Bold"/>
              </a:rPr>
              <a:t>Kernel</a:t>
            </a:r>
          </a:p>
          <a:p>
            <a:pPr algn="just">
              <a:lnSpc>
                <a:spcPts val="4757"/>
              </a:lnSpc>
            </a:pPr>
            <a:r>
              <a:rPr lang="en-US" sz="2643">
                <a:solidFill>
                  <a:srgbClr val="FFFFFF"/>
                </a:solidFill>
                <a:latin typeface="Archivo Narrow"/>
                <a:ea typeface="Archivo Narrow"/>
                <a:cs typeface="Archivo Narrow"/>
                <a:sym typeface="Archivo Narrow"/>
              </a:rPr>
              <a:t>Entorno privilegiado con acceso completo al hardware. Aquí reside el núcleo y los módulos críticos.</a:t>
            </a:r>
          </a:p>
          <a:p>
            <a:pPr algn="just">
              <a:lnSpc>
                <a:spcPts val="4757"/>
              </a:lnSpc>
            </a:pPr>
          </a:p>
          <a:p>
            <a:pPr algn="just">
              <a:lnSpc>
                <a:spcPts val="4757"/>
              </a:lnSpc>
            </a:pPr>
            <a:r>
              <a:rPr lang="en-US" sz="2643" b="true">
                <a:solidFill>
                  <a:srgbClr val="FFFFFF"/>
                </a:solidFill>
                <a:latin typeface="Archivo Narrow Bold"/>
                <a:ea typeface="Archivo Narrow Bold"/>
                <a:cs typeface="Archivo Narrow Bold"/>
                <a:sym typeface="Archivo Narrow Bold"/>
              </a:rPr>
              <a:t>Usuario</a:t>
            </a:r>
          </a:p>
          <a:p>
            <a:pPr algn="just">
              <a:lnSpc>
                <a:spcPts val="4757"/>
              </a:lnSpc>
            </a:pPr>
            <a:r>
              <a:rPr lang="en-US" sz="2643">
                <a:solidFill>
                  <a:srgbClr val="FFFFFF"/>
                </a:solidFill>
                <a:latin typeface="Archivo Narrow"/>
                <a:ea typeface="Archivo Narrow"/>
                <a:cs typeface="Archivo Narrow"/>
                <a:sym typeface="Archivo Narrow"/>
              </a:rPr>
              <a:t>Entorno restringido donde corren las aplicaciones. Acceso limitado al hardware para garantizar estabilidad.</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928426" y="677741"/>
            <a:ext cx="12167191" cy="1618560"/>
            <a:chOff x="0" y="0"/>
            <a:chExt cx="16222921" cy="2158080"/>
          </a:xfrm>
        </p:grpSpPr>
        <p:sp>
          <p:nvSpPr>
            <p:cNvPr name="Freeform 3" id="3"/>
            <p:cNvSpPr/>
            <p:nvPr/>
          </p:nvSpPr>
          <p:spPr>
            <a:xfrm flipH="false" flipV="false" rot="0">
              <a:off x="0" y="0"/>
              <a:ext cx="16222920" cy="2158074"/>
            </a:xfrm>
            <a:custGeom>
              <a:avLst/>
              <a:gdLst/>
              <a:ahLst/>
              <a:cxnLst/>
              <a:rect r="r" b="b" t="t" l="l"/>
              <a:pathLst>
                <a:path h="2158074" w="16222920">
                  <a:moveTo>
                    <a:pt x="0" y="0"/>
                  </a:moveTo>
                  <a:lnTo>
                    <a:pt x="16222920" y="0"/>
                  </a:lnTo>
                  <a:lnTo>
                    <a:pt x="16222920" y="2158074"/>
                  </a:lnTo>
                  <a:lnTo>
                    <a:pt x="0" y="2158074"/>
                  </a:lnTo>
                  <a:close/>
                </a:path>
              </a:pathLst>
            </a:custGeom>
            <a:blipFill>
              <a:blip r:embed="rId3">
                <a:alphaModFix amt="0"/>
              </a:blip>
              <a:stretch>
                <a:fillRect l="0" t="-140334" r="-29943" b="-140335"/>
              </a:stretch>
            </a:blipFill>
          </p:spPr>
        </p:sp>
        <p:sp>
          <p:nvSpPr>
            <p:cNvPr name="TextBox 4" id="4"/>
            <p:cNvSpPr txBox="true"/>
            <p:nvPr/>
          </p:nvSpPr>
          <p:spPr>
            <a:xfrm>
              <a:off x="0" y="0"/>
              <a:ext cx="16222921" cy="2158080"/>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Módulos Cargables LKM</a:t>
              </a:r>
            </a:p>
          </p:txBody>
        </p:sp>
      </p:grpSp>
      <p:sp>
        <p:nvSpPr>
          <p:cNvPr name="TextBox 5" id="5"/>
          <p:cNvSpPr txBox="true"/>
          <p:nvPr/>
        </p:nvSpPr>
        <p:spPr>
          <a:xfrm rot="0">
            <a:off x="1028700" y="2992096"/>
            <a:ext cx="15401880" cy="2360822"/>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Los Loadable Kernel Modules permiten extender las funcionalidades del kernel sin necesidad de recompilar todo el sistema operativo.</a:t>
            </a:r>
          </a:p>
          <a:p>
            <a:pPr algn="just">
              <a:lnSpc>
                <a:spcPts val="4757"/>
              </a:lnSpc>
            </a:pPr>
          </a:p>
          <a:p>
            <a:pPr algn="just">
              <a:lnSpc>
                <a:spcPts val="4757"/>
              </a:lnSpc>
            </a:pPr>
            <a:r>
              <a:rPr lang="en-US" sz="2643">
                <a:solidFill>
                  <a:srgbClr val="FFFFFF"/>
                </a:solidFill>
                <a:latin typeface="Archivo Narrow"/>
                <a:ea typeface="Archivo Narrow"/>
                <a:cs typeface="Archivo Narrow"/>
                <a:sym typeface="Archivo Narrow"/>
              </a:rPr>
              <a:t>Ideales para controladores de hardware y sistemas de archivos.</a:t>
            </a:r>
          </a:p>
        </p:txBody>
      </p:sp>
      <p:sp>
        <p:nvSpPr>
          <p:cNvPr name="Freeform 6" id="6"/>
          <p:cNvSpPr/>
          <p:nvPr/>
        </p:nvSpPr>
        <p:spPr>
          <a:xfrm flipH="false" flipV="false" rot="0">
            <a:off x="2072620" y="6842027"/>
            <a:ext cx="13314040" cy="2130246"/>
          </a:xfrm>
          <a:custGeom>
            <a:avLst/>
            <a:gdLst/>
            <a:ahLst/>
            <a:cxnLst/>
            <a:rect r="r" b="b" t="t" l="l"/>
            <a:pathLst>
              <a:path h="2130246" w="13314040">
                <a:moveTo>
                  <a:pt x="0" y="0"/>
                </a:moveTo>
                <a:lnTo>
                  <a:pt x="13314040" y="0"/>
                </a:lnTo>
                <a:lnTo>
                  <a:pt x="13314040" y="2130246"/>
                </a:lnTo>
                <a:lnTo>
                  <a:pt x="0" y="2130246"/>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928426" y="677741"/>
            <a:ext cx="12167191" cy="2225142"/>
            <a:chOff x="0" y="0"/>
            <a:chExt cx="16222921" cy="2966855"/>
          </a:xfrm>
        </p:grpSpPr>
        <p:sp>
          <p:nvSpPr>
            <p:cNvPr name="Freeform 3" id="3"/>
            <p:cNvSpPr/>
            <p:nvPr/>
          </p:nvSpPr>
          <p:spPr>
            <a:xfrm flipH="false" flipV="false" rot="0">
              <a:off x="0" y="0"/>
              <a:ext cx="16222920" cy="2966848"/>
            </a:xfrm>
            <a:custGeom>
              <a:avLst/>
              <a:gdLst/>
              <a:ahLst/>
              <a:cxnLst/>
              <a:rect r="r" b="b" t="t" l="l"/>
              <a:pathLst>
                <a:path h="2966848" w="16222920">
                  <a:moveTo>
                    <a:pt x="0" y="0"/>
                  </a:moveTo>
                  <a:lnTo>
                    <a:pt x="16222920" y="0"/>
                  </a:lnTo>
                  <a:lnTo>
                    <a:pt x="16222920" y="2966848"/>
                  </a:lnTo>
                  <a:lnTo>
                    <a:pt x="0" y="2966848"/>
                  </a:lnTo>
                  <a:close/>
                </a:path>
              </a:pathLst>
            </a:custGeom>
            <a:blipFill>
              <a:blip r:embed="rId3">
                <a:alphaModFix amt="0"/>
              </a:blip>
              <a:stretch>
                <a:fillRect l="0" t="-102078" r="-29943" b="-74818"/>
              </a:stretch>
            </a:blipFill>
          </p:spPr>
        </p:sp>
        <p:sp>
          <p:nvSpPr>
            <p:cNvPr name="TextBox 4" id="4"/>
            <p:cNvSpPr txBox="true"/>
            <p:nvPr/>
          </p:nvSpPr>
          <p:spPr>
            <a:xfrm>
              <a:off x="0" y="0"/>
              <a:ext cx="16222921" cy="2966855"/>
            </a:xfrm>
            <a:prstGeom prst="rect">
              <a:avLst/>
            </a:prstGeom>
          </p:spPr>
          <p:txBody>
            <a:bodyPr anchor="ctr" rtlCol="false" tIns="0" lIns="0" bIns="0" rIns="0"/>
            <a:lstStyle/>
            <a:p>
              <a:pPr algn="l">
                <a:lnSpc>
                  <a:spcPts val="7680"/>
                </a:lnSpc>
              </a:pPr>
              <a:r>
                <a:rPr lang="en-US" sz="6400">
                  <a:solidFill>
                    <a:srgbClr val="92F7FF"/>
                  </a:solidFill>
                  <a:latin typeface="Archivo Black"/>
                  <a:ea typeface="Archivo Black"/>
                  <a:cs typeface="Archivo Black"/>
                  <a:sym typeface="Archivo Black"/>
                </a:rPr>
                <a:t>Escribir y compilar módulos del kernel</a:t>
              </a:r>
            </a:p>
          </p:txBody>
        </p:sp>
      </p:grpSp>
      <p:sp>
        <p:nvSpPr>
          <p:cNvPr name="Freeform 5" id="5"/>
          <p:cNvSpPr/>
          <p:nvPr/>
        </p:nvSpPr>
        <p:spPr>
          <a:xfrm flipH="false" flipV="false" rot="0">
            <a:off x="1028700" y="3703882"/>
            <a:ext cx="8436047" cy="6042319"/>
          </a:xfrm>
          <a:custGeom>
            <a:avLst/>
            <a:gdLst/>
            <a:ahLst/>
            <a:cxnLst/>
            <a:rect r="r" b="b" t="t" l="l"/>
            <a:pathLst>
              <a:path h="6042319" w="8436047">
                <a:moveTo>
                  <a:pt x="0" y="0"/>
                </a:moveTo>
                <a:lnTo>
                  <a:pt x="8436047" y="0"/>
                </a:lnTo>
                <a:lnTo>
                  <a:pt x="8436047" y="6042319"/>
                </a:lnTo>
                <a:lnTo>
                  <a:pt x="0" y="6042319"/>
                </a:lnTo>
                <a:lnTo>
                  <a:pt x="0" y="0"/>
                </a:lnTo>
                <a:close/>
              </a:path>
            </a:pathLst>
          </a:custGeom>
          <a:blipFill>
            <a:blip r:embed="rId4"/>
            <a:stretch>
              <a:fillRect l="0" t="0" r="0" b="0"/>
            </a:stretch>
          </a:blipFill>
        </p:spPr>
      </p:sp>
      <p:sp>
        <p:nvSpPr>
          <p:cNvPr name="Freeform 6" id="6"/>
          <p:cNvSpPr/>
          <p:nvPr/>
        </p:nvSpPr>
        <p:spPr>
          <a:xfrm flipH="false" flipV="false" rot="0">
            <a:off x="10386932" y="3703882"/>
            <a:ext cx="6872368" cy="2809080"/>
          </a:xfrm>
          <a:custGeom>
            <a:avLst/>
            <a:gdLst/>
            <a:ahLst/>
            <a:cxnLst/>
            <a:rect r="r" b="b" t="t" l="l"/>
            <a:pathLst>
              <a:path h="2809080" w="6872368">
                <a:moveTo>
                  <a:pt x="0" y="0"/>
                </a:moveTo>
                <a:lnTo>
                  <a:pt x="6872368" y="0"/>
                </a:lnTo>
                <a:lnTo>
                  <a:pt x="6872368" y="2809081"/>
                </a:lnTo>
                <a:lnTo>
                  <a:pt x="0" y="2809081"/>
                </a:lnTo>
                <a:lnTo>
                  <a:pt x="0" y="0"/>
                </a:lnTo>
                <a:close/>
              </a:path>
            </a:pathLst>
          </a:custGeom>
          <a:blipFill>
            <a:blip r:embed="rId5"/>
            <a:stretch>
              <a:fillRect l="0" t="0" r="0" b="0"/>
            </a:stretch>
          </a:blipFill>
        </p:spPr>
      </p:sp>
      <p:sp>
        <p:nvSpPr>
          <p:cNvPr name="TextBox 7" id="7"/>
          <p:cNvSpPr txBox="true"/>
          <p:nvPr/>
        </p:nvSpPr>
        <p:spPr>
          <a:xfrm rot="0">
            <a:off x="1028700" y="2992096"/>
            <a:ext cx="2483242" cy="560597"/>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Archivo modulo.c</a:t>
            </a:r>
          </a:p>
        </p:txBody>
      </p:sp>
      <p:sp>
        <p:nvSpPr>
          <p:cNvPr name="TextBox 8" id="8"/>
          <p:cNvSpPr txBox="true"/>
          <p:nvPr/>
        </p:nvSpPr>
        <p:spPr>
          <a:xfrm rot="0">
            <a:off x="10386932" y="2992096"/>
            <a:ext cx="2483242" cy="560597"/>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Archivo makefile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9937312" y="1990086"/>
            <a:ext cx="6535574" cy="6306829"/>
          </a:xfrm>
          <a:custGeom>
            <a:avLst/>
            <a:gdLst/>
            <a:ahLst/>
            <a:cxnLst/>
            <a:rect r="r" b="b" t="t" l="l"/>
            <a:pathLst>
              <a:path h="6306829" w="6535574">
                <a:moveTo>
                  <a:pt x="0" y="0"/>
                </a:moveTo>
                <a:lnTo>
                  <a:pt x="6535573" y="0"/>
                </a:lnTo>
                <a:lnTo>
                  <a:pt x="6535573" y="6306828"/>
                </a:lnTo>
                <a:lnTo>
                  <a:pt x="0" y="6306828"/>
                </a:lnTo>
                <a:lnTo>
                  <a:pt x="0" y="0"/>
                </a:lnTo>
                <a:close/>
              </a:path>
            </a:pathLst>
          </a:custGeom>
          <a:blipFill>
            <a:blip r:embed="rId3"/>
            <a:stretch>
              <a:fillRect l="0" t="0" r="0" b="0"/>
            </a:stretch>
          </a:blipFill>
        </p:spPr>
      </p:sp>
      <p:sp>
        <p:nvSpPr>
          <p:cNvPr name="TextBox 3" id="3"/>
          <p:cNvSpPr txBox="true"/>
          <p:nvPr/>
        </p:nvSpPr>
        <p:spPr>
          <a:xfrm rot="0">
            <a:off x="1028700" y="5671999"/>
            <a:ext cx="6872368" cy="2360822"/>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Nota: No olvidar instalar dependencias si aun no están instaladas:</a:t>
            </a:r>
          </a:p>
          <a:p>
            <a:pPr algn="just">
              <a:lnSpc>
                <a:spcPts val="4757"/>
              </a:lnSpc>
            </a:pPr>
            <a:r>
              <a:rPr lang="en-US" sz="2643" i="true">
                <a:solidFill>
                  <a:srgbClr val="FFFFFF"/>
                </a:solidFill>
                <a:latin typeface="Archivo Narrow Italics"/>
                <a:ea typeface="Archivo Narrow Italics"/>
                <a:cs typeface="Archivo Narrow Italics"/>
                <a:sym typeface="Archivo Narrow Italics"/>
              </a:rPr>
              <a:t>sudo apt -y install build-essential libncurses-dev bison flex libssl-dev libelf-dev</a:t>
            </a:r>
          </a:p>
        </p:txBody>
      </p:sp>
      <p:sp>
        <p:nvSpPr>
          <p:cNvPr name="TextBox 4" id="4"/>
          <p:cNvSpPr txBox="true"/>
          <p:nvPr/>
        </p:nvSpPr>
        <p:spPr>
          <a:xfrm rot="0">
            <a:off x="1028700" y="1828161"/>
            <a:ext cx="6872368" cy="2360822"/>
          </a:xfrm>
          <a:prstGeom prst="rect">
            <a:avLst/>
          </a:prstGeom>
        </p:spPr>
        <p:txBody>
          <a:bodyPr anchor="t" rtlCol="false" tIns="0" lIns="0" bIns="0" rIns="0">
            <a:spAutoFit/>
          </a:bodyPr>
          <a:lstStyle/>
          <a:p>
            <a:pPr algn="just">
              <a:lnSpc>
                <a:spcPts val="4757"/>
              </a:lnSpc>
            </a:pPr>
            <a:r>
              <a:rPr lang="en-US" sz="2643">
                <a:solidFill>
                  <a:srgbClr val="FFFFFF"/>
                </a:solidFill>
                <a:latin typeface="Archivo Narrow"/>
                <a:ea typeface="Archivo Narrow"/>
                <a:cs typeface="Archivo Narrow"/>
                <a:sym typeface="Archivo Narrow"/>
              </a:rPr>
              <a:t>Para compilar el nuevo modulo se necesita abrir una terminal y navegar al directorio donde se alojan los archivos hello.c y Makefile. Luego, ejecutar los siguientes comando para compilar el módulo</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811054" y="-735597"/>
            <a:ext cx="19647256" cy="11482121"/>
            <a:chOff x="0" y="0"/>
            <a:chExt cx="26196341" cy="15309494"/>
          </a:xfrm>
        </p:grpSpPr>
        <p:sp>
          <p:nvSpPr>
            <p:cNvPr name="Freeform 3" id="3"/>
            <p:cNvSpPr/>
            <p:nvPr/>
          </p:nvSpPr>
          <p:spPr>
            <a:xfrm flipH="false" flipV="false" rot="0">
              <a:off x="0" y="0"/>
              <a:ext cx="26196289" cy="15309469"/>
            </a:xfrm>
            <a:custGeom>
              <a:avLst/>
              <a:gdLst/>
              <a:ahLst/>
              <a:cxnLst/>
              <a:rect r="r" b="b" t="t" l="l"/>
              <a:pathLst>
                <a:path h="15309469" w="26196289">
                  <a:moveTo>
                    <a:pt x="0" y="0"/>
                  </a:moveTo>
                  <a:lnTo>
                    <a:pt x="26196289" y="0"/>
                  </a:lnTo>
                  <a:lnTo>
                    <a:pt x="26196289" y="15309469"/>
                  </a:lnTo>
                  <a:lnTo>
                    <a:pt x="0" y="15309469"/>
                  </a:lnTo>
                  <a:lnTo>
                    <a:pt x="0" y="0"/>
                  </a:lnTo>
                  <a:close/>
                </a:path>
              </a:pathLst>
            </a:custGeom>
            <a:blipFill>
              <a:blip r:embed="rId3"/>
              <a:stretch>
                <a:fillRect l="0" t="-20539" r="0" b="-20539"/>
              </a:stretch>
            </a:blipFill>
          </p:spPr>
        </p:sp>
      </p:grpSp>
      <p:grpSp>
        <p:nvGrpSpPr>
          <p:cNvPr name="Group 4" id="4"/>
          <p:cNvGrpSpPr/>
          <p:nvPr/>
        </p:nvGrpSpPr>
        <p:grpSpPr>
          <a:xfrm rot="0">
            <a:off x="683118" y="1246222"/>
            <a:ext cx="8460882" cy="6686311"/>
            <a:chOff x="0" y="0"/>
            <a:chExt cx="11281175" cy="8915082"/>
          </a:xfrm>
        </p:grpSpPr>
        <p:sp>
          <p:nvSpPr>
            <p:cNvPr name="Freeform 5" id="5"/>
            <p:cNvSpPr/>
            <p:nvPr/>
          </p:nvSpPr>
          <p:spPr>
            <a:xfrm flipH="false" flipV="false" rot="0">
              <a:off x="0" y="0"/>
              <a:ext cx="11281176" cy="8915063"/>
            </a:xfrm>
            <a:custGeom>
              <a:avLst/>
              <a:gdLst/>
              <a:ahLst/>
              <a:cxnLst/>
              <a:rect r="r" b="b" t="t" l="l"/>
              <a:pathLst>
                <a:path h="8915063" w="11281176">
                  <a:moveTo>
                    <a:pt x="0" y="0"/>
                  </a:moveTo>
                  <a:lnTo>
                    <a:pt x="11281176" y="0"/>
                  </a:lnTo>
                  <a:lnTo>
                    <a:pt x="11281176" y="8915063"/>
                  </a:lnTo>
                  <a:lnTo>
                    <a:pt x="0" y="8915063"/>
                  </a:lnTo>
                  <a:close/>
                </a:path>
              </a:pathLst>
            </a:custGeom>
            <a:blipFill>
              <a:blip r:embed="rId4">
                <a:alphaModFix amt="0"/>
              </a:blip>
              <a:stretch>
                <a:fillRect l="0" t="-25197" r="-65684" b="43493"/>
              </a:stretch>
            </a:blipFill>
          </p:spPr>
        </p:sp>
        <p:sp>
          <p:nvSpPr>
            <p:cNvPr name="TextBox 6" id="6"/>
            <p:cNvSpPr txBox="true"/>
            <p:nvPr/>
          </p:nvSpPr>
          <p:spPr>
            <a:xfrm>
              <a:off x="0" y="-38100"/>
              <a:ext cx="11281175" cy="8953182"/>
            </a:xfrm>
            <a:prstGeom prst="rect">
              <a:avLst/>
            </a:prstGeom>
          </p:spPr>
          <p:txBody>
            <a:bodyPr anchor="ctr" rtlCol="false" tIns="0" lIns="0" bIns="0" rIns="0"/>
            <a:lstStyle/>
            <a:p>
              <a:pPr algn="ctr">
                <a:lnSpc>
                  <a:spcPts val="10800"/>
                </a:lnSpc>
              </a:pPr>
              <a:r>
                <a:rPr lang="en-US" sz="9000" b="true">
                  <a:solidFill>
                    <a:srgbClr val="92F7FF"/>
                  </a:solidFill>
                  <a:latin typeface="Arimo Bold"/>
                  <a:ea typeface="Arimo Bold"/>
                  <a:cs typeface="Arimo Bold"/>
                  <a:sym typeface="Arimo Bold"/>
                </a:rPr>
                <a:t>Ejemplo Guiado:</a:t>
              </a:r>
            </a:p>
            <a:p>
              <a:pPr algn="ctr">
                <a:lnSpc>
                  <a:spcPts val="10800"/>
                </a:lnSpc>
              </a:pPr>
            </a:p>
            <a:p>
              <a:pPr algn="ctr">
                <a:lnSpc>
                  <a:spcPts val="8521"/>
                </a:lnSpc>
              </a:pPr>
              <a:r>
                <a:rPr lang="en-US" b="true" sz="7100">
                  <a:solidFill>
                    <a:srgbClr val="92F7FF"/>
                  </a:solidFill>
                  <a:latin typeface="Arimo Bold"/>
                  <a:ea typeface="Arimo Bold"/>
                  <a:cs typeface="Arimo Bold"/>
                  <a:sym typeface="Arimo Bold"/>
                </a:rPr>
                <a:t>Creación módulo LKM</a:t>
              </a:r>
            </a:p>
          </p:txBody>
        </p:sp>
      </p:grpSp>
      <p:sp>
        <p:nvSpPr>
          <p:cNvPr name="Freeform 7" id="7"/>
          <p:cNvSpPr/>
          <p:nvPr/>
        </p:nvSpPr>
        <p:spPr>
          <a:xfrm flipH="false" flipV="false" rot="0">
            <a:off x="10330783" y="2595322"/>
            <a:ext cx="5410589" cy="5621391"/>
          </a:xfrm>
          <a:custGeom>
            <a:avLst/>
            <a:gdLst/>
            <a:ahLst/>
            <a:cxnLst/>
            <a:rect r="r" b="b" t="t" l="l"/>
            <a:pathLst>
              <a:path h="5621391" w="5410589">
                <a:moveTo>
                  <a:pt x="0" y="0"/>
                </a:moveTo>
                <a:lnTo>
                  <a:pt x="5410589" y="0"/>
                </a:lnTo>
                <a:lnTo>
                  <a:pt x="5410589" y="5621392"/>
                </a:lnTo>
                <a:lnTo>
                  <a:pt x="0" y="56213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811054" y="-735597"/>
            <a:ext cx="19647256" cy="11482121"/>
            <a:chOff x="0" y="0"/>
            <a:chExt cx="26196341" cy="15309494"/>
          </a:xfrm>
        </p:grpSpPr>
        <p:sp>
          <p:nvSpPr>
            <p:cNvPr name="Freeform 3" id="3"/>
            <p:cNvSpPr/>
            <p:nvPr/>
          </p:nvSpPr>
          <p:spPr>
            <a:xfrm flipH="false" flipV="false" rot="0">
              <a:off x="0" y="0"/>
              <a:ext cx="26196289" cy="15309469"/>
            </a:xfrm>
            <a:custGeom>
              <a:avLst/>
              <a:gdLst/>
              <a:ahLst/>
              <a:cxnLst/>
              <a:rect r="r" b="b" t="t" l="l"/>
              <a:pathLst>
                <a:path h="15309469" w="26196289">
                  <a:moveTo>
                    <a:pt x="0" y="0"/>
                  </a:moveTo>
                  <a:lnTo>
                    <a:pt x="26196289" y="0"/>
                  </a:lnTo>
                  <a:lnTo>
                    <a:pt x="26196289" y="15309469"/>
                  </a:lnTo>
                  <a:lnTo>
                    <a:pt x="0" y="15309469"/>
                  </a:lnTo>
                  <a:lnTo>
                    <a:pt x="0" y="0"/>
                  </a:lnTo>
                  <a:close/>
                </a:path>
              </a:pathLst>
            </a:custGeom>
            <a:blipFill>
              <a:blip r:embed="rId3"/>
              <a:stretch>
                <a:fillRect l="0" t="-20539" r="0" b="-20539"/>
              </a:stretch>
            </a:blipFill>
          </p:spPr>
        </p:sp>
      </p:grpSp>
      <p:grpSp>
        <p:nvGrpSpPr>
          <p:cNvPr name="Group 4" id="4"/>
          <p:cNvGrpSpPr/>
          <p:nvPr/>
        </p:nvGrpSpPr>
        <p:grpSpPr>
          <a:xfrm rot="0">
            <a:off x="2003393" y="6337649"/>
            <a:ext cx="14018400" cy="2093404"/>
            <a:chOff x="0" y="0"/>
            <a:chExt cx="18691200" cy="2791206"/>
          </a:xfrm>
        </p:grpSpPr>
        <p:sp>
          <p:nvSpPr>
            <p:cNvPr name="Freeform 5" id="5"/>
            <p:cNvSpPr/>
            <p:nvPr/>
          </p:nvSpPr>
          <p:spPr>
            <a:xfrm flipH="false" flipV="false" rot="0">
              <a:off x="0" y="0"/>
              <a:ext cx="18691200" cy="2791200"/>
            </a:xfrm>
            <a:custGeom>
              <a:avLst/>
              <a:gdLst/>
              <a:ahLst/>
              <a:cxnLst/>
              <a:rect r="r" b="b" t="t" l="l"/>
              <a:pathLst>
                <a:path h="2791200" w="18691200">
                  <a:moveTo>
                    <a:pt x="0" y="0"/>
                  </a:moveTo>
                  <a:lnTo>
                    <a:pt x="18691200" y="0"/>
                  </a:lnTo>
                  <a:lnTo>
                    <a:pt x="18691200" y="2791200"/>
                  </a:lnTo>
                  <a:lnTo>
                    <a:pt x="0" y="2791200"/>
                  </a:lnTo>
                  <a:close/>
                </a:path>
              </a:pathLst>
            </a:custGeom>
            <a:blipFill>
              <a:blip r:embed="rId4">
                <a:alphaModFix amt="0"/>
              </a:blip>
              <a:stretch>
                <a:fillRect l="0" t="-80480" r="0" b="-80481"/>
              </a:stretch>
            </a:blipFill>
          </p:spPr>
        </p:sp>
        <p:sp>
          <p:nvSpPr>
            <p:cNvPr name="TextBox 6" id="6"/>
            <p:cNvSpPr txBox="true"/>
            <p:nvPr/>
          </p:nvSpPr>
          <p:spPr>
            <a:xfrm>
              <a:off x="0" y="-47625"/>
              <a:ext cx="18691200" cy="2838831"/>
            </a:xfrm>
            <a:prstGeom prst="rect">
              <a:avLst/>
            </a:prstGeom>
          </p:spPr>
          <p:txBody>
            <a:bodyPr anchor="ctr" rtlCol="false" tIns="0" lIns="0" bIns="0" rIns="0"/>
            <a:lstStyle/>
            <a:p>
              <a:pPr algn="ctr">
                <a:lnSpc>
                  <a:spcPts val="13439"/>
                </a:lnSpc>
              </a:pPr>
              <a:r>
                <a:rPr lang="en-US" b="true" sz="11199">
                  <a:solidFill>
                    <a:srgbClr val="92F7FF"/>
                  </a:solidFill>
                  <a:latin typeface="Arimo Bold"/>
                  <a:ea typeface="Arimo Bold"/>
                  <a:cs typeface="Arimo Bold"/>
                  <a:sym typeface="Arimo Bold"/>
                </a:rPr>
                <a:t>¿DUDAS?</a:t>
              </a:r>
            </a:p>
          </p:txBody>
        </p:sp>
      </p:grpSp>
      <p:grpSp>
        <p:nvGrpSpPr>
          <p:cNvPr name="Group 7" id="7"/>
          <p:cNvGrpSpPr/>
          <p:nvPr/>
        </p:nvGrpSpPr>
        <p:grpSpPr>
          <a:xfrm rot="0">
            <a:off x="6705600" y="1220695"/>
            <a:ext cx="4876800" cy="4876800"/>
            <a:chOff x="0" y="0"/>
            <a:chExt cx="6502400" cy="6502400"/>
          </a:xfrm>
        </p:grpSpPr>
        <p:sp>
          <p:nvSpPr>
            <p:cNvPr name="Freeform 8" id="8"/>
            <p:cNvSpPr/>
            <p:nvPr/>
          </p:nvSpPr>
          <p:spPr>
            <a:xfrm flipH="false" flipV="false" rot="0">
              <a:off x="0" y="0"/>
              <a:ext cx="6502400" cy="6502400"/>
            </a:xfrm>
            <a:custGeom>
              <a:avLst/>
              <a:gdLst/>
              <a:ahLst/>
              <a:cxnLst/>
              <a:rect r="r" b="b" t="t" l="l"/>
              <a:pathLst>
                <a:path h="6502400" w="6502400">
                  <a:moveTo>
                    <a:pt x="0" y="0"/>
                  </a:moveTo>
                  <a:lnTo>
                    <a:pt x="6502400" y="0"/>
                  </a:lnTo>
                  <a:lnTo>
                    <a:pt x="6502400" y="6502400"/>
                  </a:lnTo>
                  <a:lnTo>
                    <a:pt x="0" y="6502400"/>
                  </a:lnTo>
                  <a:lnTo>
                    <a:pt x="0" y="0"/>
                  </a:lnTo>
                  <a:close/>
                </a:path>
              </a:pathLst>
            </a:custGeom>
            <a:blipFill>
              <a:blip r:embed="rId5"/>
              <a:stretch>
                <a:fillRect l="0" t="0" r="0" b="0"/>
              </a:stretch>
            </a:blip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D092A">
                <a:alpha val="100000"/>
              </a:srgbClr>
            </a:gs>
            <a:gs pos="100000">
              <a:srgbClr val="3333B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811054" y="-735597"/>
            <a:ext cx="19647256" cy="11482121"/>
            <a:chOff x="0" y="0"/>
            <a:chExt cx="26196341" cy="15309494"/>
          </a:xfrm>
        </p:grpSpPr>
        <p:sp>
          <p:nvSpPr>
            <p:cNvPr name="Freeform 3" id="3"/>
            <p:cNvSpPr/>
            <p:nvPr/>
          </p:nvSpPr>
          <p:spPr>
            <a:xfrm flipH="false" flipV="false" rot="0">
              <a:off x="0" y="0"/>
              <a:ext cx="26196289" cy="15309469"/>
            </a:xfrm>
            <a:custGeom>
              <a:avLst/>
              <a:gdLst/>
              <a:ahLst/>
              <a:cxnLst/>
              <a:rect r="r" b="b" t="t" l="l"/>
              <a:pathLst>
                <a:path h="15309469" w="26196289">
                  <a:moveTo>
                    <a:pt x="0" y="0"/>
                  </a:moveTo>
                  <a:lnTo>
                    <a:pt x="26196289" y="0"/>
                  </a:lnTo>
                  <a:lnTo>
                    <a:pt x="26196289" y="15309469"/>
                  </a:lnTo>
                  <a:lnTo>
                    <a:pt x="0" y="15309469"/>
                  </a:lnTo>
                  <a:lnTo>
                    <a:pt x="0" y="0"/>
                  </a:lnTo>
                  <a:close/>
                </a:path>
              </a:pathLst>
            </a:custGeom>
            <a:blipFill>
              <a:blip r:embed="rId3"/>
              <a:stretch>
                <a:fillRect l="0" t="-20539" r="0" b="-20539"/>
              </a:stretch>
            </a:blipFill>
          </p:spPr>
        </p:sp>
      </p:grpSp>
      <p:grpSp>
        <p:nvGrpSpPr>
          <p:cNvPr name="Group 4" id="4"/>
          <p:cNvGrpSpPr/>
          <p:nvPr/>
        </p:nvGrpSpPr>
        <p:grpSpPr>
          <a:xfrm rot="0">
            <a:off x="1957140" y="2735151"/>
            <a:ext cx="14018400" cy="3817201"/>
            <a:chOff x="0" y="0"/>
            <a:chExt cx="18691200" cy="5089601"/>
          </a:xfrm>
        </p:grpSpPr>
        <p:sp>
          <p:nvSpPr>
            <p:cNvPr name="Freeform 5" id="5"/>
            <p:cNvSpPr/>
            <p:nvPr/>
          </p:nvSpPr>
          <p:spPr>
            <a:xfrm flipH="false" flipV="false" rot="0">
              <a:off x="0" y="0"/>
              <a:ext cx="18691200" cy="5089600"/>
            </a:xfrm>
            <a:custGeom>
              <a:avLst/>
              <a:gdLst/>
              <a:ahLst/>
              <a:cxnLst/>
              <a:rect r="r" b="b" t="t" l="l"/>
              <a:pathLst>
                <a:path h="5089600" w="18691200">
                  <a:moveTo>
                    <a:pt x="0" y="0"/>
                  </a:moveTo>
                  <a:lnTo>
                    <a:pt x="18691200" y="0"/>
                  </a:lnTo>
                  <a:lnTo>
                    <a:pt x="18691200" y="5089600"/>
                  </a:lnTo>
                  <a:lnTo>
                    <a:pt x="0" y="5089600"/>
                  </a:lnTo>
                  <a:close/>
                </a:path>
              </a:pathLst>
            </a:custGeom>
            <a:blipFill>
              <a:blip r:embed="rId4">
                <a:alphaModFix amt="0"/>
              </a:blip>
              <a:stretch>
                <a:fillRect l="0" t="-21557" r="0" b="-21557"/>
              </a:stretch>
            </a:blipFill>
          </p:spPr>
        </p:sp>
        <p:sp>
          <p:nvSpPr>
            <p:cNvPr name="TextBox 6" id="6"/>
            <p:cNvSpPr txBox="true"/>
            <p:nvPr/>
          </p:nvSpPr>
          <p:spPr>
            <a:xfrm>
              <a:off x="0" y="-47625"/>
              <a:ext cx="18691200" cy="5137226"/>
            </a:xfrm>
            <a:prstGeom prst="rect">
              <a:avLst/>
            </a:prstGeom>
          </p:spPr>
          <p:txBody>
            <a:bodyPr anchor="ctr" rtlCol="false" tIns="0" lIns="0" bIns="0" rIns="0"/>
            <a:lstStyle/>
            <a:p>
              <a:pPr algn="ctr">
                <a:lnSpc>
                  <a:spcPts val="13439"/>
                </a:lnSpc>
              </a:pPr>
              <a:r>
                <a:rPr lang="en-US" b="true" sz="11199">
                  <a:solidFill>
                    <a:srgbClr val="92F7FF"/>
                  </a:solidFill>
                  <a:latin typeface="Arimo Bold"/>
                  <a:ea typeface="Arimo Bold"/>
                  <a:cs typeface="Arimo Bold"/>
                  <a:sym typeface="Arimo Bold"/>
                </a:rPr>
                <a:t>Gracias por la atención</a:t>
              </a:r>
            </a:p>
          </p:txBody>
        </p:sp>
      </p:grpSp>
      <p:sp>
        <p:nvSpPr>
          <p:cNvPr name="TextBox 7" id="7"/>
          <p:cNvSpPr txBox="true"/>
          <p:nvPr/>
        </p:nvSpPr>
        <p:spPr>
          <a:xfrm rot="0">
            <a:off x="2675430" y="7612723"/>
            <a:ext cx="13114353" cy="1091251"/>
          </a:xfrm>
          <a:prstGeom prst="rect">
            <a:avLst/>
          </a:prstGeom>
        </p:spPr>
        <p:txBody>
          <a:bodyPr anchor="t" rtlCol="false" tIns="0" lIns="0" bIns="0" rIns="0">
            <a:spAutoFit/>
          </a:bodyPr>
          <a:lstStyle/>
          <a:p>
            <a:pPr algn="ctr">
              <a:lnSpc>
                <a:spcPts val="3888"/>
              </a:lnSpc>
            </a:pPr>
            <a:r>
              <a:rPr lang="en-US" b="true" sz="3600">
                <a:solidFill>
                  <a:srgbClr val="FFFFFF"/>
                </a:solidFill>
                <a:latin typeface="Archivo Narrow Bold"/>
                <a:ea typeface="Archivo Narrow Bold"/>
                <a:cs typeface="Archivo Narrow Bold"/>
                <a:sym typeface="Archivo Narrow Bold"/>
              </a:rPr>
              <a:t>RECUERDA QUE TENEMOS NUESTRO FORO SEMANAL DONDE PUEDES CONSULTAR CUALQUIER DUDA QUE TE SURJA EN LA SEMANA</a:t>
            </a:r>
          </a:p>
          <a:p>
            <a:pPr algn="ctr">
              <a:lnSpc>
                <a:spcPts val="388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DAHJPo09hYw</dc:identifier>
  <dcterms:modified xsi:type="dcterms:W3CDTF">2011-08-01T06:04:30Z</dcterms:modified>
  <cp:revision>1</cp:revision>
  <dc:title>2S2026_Semana_7</dc:title>
</cp:coreProperties>
</file>