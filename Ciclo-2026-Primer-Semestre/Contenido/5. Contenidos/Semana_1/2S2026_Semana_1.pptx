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22399" cy="10287000"/>
          </a:xfrm>
          <a:custGeom>
            <a:avLst/>
            <a:gdLst/>
            <a:ahLst/>
            <a:cxnLst/>
            <a:rect r="r" b="b" t="t" l="l"/>
            <a:pathLst>
              <a:path h="10287000" w="18322399">
                <a:moveTo>
                  <a:pt x="0" y="0"/>
                </a:moveTo>
                <a:lnTo>
                  <a:pt x="18322399" y="0"/>
                </a:lnTo>
                <a:lnTo>
                  <a:pt x="183223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2045244" y="1840543"/>
          <a:ext cx="3771900" cy="2828925"/>
        </p:xfrm>
        <a:graphic>
          <a:graphicData uri="http://schemas.openxmlformats.org/presentationml/2006/ole">
            <p:oleObj imgW="4521200" imgH="35814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4572007"/>
            <a:ext cx="10236696" cy="102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2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SISTEMAS OPERATIVOS 2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90548"/>
            <a:ext cx="596205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spc="-20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NOMBRE_ESTUDIANTE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900" y="146540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5"/>
                </a:lnTo>
                <a:lnTo>
                  <a:pt x="0" y="701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7635" y="2206653"/>
            <a:ext cx="6341371" cy="5873695"/>
          </a:xfrm>
          <a:custGeom>
            <a:avLst/>
            <a:gdLst/>
            <a:ahLst/>
            <a:cxnLst/>
            <a:rect r="r" b="b" t="t" l="l"/>
            <a:pathLst>
              <a:path h="5873695" w="6341371">
                <a:moveTo>
                  <a:pt x="0" y="0"/>
                </a:moveTo>
                <a:lnTo>
                  <a:pt x="6341371" y="0"/>
                </a:lnTo>
                <a:lnTo>
                  <a:pt x="6341371" y="5873694"/>
                </a:lnTo>
                <a:lnTo>
                  <a:pt x="0" y="5873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7020" y="2804344"/>
            <a:ext cx="7416980" cy="129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020" y="4521946"/>
            <a:ext cx="7875490" cy="277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Conociendo al Auxiliar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¿Quienes son tus compañeros?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Lectura del Programa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Evaluación de Conocimientos Nuevos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Evaluación de Conocimientos Previos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6966" y="5401496"/>
            <a:ext cx="2364610" cy="2016367"/>
          </a:xfrm>
          <a:custGeom>
            <a:avLst/>
            <a:gdLst/>
            <a:ahLst/>
            <a:cxnLst/>
            <a:rect r="r" b="b" t="t" l="l"/>
            <a:pathLst>
              <a:path h="2016367" w="2364610">
                <a:moveTo>
                  <a:pt x="0" y="0"/>
                </a:moveTo>
                <a:lnTo>
                  <a:pt x="2364610" y="0"/>
                </a:lnTo>
                <a:lnTo>
                  <a:pt x="2364610" y="2016367"/>
                </a:lnTo>
                <a:lnTo>
                  <a:pt x="0" y="2016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56940" y="5367633"/>
            <a:ext cx="2084093" cy="2084093"/>
          </a:xfrm>
          <a:custGeom>
            <a:avLst/>
            <a:gdLst/>
            <a:ahLst/>
            <a:cxnLst/>
            <a:rect r="r" b="b" t="t" l="l"/>
            <a:pathLst>
              <a:path h="2084093" w="2084093">
                <a:moveTo>
                  <a:pt x="0" y="0"/>
                </a:moveTo>
                <a:lnTo>
                  <a:pt x="2084094" y="0"/>
                </a:lnTo>
                <a:lnTo>
                  <a:pt x="2084094" y="2084093"/>
                </a:lnTo>
                <a:lnTo>
                  <a:pt x="0" y="2084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32542" y="5401496"/>
            <a:ext cx="2622917" cy="2016367"/>
          </a:xfrm>
          <a:custGeom>
            <a:avLst/>
            <a:gdLst/>
            <a:ahLst/>
            <a:cxnLst/>
            <a:rect r="r" b="b" t="t" l="l"/>
            <a:pathLst>
              <a:path h="2016367" w="2622917">
                <a:moveTo>
                  <a:pt x="0" y="0"/>
                </a:moveTo>
                <a:lnTo>
                  <a:pt x="2622916" y="0"/>
                </a:lnTo>
                <a:lnTo>
                  <a:pt x="2622916" y="2016367"/>
                </a:lnTo>
                <a:lnTo>
                  <a:pt x="0" y="2016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7020" y="2478305"/>
            <a:ext cx="7376705" cy="129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¿QUIEN SOY?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7020" y="3787195"/>
            <a:ext cx="787549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Conociendo el auxiliar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81700" y="7884588"/>
            <a:ext cx="409514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Enlace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96429" y="7884588"/>
            <a:ext cx="409514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Enlace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1416" y="7884588"/>
            <a:ext cx="409514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Enlace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93333" y="4435531"/>
            <a:ext cx="9301334" cy="5003399"/>
          </a:xfrm>
          <a:custGeom>
            <a:avLst/>
            <a:gdLst/>
            <a:ahLst/>
            <a:cxnLst/>
            <a:rect r="r" b="b" t="t" l="l"/>
            <a:pathLst>
              <a:path h="5003399" w="9301334">
                <a:moveTo>
                  <a:pt x="0" y="0"/>
                </a:moveTo>
                <a:lnTo>
                  <a:pt x="9301334" y="0"/>
                </a:lnTo>
                <a:lnTo>
                  <a:pt x="9301334" y="5003399"/>
                </a:lnTo>
                <a:lnTo>
                  <a:pt x="0" y="5003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7170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7020" y="1007619"/>
            <a:ext cx="15281642" cy="263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¿QUIENES SON TUS COMPAÑEROS?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020" y="3787195"/>
            <a:ext cx="787549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Conociendo a tus compañeros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3967" y="1901621"/>
            <a:ext cx="5867801" cy="6483758"/>
          </a:xfrm>
          <a:custGeom>
            <a:avLst/>
            <a:gdLst/>
            <a:ahLst/>
            <a:cxnLst/>
            <a:rect r="r" b="b" t="t" l="l"/>
            <a:pathLst>
              <a:path h="6483758" w="5867801">
                <a:moveTo>
                  <a:pt x="0" y="0"/>
                </a:moveTo>
                <a:lnTo>
                  <a:pt x="5867801" y="0"/>
                </a:lnTo>
                <a:lnTo>
                  <a:pt x="5867801" y="6483758"/>
                </a:lnTo>
                <a:lnTo>
                  <a:pt x="0" y="648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0213" y="2830396"/>
            <a:ext cx="7718469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 spc="-40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30213" y="4307350"/>
            <a:ext cx="7993191" cy="249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b="true" sz="7200" spc="-33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CONOCIMIENTOS PREVIOS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53823"/>
            <a:ext cx="7256418" cy="6979354"/>
          </a:xfrm>
          <a:custGeom>
            <a:avLst/>
            <a:gdLst/>
            <a:ahLst/>
            <a:cxnLst/>
            <a:rect r="r" b="b" t="t" l="l"/>
            <a:pathLst>
              <a:path h="6979354" w="7256418">
                <a:moveTo>
                  <a:pt x="0" y="0"/>
                </a:moveTo>
                <a:lnTo>
                  <a:pt x="7256418" y="0"/>
                </a:lnTo>
                <a:lnTo>
                  <a:pt x="7256418" y="6979354"/>
                </a:lnTo>
                <a:lnTo>
                  <a:pt x="0" y="6979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0213" y="2212039"/>
            <a:ext cx="7718469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 spc="-40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PROGRAMA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30213" y="3642994"/>
            <a:ext cx="7993191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b="true" sz="8799" spc="-40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DEL CURSO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30213" y="5624960"/>
            <a:ext cx="7608092" cy="165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Competencias y objetivos del curso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Temarios y Contenido</a:t>
            </a:r>
          </a:p>
          <a:p>
            <a:pPr algn="l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Ponderaciones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47879" y="2017609"/>
            <a:ext cx="5376532" cy="6251781"/>
          </a:xfrm>
          <a:custGeom>
            <a:avLst/>
            <a:gdLst/>
            <a:ahLst/>
            <a:cxnLst/>
            <a:rect r="r" b="b" t="t" l="l"/>
            <a:pathLst>
              <a:path h="6251781" w="5376532">
                <a:moveTo>
                  <a:pt x="0" y="0"/>
                </a:moveTo>
                <a:lnTo>
                  <a:pt x="5376532" y="0"/>
                </a:lnTo>
                <a:lnTo>
                  <a:pt x="5376532" y="6251782"/>
                </a:lnTo>
                <a:lnTo>
                  <a:pt x="0" y="6251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30213" y="2830396"/>
            <a:ext cx="7718469" cy="150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 spc="-40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EVALUACIÓN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30213" y="4307350"/>
            <a:ext cx="7993191" cy="249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b="true" sz="7200" spc="-33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CONOCIMIENTOS NUEVOS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4900" y="146540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5"/>
                </a:lnTo>
                <a:lnTo>
                  <a:pt x="0" y="701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3320" y="2453700"/>
            <a:ext cx="5659411" cy="6110025"/>
          </a:xfrm>
          <a:custGeom>
            <a:avLst/>
            <a:gdLst/>
            <a:ahLst/>
            <a:cxnLst/>
            <a:rect r="r" b="b" t="t" l="l"/>
            <a:pathLst>
              <a:path h="6110025" w="5659411">
                <a:moveTo>
                  <a:pt x="0" y="0"/>
                </a:moveTo>
                <a:lnTo>
                  <a:pt x="5659411" y="0"/>
                </a:lnTo>
                <a:lnTo>
                  <a:pt x="5659411" y="6110025"/>
                </a:lnTo>
                <a:lnTo>
                  <a:pt x="0" y="611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7020" y="4000500"/>
            <a:ext cx="7416980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  <a:spcBef>
                <a:spcPct val="0"/>
              </a:spcBef>
            </a:pPr>
            <a:r>
              <a:rPr lang="en-US" b="true" sz="12000" spc="-55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¿DUDAS?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407285">
            <a:off x="5363810" y="1434956"/>
            <a:ext cx="7560380" cy="75603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96093" y="2342965"/>
            <a:ext cx="9095814" cy="349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9"/>
              </a:lnSpc>
              <a:spcBef>
                <a:spcPct val="0"/>
              </a:spcBef>
            </a:pPr>
            <a:r>
              <a:rPr lang="en-US" b="true" sz="10035" spc="-46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GRACIAS POR LA ATENCIÓN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34440" y="6116787"/>
            <a:ext cx="9095814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-1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DAHO11p3uzw</dc:identifier>
  <dcterms:modified xsi:type="dcterms:W3CDTF">2011-08-01T06:04:30Z</dcterms:modified>
  <cp:revision>1</cp:revision>
  <dc:title>Clase 1</dc:title>
</cp:coreProperties>
</file>