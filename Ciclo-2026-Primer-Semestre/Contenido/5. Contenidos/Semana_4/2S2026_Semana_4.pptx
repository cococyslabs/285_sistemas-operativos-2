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Archivo Narrow"/>
      <p:bold r:id="rId29"/>
      <p:boldItalic r:id="rId30"/>
    </p:embeddedFont>
    <p:embeddedFont>
      <p:font typeface="Arimo"/>
      <p:bold r:id="rId31"/>
      <p:boldItalic r:id="rId32"/>
    </p:embeddedFont>
    <p:embeddedFont>
      <p:font typeface="Noto Sans"/>
      <p:bold r:id="rId33"/>
      <p:boldItalic r:id="rId34"/>
    </p:embeddedFont>
    <p:embeddedFont>
      <p:font typeface="Archivo Black"/>
      <p:regular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g5jlwnbfo/0SBpWdzkV9eDH/6q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C65F8B-C77F-49EA-9994-79BEE2E83280}">
  <a:tblStyle styleId="{F6C65F8B-C77F-49EA-9994-79BEE2E832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chivoNarrow-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bold.fntdata"/><Relationship Id="rId30" Type="http://schemas.openxmlformats.org/officeDocument/2006/relationships/font" Target="fonts/ArchivoNarrow-boldItalic.fntdata"/><Relationship Id="rId11" Type="http://schemas.openxmlformats.org/officeDocument/2006/relationships/slide" Target="slides/slide5.xml"/><Relationship Id="rId33" Type="http://schemas.openxmlformats.org/officeDocument/2006/relationships/font" Target="fonts/NotoSans-bold.fntdata"/><Relationship Id="rId10" Type="http://schemas.openxmlformats.org/officeDocument/2006/relationships/slide" Target="slides/slide4.xml"/><Relationship Id="rId32" Type="http://schemas.openxmlformats.org/officeDocument/2006/relationships/font" Target="fonts/Arimo-boldItalic.fntdata"/><Relationship Id="rId13" Type="http://schemas.openxmlformats.org/officeDocument/2006/relationships/slide" Target="slides/slide7.xml"/><Relationship Id="rId35" Type="http://schemas.openxmlformats.org/officeDocument/2006/relationships/font" Target="fonts/ArchivoBlack-regular.fntdata"/><Relationship Id="rId12" Type="http://schemas.openxmlformats.org/officeDocument/2006/relationships/slide" Target="slides/slide6.xml"/><Relationship Id="rId34" Type="http://schemas.openxmlformats.org/officeDocument/2006/relationships/font" Target="fonts/NotoSans-bold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9" name="Google Shape;9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0" name="Google Shape;10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3" name="Google Shape;10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6" name="Google Shape;16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9" name="Google Shape;16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9" name="Google Shape;179;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2" name="Google Shape;182;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1" name="Google Shape;191;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2" name="Google Shape;192;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5" name="Google Shape;205;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6" name="Google Shape;206;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9" name="Google Shape;209;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9" name="Google Shape;219;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0" name="Google Shape;220;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3" name="Google Shape;223;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3" name="Google Shape;233;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4" name="Google Shape;234;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7" name="Google Shape;237;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6" name="Google Shape;246;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7" name="Google Shape;247;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0" name="Google Shape;250;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8" name="Google Shape;258;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9" name="Google Shape;259;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2" name="Google Shape;262;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0" name="Google Shape;270;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1" name="Google Shape;271;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4" name="Google Shape;274;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4" name="Google Shape;284;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5" name="Google Shape;285;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8" name="Google Shape;288;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7" name="Google Shape;297;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8" name="Google Shape;298;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1" name="Google Shape;301;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0" name="Google Shape;310;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1" name="Google Shape;311;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4" name="Google Shape;314;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3" name="Google Shape;323;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4" name="Google Shape;324;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7" name="Google Shape;327;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3" name="Google Shape;333;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4" name="Google Shape;334;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7" name="Google Shape;337;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4" name="Google Shape;344;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5" name="Google Shape;345;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8" name="Google Shape;348;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7" name="Google Shape;357;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8" name="Google Shape;358;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1" name="Google Shape;361;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0" name="Google Shape;370;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1" name="Google Shape;371;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4" name="Google Shape;374;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3" name="Google Shape;383;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4" name="Google Shape;384;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7" name="Google Shape;387;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6" name="Google Shape;396;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7" name="Google Shape;397;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0" name="Google Shape;400;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9" name="Google Shape;409;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0" name="Google Shape;410;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3" name="Google Shape;413;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2"/>
          <p:cNvSpPr/>
          <p:nvPr>
            <p:ph idx="2" type="pic"/>
          </p:nvPr>
        </p:nvSpPr>
        <p:spPr>
          <a:xfrm>
            <a:off x="1792288" y="612775"/>
            <a:ext cx="5486400" cy="4114800"/>
          </a:xfrm>
          <a:prstGeom prst="rect">
            <a:avLst/>
          </a:prstGeom>
          <a:noFill/>
          <a:ln>
            <a:noFill/>
          </a:ln>
        </p:spPr>
      </p:sp>
      <p:sp>
        <p:nvSpPr>
          <p:cNvPr id="68" name="Google Shape;68;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5.png"/><Relationship Id="rId11" Type="http://schemas.openxmlformats.org/officeDocument/2006/relationships/image" Target="../media/image11.png"/><Relationship Id="rId10" Type="http://schemas.openxmlformats.org/officeDocument/2006/relationships/image" Target="../media/image7.png"/><Relationship Id="rId9"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7.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0.jp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jpg"/><Relationship Id="rId5"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3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jpg"/><Relationship Id="rId5"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jpg"/><Relationship Id="rId5"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306050"/>
          </a:xfrm>
          <a:custGeom>
            <a:rect b="b" l="l" r="r" t="t"/>
            <a:pathLst>
              <a:path extrusionOk="0" h="13741400" w="24384000">
                <a:moveTo>
                  <a:pt x="0" y="0"/>
                </a:moveTo>
                <a:lnTo>
                  <a:pt x="24384000" y="0"/>
                </a:lnTo>
                <a:lnTo>
                  <a:pt x="24384000" y="13741400"/>
                </a:lnTo>
                <a:lnTo>
                  <a:pt x="0" y="13741400"/>
                </a:lnTo>
                <a:lnTo>
                  <a:pt x="0" y="0"/>
                </a:lnTo>
                <a:close/>
              </a:path>
            </a:pathLst>
          </a:custGeom>
          <a:blipFill rotWithShape="1">
            <a:blip r:embed="rId3">
              <a:alphaModFix amt="62000"/>
            </a:blip>
            <a:stretch>
              <a:fillRect b="0" l="0" r="0" t="0"/>
            </a:stretch>
          </a:blipFill>
          <a:ln>
            <a:noFill/>
          </a:ln>
        </p:spPr>
      </p:sp>
      <p:sp>
        <p:nvSpPr>
          <p:cNvPr id="93" name="Google Shape;93;p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4">
              <a:alphaModFix/>
            </a:blip>
            <a:stretch>
              <a:fillRect b="-37" l="0" r="0" t="-37"/>
            </a:stretch>
          </a:blipFill>
          <a:ln>
            <a:noFill/>
          </a:ln>
        </p:spPr>
      </p:sp>
      <p:graphicFrame>
        <p:nvGraphicFramePr>
          <p:cNvPr id="94" name="Google Shape;94;p1"/>
          <p:cNvGraphicFramePr/>
          <p:nvPr/>
        </p:nvGraphicFramePr>
        <p:xfrm>
          <a:off x="11392650" y="1805800"/>
          <a:ext cx="3000000" cy="3000000"/>
        </p:xfrm>
        <a:graphic>
          <a:graphicData uri="http://schemas.openxmlformats.org/drawingml/2006/table">
            <a:tbl>
              <a:tblPr>
                <a:noFill/>
                <a:tableStyleId>{F6C65F8B-C77F-49EA-9994-79BEE2E83280}</a:tableStyleId>
              </a:tblPr>
              <a:tblGrid>
                <a:gridCol w="3071975"/>
                <a:gridCol w="3100225"/>
              </a:tblGrid>
              <a:tr h="939800">
                <a:tc>
                  <a:txBody>
                    <a:bodyPr/>
                    <a:lstStyle/>
                    <a:p>
                      <a:pPr indent="0" lvl="0" marL="0" marR="0" rtl="0" algn="l">
                        <a:lnSpc>
                          <a:spcPct val="120000"/>
                        </a:lnSpc>
                        <a:spcBef>
                          <a:spcPts val="0"/>
                        </a:spcBef>
                        <a:spcAft>
                          <a:spcPts val="0"/>
                        </a:spcAft>
                        <a:buNone/>
                      </a:pPr>
                      <a:r>
                        <a:rPr b="1" lang="en-US" sz="2200" u="none" cap="none" strike="noStrike">
                          <a:solidFill>
                            <a:srgbClr val="000000"/>
                          </a:solidFill>
                          <a:latin typeface="Arial"/>
                          <a:ea typeface="Arial"/>
                          <a:cs typeface="Arial"/>
                          <a:sym typeface="Arial"/>
                        </a:rPr>
                        <a:t>Día, Fecha:</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US" sz="2200" u="none" cap="none" strike="noStrike">
                          <a:solidFill>
                            <a:srgbClr val="000000"/>
                          </a:solidFill>
                          <a:latin typeface="Arial"/>
                          <a:ea typeface="Arial"/>
                          <a:cs typeface="Arial"/>
                          <a:sym typeface="Arial"/>
                        </a:rPr>
                        <a:t>DIA, DD/MM/2026</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39800">
                <a:tc>
                  <a:txBody>
                    <a:bodyPr/>
                    <a:lstStyle/>
                    <a:p>
                      <a:pPr indent="0" lvl="0" marL="0" marR="0" rtl="0" algn="l">
                        <a:lnSpc>
                          <a:spcPct val="120000"/>
                        </a:lnSpc>
                        <a:spcBef>
                          <a:spcPts val="0"/>
                        </a:spcBef>
                        <a:spcAft>
                          <a:spcPts val="0"/>
                        </a:spcAft>
                        <a:buNone/>
                      </a:pPr>
                      <a:r>
                        <a:rPr b="1" lang="en-US" sz="2200" u="none" cap="none" strike="noStrike">
                          <a:solidFill>
                            <a:srgbClr val="000000"/>
                          </a:solidFill>
                          <a:latin typeface="Arial"/>
                          <a:ea typeface="Arial"/>
                          <a:cs typeface="Arial"/>
                          <a:sym typeface="Arial"/>
                        </a:rPr>
                        <a:t>Hora de inicio:</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US" sz="2200" u="none" cap="none" strike="noStrike">
                          <a:solidFill>
                            <a:srgbClr val="000000"/>
                          </a:solidFill>
                          <a:latin typeface="Arial"/>
                          <a:ea typeface="Arial"/>
                          <a:cs typeface="Arial"/>
                          <a:sym typeface="Arial"/>
                        </a:rPr>
                        <a:t>00:00</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5" name="Google Shape;95;p1"/>
          <p:cNvSpPr txBox="1"/>
          <p:nvPr/>
        </p:nvSpPr>
        <p:spPr>
          <a:xfrm>
            <a:off x="2334054" y="4450499"/>
            <a:ext cx="9703498" cy="1273197"/>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000000"/>
                </a:solidFill>
                <a:latin typeface="Arial"/>
                <a:ea typeface="Arial"/>
                <a:cs typeface="Arial"/>
                <a:sym typeface="Arial"/>
              </a:rPr>
              <a:t>Sistemas Operativos 2 [A]</a:t>
            </a:r>
            <a:endParaRPr/>
          </a:p>
        </p:txBody>
      </p:sp>
      <p:sp>
        <p:nvSpPr>
          <p:cNvPr id="96" name="Google Shape;96;p1"/>
          <p:cNvSpPr txBox="1"/>
          <p:nvPr/>
        </p:nvSpPr>
        <p:spPr>
          <a:xfrm>
            <a:off x="2334054" y="6070349"/>
            <a:ext cx="10633500" cy="11923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5200" u="none" cap="none" strike="noStrike">
                <a:solidFill>
                  <a:srgbClr val="000000"/>
                </a:solidFill>
                <a:latin typeface="Arial"/>
                <a:ea typeface="Arial"/>
                <a:cs typeface="Arial"/>
                <a:sym typeface="Arial"/>
              </a:rPr>
              <a:t>NOMBRE_ESTUDIANTE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104" name="Shape 104"/>
        <p:cNvGrpSpPr/>
        <p:nvPr/>
      </p:nvGrpSpPr>
      <p:grpSpPr>
        <a:xfrm>
          <a:off x="0" y="0"/>
          <a:ext cx="0" cy="0"/>
          <a:chOff x="0" y="0"/>
          <a:chExt cx="0" cy="0"/>
        </a:xfrm>
      </p:grpSpPr>
      <p:sp>
        <p:nvSpPr>
          <p:cNvPr id="105" name="Google Shape;105;p2"/>
          <p:cNvSpPr txBox="1"/>
          <p:nvPr/>
        </p:nvSpPr>
        <p:spPr>
          <a:xfrm>
            <a:off x="1294124" y="7744577"/>
            <a:ext cx="8274749" cy="1110301"/>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Escuela de Ingeniería de Ciencias Y Sistemas</a:t>
            </a:r>
            <a:endParaRPr/>
          </a:p>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Facultad de Ingeniería</a:t>
            </a:r>
            <a:endParaRPr/>
          </a:p>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Universidad de San Carlos de Guatemala</a:t>
            </a:r>
            <a:endParaRPr/>
          </a:p>
        </p:txBody>
      </p:sp>
      <p:grpSp>
        <p:nvGrpSpPr>
          <p:cNvPr id="106" name="Google Shape;106;p2"/>
          <p:cNvGrpSpPr/>
          <p:nvPr/>
        </p:nvGrpSpPr>
        <p:grpSpPr>
          <a:xfrm>
            <a:off x="1132151" y="2299773"/>
            <a:ext cx="10850404" cy="4485380"/>
            <a:chOff x="0" y="-38100"/>
            <a:chExt cx="14467205" cy="5980506"/>
          </a:xfrm>
        </p:grpSpPr>
        <p:sp>
          <p:nvSpPr>
            <p:cNvPr id="107" name="Google Shape;107;p2"/>
            <p:cNvSpPr/>
            <p:nvPr/>
          </p:nvSpPr>
          <p:spPr>
            <a:xfrm>
              <a:off x="0" y="0"/>
              <a:ext cx="14467201" cy="5942400"/>
            </a:xfrm>
            <a:custGeom>
              <a:rect b="b" l="l" r="r" t="t"/>
              <a:pathLst>
                <a:path extrusionOk="0" h="5942400" w="14467201">
                  <a:moveTo>
                    <a:pt x="0" y="0"/>
                  </a:moveTo>
                  <a:lnTo>
                    <a:pt x="14467201" y="0"/>
                  </a:lnTo>
                  <a:lnTo>
                    <a:pt x="14467201" y="5942400"/>
                  </a:lnTo>
                  <a:lnTo>
                    <a:pt x="0" y="5942400"/>
                  </a:lnTo>
                  <a:close/>
                </a:path>
              </a:pathLst>
            </a:custGeom>
            <a:blipFill rotWithShape="1">
              <a:blip r:embed="rId3">
                <a:alphaModFix amt="0"/>
              </a:blip>
              <a:stretch>
                <a:fillRect b="0" l="-2700" r="-2700" t="0"/>
              </a:stretch>
            </a:blipFill>
            <a:ln>
              <a:noFill/>
            </a:ln>
          </p:spPr>
        </p:sp>
        <p:sp>
          <p:nvSpPr>
            <p:cNvPr id="108" name="Google Shape;108;p2"/>
            <p:cNvSpPr txBox="1"/>
            <p:nvPr/>
          </p:nvSpPr>
          <p:spPr>
            <a:xfrm>
              <a:off x="0" y="-38100"/>
              <a:ext cx="14467205" cy="5980506"/>
            </a:xfrm>
            <a:prstGeom prst="rect">
              <a:avLst/>
            </a:prstGeom>
            <a:noFill/>
            <a:ln>
              <a:noFill/>
            </a:ln>
          </p:spPr>
          <p:txBody>
            <a:bodyPr anchorCtr="0" anchor="b" bIns="0" lIns="0" spcFirstLastPara="1" rIns="0" wrap="square" tIns="0">
              <a:noAutofit/>
            </a:bodyPr>
            <a:lstStyle/>
            <a:p>
              <a:pPr indent="0" lvl="0" marL="0" marR="0" rtl="0" algn="l">
                <a:lnSpc>
                  <a:spcPct val="120000"/>
                </a:lnSpc>
                <a:spcBef>
                  <a:spcPts val="0"/>
                </a:spcBef>
                <a:spcAft>
                  <a:spcPts val="0"/>
                </a:spcAft>
                <a:buNone/>
              </a:pPr>
              <a:r>
                <a:rPr b="1" i="0" lang="en-US" sz="9000" u="none" cap="none" strike="noStrike">
                  <a:solidFill>
                    <a:srgbClr val="5795D3"/>
                  </a:solidFill>
                  <a:latin typeface="Arimo"/>
                  <a:ea typeface="Arimo"/>
                  <a:cs typeface="Arimo"/>
                  <a:sym typeface="Arimo"/>
                </a:rPr>
                <a:t>SISTEMAS OPERATIVOS 2</a:t>
              </a:r>
              <a:endParaRPr/>
            </a:p>
          </p:txBody>
        </p:sp>
      </p:grpSp>
      <p:sp>
        <p:nvSpPr>
          <p:cNvPr id="109" name="Google Shape;109;p2"/>
          <p:cNvSpPr/>
          <p:nvPr/>
        </p:nvSpPr>
        <p:spPr>
          <a:xfrm>
            <a:off x="10161356" y="1359360"/>
            <a:ext cx="1718596" cy="1856899"/>
          </a:xfrm>
          <a:custGeom>
            <a:rect b="b" l="l" r="r" t="t"/>
            <a:pathLst>
              <a:path extrusionOk="0" h="2475865" w="2291461">
                <a:moveTo>
                  <a:pt x="176911" y="0"/>
                </a:moveTo>
                <a:cubicBezTo>
                  <a:pt x="81026" y="0"/>
                  <a:pt x="0" y="78613"/>
                  <a:pt x="0" y="176911"/>
                </a:cubicBezTo>
                <a:lnTo>
                  <a:pt x="0" y="2301494"/>
                </a:lnTo>
                <a:cubicBezTo>
                  <a:pt x="0" y="2397252"/>
                  <a:pt x="76073" y="2475865"/>
                  <a:pt x="176911" y="2475865"/>
                </a:cubicBezTo>
                <a:lnTo>
                  <a:pt x="2112137" y="2475865"/>
                </a:lnTo>
                <a:cubicBezTo>
                  <a:pt x="2210435" y="2475865"/>
                  <a:pt x="2291461" y="2397252"/>
                  <a:pt x="2291461" y="2301494"/>
                </a:cubicBezTo>
                <a:lnTo>
                  <a:pt x="2291461" y="176911"/>
                </a:lnTo>
                <a:cubicBezTo>
                  <a:pt x="2291461" y="81026"/>
                  <a:pt x="2215261" y="0"/>
                  <a:pt x="2117090"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10249195" y="1282322"/>
            <a:ext cx="1717167" cy="1856899"/>
          </a:xfrm>
          <a:custGeom>
            <a:rect b="b" l="l" r="r" t="t"/>
            <a:pathLst>
              <a:path extrusionOk="0" h="2475865" w="2289556">
                <a:moveTo>
                  <a:pt x="174498" y="0"/>
                </a:moveTo>
                <a:cubicBezTo>
                  <a:pt x="78613" y="0"/>
                  <a:pt x="0" y="76200"/>
                  <a:pt x="0" y="174498"/>
                </a:cubicBezTo>
                <a:lnTo>
                  <a:pt x="0" y="2299081"/>
                </a:lnTo>
                <a:cubicBezTo>
                  <a:pt x="0" y="2394839"/>
                  <a:pt x="76200" y="2475865"/>
                  <a:pt x="174498" y="2475865"/>
                </a:cubicBezTo>
                <a:lnTo>
                  <a:pt x="2115185" y="2475865"/>
                </a:lnTo>
                <a:cubicBezTo>
                  <a:pt x="2210943" y="2475865"/>
                  <a:pt x="2289556" y="2394839"/>
                  <a:pt x="2289556" y="2299081"/>
                </a:cubicBezTo>
                <a:lnTo>
                  <a:pt x="2289556" y="174498"/>
                </a:lnTo>
                <a:cubicBezTo>
                  <a:pt x="2289556" y="78740"/>
                  <a:pt x="2213356" y="0"/>
                  <a:pt x="2115185"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10391851" y="1464573"/>
            <a:ext cx="634936" cy="1490281"/>
          </a:xfrm>
          <a:custGeom>
            <a:rect b="b" l="l" r="r" t="t"/>
            <a:pathLst>
              <a:path extrusionOk="0" h="1987042" w="846582">
                <a:moveTo>
                  <a:pt x="156972" y="0"/>
                </a:moveTo>
                <a:cubicBezTo>
                  <a:pt x="71120" y="0"/>
                  <a:pt x="0" y="71120"/>
                  <a:pt x="0" y="154686"/>
                </a:cubicBezTo>
                <a:lnTo>
                  <a:pt x="0" y="1829816"/>
                </a:lnTo>
                <a:cubicBezTo>
                  <a:pt x="0" y="1915795"/>
                  <a:pt x="71120" y="1987042"/>
                  <a:pt x="157099" y="1987042"/>
                </a:cubicBezTo>
                <a:lnTo>
                  <a:pt x="692023" y="1987042"/>
                </a:lnTo>
                <a:cubicBezTo>
                  <a:pt x="777875" y="1987042"/>
                  <a:pt x="844169" y="1915795"/>
                  <a:pt x="846582" y="1829816"/>
                </a:cubicBezTo>
                <a:lnTo>
                  <a:pt x="846582" y="154686"/>
                </a:lnTo>
                <a:cubicBezTo>
                  <a:pt x="846582" y="68707"/>
                  <a:pt x="777875" y="0"/>
                  <a:pt x="692023"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11172958" y="1556737"/>
            <a:ext cx="650081" cy="26574"/>
          </a:xfrm>
          <a:custGeom>
            <a:rect b="b" l="l" r="r" t="t"/>
            <a:pathLst>
              <a:path extrusionOk="0" h="35433" w="866775">
                <a:moveTo>
                  <a:pt x="19685" y="0"/>
                </a:moveTo>
                <a:cubicBezTo>
                  <a:pt x="9906" y="0"/>
                  <a:pt x="0" y="9398"/>
                  <a:pt x="0" y="16510"/>
                </a:cubicBezTo>
                <a:cubicBezTo>
                  <a:pt x="0" y="25908"/>
                  <a:pt x="9906" y="35433"/>
                  <a:pt x="19685" y="35433"/>
                </a:cubicBezTo>
                <a:lnTo>
                  <a:pt x="847090" y="35433"/>
                </a:lnTo>
                <a:cubicBezTo>
                  <a:pt x="856996" y="35433"/>
                  <a:pt x="866775" y="28321"/>
                  <a:pt x="866775" y="16510"/>
                </a:cubicBezTo>
                <a:cubicBezTo>
                  <a:pt x="866775" y="7112"/>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11172958" y="1735922"/>
            <a:ext cx="650081" cy="26669"/>
          </a:xfrm>
          <a:custGeom>
            <a:rect b="b" l="l" r="r" t="t"/>
            <a:pathLst>
              <a:path extrusionOk="0" h="35560" w="866775">
                <a:moveTo>
                  <a:pt x="19685" y="0"/>
                </a:moveTo>
                <a:cubicBezTo>
                  <a:pt x="9906" y="0"/>
                  <a:pt x="0" y="9525"/>
                  <a:pt x="0" y="18923"/>
                </a:cubicBezTo>
                <a:cubicBezTo>
                  <a:pt x="0" y="28321"/>
                  <a:pt x="9906" y="35560"/>
                  <a:pt x="19685" y="35560"/>
                </a:cubicBezTo>
                <a:lnTo>
                  <a:pt x="847090" y="35560"/>
                </a:lnTo>
                <a:cubicBezTo>
                  <a:pt x="856996" y="35560"/>
                  <a:pt x="866775" y="30861"/>
                  <a:pt x="866775" y="18923"/>
                </a:cubicBezTo>
                <a:cubicBezTo>
                  <a:pt x="866775" y="9525"/>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11172958" y="1915916"/>
            <a:ext cx="650081" cy="26669"/>
          </a:xfrm>
          <a:custGeom>
            <a:rect b="b" l="l" r="r" t="t"/>
            <a:pathLst>
              <a:path extrusionOk="0" h="35560" w="866775">
                <a:moveTo>
                  <a:pt x="19685" y="0"/>
                </a:moveTo>
                <a:cubicBezTo>
                  <a:pt x="9906" y="0"/>
                  <a:pt x="0" y="9525"/>
                  <a:pt x="0" y="16637"/>
                </a:cubicBezTo>
                <a:cubicBezTo>
                  <a:pt x="0" y="26035"/>
                  <a:pt x="9906" y="35560"/>
                  <a:pt x="19685" y="35560"/>
                </a:cubicBezTo>
                <a:lnTo>
                  <a:pt x="847090" y="35560"/>
                </a:lnTo>
                <a:cubicBezTo>
                  <a:pt x="856996" y="35560"/>
                  <a:pt x="866775" y="28448"/>
                  <a:pt x="866775" y="16637"/>
                </a:cubicBezTo>
                <a:cubicBezTo>
                  <a:pt x="866775" y="7112"/>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14882403" y="3191037"/>
            <a:ext cx="1543622" cy="1822132"/>
          </a:xfrm>
          <a:custGeom>
            <a:rect b="b" l="l" r="r" t="t"/>
            <a:pathLst>
              <a:path extrusionOk="0" h="2429510" w="2058162">
                <a:moveTo>
                  <a:pt x="167005" y="0"/>
                </a:moveTo>
                <a:cubicBezTo>
                  <a:pt x="76073" y="0"/>
                  <a:pt x="0" y="76200"/>
                  <a:pt x="0" y="169545"/>
                </a:cubicBezTo>
                <a:lnTo>
                  <a:pt x="0" y="2260092"/>
                </a:lnTo>
                <a:cubicBezTo>
                  <a:pt x="0" y="2353437"/>
                  <a:pt x="76073" y="2429510"/>
                  <a:pt x="167005" y="2429510"/>
                </a:cubicBezTo>
                <a:lnTo>
                  <a:pt x="1891157" y="2429510"/>
                </a:lnTo>
                <a:cubicBezTo>
                  <a:pt x="1981962" y="2429510"/>
                  <a:pt x="2058162" y="2353310"/>
                  <a:pt x="2058162" y="2260092"/>
                </a:cubicBezTo>
                <a:lnTo>
                  <a:pt x="2058162" y="169545"/>
                </a:lnTo>
                <a:cubicBezTo>
                  <a:pt x="2058035" y="76200"/>
                  <a:pt x="1981962" y="0"/>
                  <a:pt x="1891157"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15070417" y="3447364"/>
            <a:ext cx="480155" cy="878395"/>
          </a:xfrm>
          <a:custGeom>
            <a:rect b="b" l="l" r="r" t="t"/>
            <a:pathLst>
              <a:path extrusionOk="0" h="1171194" w="640207">
                <a:moveTo>
                  <a:pt x="122555" y="127"/>
                </a:moveTo>
                <a:cubicBezTo>
                  <a:pt x="56388" y="127"/>
                  <a:pt x="0" y="54102"/>
                  <a:pt x="0" y="122809"/>
                </a:cubicBezTo>
                <a:lnTo>
                  <a:pt x="0" y="1048385"/>
                </a:lnTo>
                <a:cubicBezTo>
                  <a:pt x="0" y="1117092"/>
                  <a:pt x="56388" y="1171194"/>
                  <a:pt x="122555" y="1171194"/>
                </a:cubicBezTo>
                <a:lnTo>
                  <a:pt x="517525" y="1171194"/>
                </a:lnTo>
                <a:cubicBezTo>
                  <a:pt x="586232" y="1171194"/>
                  <a:pt x="640207" y="1117219"/>
                  <a:pt x="640207" y="1048385"/>
                </a:cubicBezTo>
                <a:lnTo>
                  <a:pt x="640207" y="122809"/>
                </a:lnTo>
                <a:cubicBezTo>
                  <a:pt x="640207" y="54102"/>
                  <a:pt x="586232" y="0"/>
                  <a:pt x="517525"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15757293" y="3447364"/>
            <a:ext cx="480250" cy="878395"/>
          </a:xfrm>
          <a:custGeom>
            <a:rect b="b" l="l" r="r" t="t"/>
            <a:pathLst>
              <a:path extrusionOk="0" h="1171194" w="640334">
                <a:moveTo>
                  <a:pt x="122555" y="127"/>
                </a:moveTo>
                <a:cubicBezTo>
                  <a:pt x="53975" y="127"/>
                  <a:pt x="0" y="54102"/>
                  <a:pt x="0" y="122809"/>
                </a:cubicBezTo>
                <a:lnTo>
                  <a:pt x="0" y="1048385"/>
                </a:lnTo>
                <a:cubicBezTo>
                  <a:pt x="0" y="1117092"/>
                  <a:pt x="53975" y="1171194"/>
                  <a:pt x="122682" y="1171194"/>
                </a:cubicBezTo>
                <a:lnTo>
                  <a:pt x="517652" y="1171194"/>
                </a:lnTo>
                <a:cubicBezTo>
                  <a:pt x="583946" y="1171194"/>
                  <a:pt x="640334" y="1117219"/>
                  <a:pt x="640334" y="1048385"/>
                </a:cubicBezTo>
                <a:lnTo>
                  <a:pt x="640334" y="122809"/>
                </a:lnTo>
                <a:cubicBezTo>
                  <a:pt x="640334" y="54102"/>
                  <a:pt x="583946" y="0"/>
                  <a:pt x="517652"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15153217" y="4451756"/>
            <a:ext cx="1000562" cy="54673"/>
          </a:xfrm>
          <a:custGeom>
            <a:rect b="b" l="l" r="r" t="t"/>
            <a:pathLst>
              <a:path extrusionOk="0" h="72898" w="1334082">
                <a:moveTo>
                  <a:pt x="36830" y="0"/>
                </a:moveTo>
                <a:cubicBezTo>
                  <a:pt x="14732" y="0"/>
                  <a:pt x="0" y="14605"/>
                  <a:pt x="0" y="36449"/>
                </a:cubicBezTo>
                <a:cubicBezTo>
                  <a:pt x="0" y="58293"/>
                  <a:pt x="14732" y="72898"/>
                  <a:pt x="36830" y="72898"/>
                </a:cubicBezTo>
                <a:lnTo>
                  <a:pt x="1296924" y="72898"/>
                </a:lnTo>
                <a:cubicBezTo>
                  <a:pt x="1316609" y="72898"/>
                  <a:pt x="1336294" y="53467"/>
                  <a:pt x="1333881" y="36449"/>
                </a:cubicBezTo>
                <a:cubicBezTo>
                  <a:pt x="1333881" y="14605"/>
                  <a:pt x="1316609" y="0"/>
                  <a:pt x="1296924"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15176878" y="4589907"/>
            <a:ext cx="957643" cy="54768"/>
          </a:xfrm>
          <a:custGeom>
            <a:rect b="b" l="l" r="r" t="t"/>
            <a:pathLst>
              <a:path extrusionOk="0" h="73025" w="1276858">
                <a:moveTo>
                  <a:pt x="36830" y="127"/>
                </a:moveTo>
                <a:cubicBezTo>
                  <a:pt x="14732" y="127"/>
                  <a:pt x="0" y="14732"/>
                  <a:pt x="0" y="36703"/>
                </a:cubicBezTo>
                <a:cubicBezTo>
                  <a:pt x="0" y="58674"/>
                  <a:pt x="14732" y="73025"/>
                  <a:pt x="36830" y="73025"/>
                </a:cubicBezTo>
                <a:lnTo>
                  <a:pt x="1235075" y="73025"/>
                </a:lnTo>
                <a:cubicBezTo>
                  <a:pt x="1257173" y="73025"/>
                  <a:pt x="1271905" y="53594"/>
                  <a:pt x="1276858" y="36576"/>
                </a:cubicBezTo>
                <a:cubicBezTo>
                  <a:pt x="1276858" y="14605"/>
                  <a:pt x="1259586" y="0"/>
                  <a:pt x="1240028"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10580399" y="9678962"/>
            <a:ext cx="7680864" cy="562928"/>
          </a:xfrm>
          <a:custGeom>
            <a:rect b="b" l="l" r="r" t="t"/>
            <a:pathLst>
              <a:path extrusionOk="0" h="750570" w="10241153">
                <a:moveTo>
                  <a:pt x="0" y="0"/>
                </a:moveTo>
                <a:lnTo>
                  <a:pt x="0" y="750570"/>
                </a:lnTo>
                <a:lnTo>
                  <a:pt x="10241153" y="750570"/>
                </a:lnTo>
                <a:lnTo>
                  <a:pt x="10241153" y="0"/>
                </a:lnTo>
                <a:close/>
              </a:path>
            </a:pathLst>
          </a:custGeom>
          <a:solidFill>
            <a:srgbClr val="09066A"/>
          </a:solidFill>
          <a:ln>
            <a:noFill/>
          </a:ln>
        </p:spPr>
      </p:sp>
      <p:sp>
        <p:nvSpPr>
          <p:cNvPr id="121" name="Google Shape;121;p2"/>
          <p:cNvSpPr/>
          <p:nvPr/>
        </p:nvSpPr>
        <p:spPr>
          <a:xfrm>
            <a:off x="10580399" y="9342091"/>
            <a:ext cx="7680864" cy="336804"/>
          </a:xfrm>
          <a:custGeom>
            <a:rect b="b" l="l" r="r" t="t"/>
            <a:pathLst>
              <a:path extrusionOk="0" h="449072" w="10241153">
                <a:moveTo>
                  <a:pt x="447167" y="0"/>
                </a:moveTo>
                <a:cubicBezTo>
                  <a:pt x="199009" y="0"/>
                  <a:pt x="0" y="203581"/>
                  <a:pt x="0" y="449072"/>
                </a:cubicBezTo>
                <a:lnTo>
                  <a:pt x="10241153" y="449072"/>
                </a:lnTo>
                <a:cubicBezTo>
                  <a:pt x="10241153" y="203581"/>
                  <a:pt x="10039731" y="2413"/>
                  <a:pt x="9796399" y="0"/>
                </a:cubicBezTo>
                <a:close/>
              </a:path>
            </a:pathLst>
          </a:custGeom>
          <a:solidFill>
            <a:srgbClr val="333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10833935" y="2238575"/>
            <a:ext cx="2356485" cy="1786794"/>
          </a:xfrm>
          <a:custGeom>
            <a:rect b="b" l="l" r="r" t="t"/>
            <a:pathLst>
              <a:path extrusionOk="0" h="2382393" w="3141980">
                <a:moveTo>
                  <a:pt x="292227" y="0"/>
                </a:moveTo>
                <a:cubicBezTo>
                  <a:pt x="130048" y="0"/>
                  <a:pt x="0" y="130175"/>
                  <a:pt x="0" y="292227"/>
                </a:cubicBezTo>
                <a:lnTo>
                  <a:pt x="0" y="2090166"/>
                </a:lnTo>
                <a:cubicBezTo>
                  <a:pt x="0" y="2252218"/>
                  <a:pt x="132588" y="2382393"/>
                  <a:pt x="292354" y="2382393"/>
                </a:cubicBezTo>
                <a:lnTo>
                  <a:pt x="2849626" y="2382393"/>
                </a:lnTo>
                <a:cubicBezTo>
                  <a:pt x="3009265" y="2382393"/>
                  <a:pt x="3141980" y="2252218"/>
                  <a:pt x="3141980" y="2090166"/>
                </a:cubicBezTo>
                <a:lnTo>
                  <a:pt x="3141980" y="292227"/>
                </a:lnTo>
                <a:cubicBezTo>
                  <a:pt x="3141980" y="127635"/>
                  <a:pt x="3009392" y="0"/>
                  <a:pt x="284962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10935357" y="2122561"/>
            <a:ext cx="2356485" cy="1787080"/>
          </a:xfrm>
          <a:custGeom>
            <a:rect b="b" l="l" r="r" t="t"/>
            <a:pathLst>
              <a:path extrusionOk="0" h="2382774" w="3141980">
                <a:moveTo>
                  <a:pt x="292354" y="0"/>
                </a:moveTo>
                <a:cubicBezTo>
                  <a:pt x="130175" y="0"/>
                  <a:pt x="0" y="132588"/>
                  <a:pt x="0" y="292354"/>
                </a:cubicBezTo>
                <a:lnTo>
                  <a:pt x="0" y="2092960"/>
                </a:lnTo>
                <a:cubicBezTo>
                  <a:pt x="0" y="2255012"/>
                  <a:pt x="132588" y="2382774"/>
                  <a:pt x="292354" y="2382774"/>
                </a:cubicBezTo>
                <a:lnTo>
                  <a:pt x="2847213" y="2382774"/>
                </a:lnTo>
                <a:cubicBezTo>
                  <a:pt x="3009392" y="2382774"/>
                  <a:pt x="3139567" y="2255012"/>
                  <a:pt x="3141980" y="2092960"/>
                </a:cubicBezTo>
                <a:lnTo>
                  <a:pt x="3141980" y="292354"/>
                </a:lnTo>
                <a:cubicBezTo>
                  <a:pt x="3142107" y="130175"/>
                  <a:pt x="3009392" y="0"/>
                  <a:pt x="2849626"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10935357" y="2126256"/>
            <a:ext cx="2354294" cy="256985"/>
          </a:xfrm>
          <a:custGeom>
            <a:rect b="b" l="l" r="r" t="t"/>
            <a:pathLst>
              <a:path extrusionOk="0" h="342646" w="3139059">
                <a:moveTo>
                  <a:pt x="292354" y="0"/>
                </a:moveTo>
                <a:cubicBezTo>
                  <a:pt x="132588" y="0"/>
                  <a:pt x="0" y="127127"/>
                  <a:pt x="0" y="288798"/>
                </a:cubicBezTo>
                <a:lnTo>
                  <a:pt x="0" y="342646"/>
                </a:lnTo>
                <a:lnTo>
                  <a:pt x="3139059" y="342646"/>
                </a:lnTo>
                <a:lnTo>
                  <a:pt x="3139059" y="288798"/>
                </a:lnTo>
                <a:cubicBezTo>
                  <a:pt x="3139059" y="127254"/>
                  <a:pt x="3008884" y="0"/>
                  <a:pt x="2846705" y="0"/>
                </a:cubicBezTo>
                <a:close/>
              </a:path>
            </a:pathLst>
          </a:custGeom>
          <a:solidFill>
            <a:srgbClr val="0F89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11144974" y="2192493"/>
            <a:ext cx="124396" cy="123063"/>
          </a:xfrm>
          <a:custGeom>
            <a:rect b="b" l="l" r="r" t="t"/>
            <a:pathLst>
              <a:path extrusionOk="0" h="164084" w="165862">
                <a:moveTo>
                  <a:pt x="82931" y="0"/>
                </a:moveTo>
                <a:cubicBezTo>
                  <a:pt x="36576" y="0"/>
                  <a:pt x="0" y="36703"/>
                  <a:pt x="0" y="83185"/>
                </a:cubicBezTo>
                <a:cubicBezTo>
                  <a:pt x="0" y="127254"/>
                  <a:pt x="36576" y="164084"/>
                  <a:pt x="82931" y="164084"/>
                </a:cubicBezTo>
                <a:cubicBezTo>
                  <a:pt x="129286" y="164084"/>
                  <a:pt x="165862" y="127254"/>
                  <a:pt x="165862" y="83185"/>
                </a:cubicBezTo>
                <a:cubicBezTo>
                  <a:pt x="165862" y="36703"/>
                  <a:pt x="129286" y="0"/>
                  <a:pt x="82931"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11393996" y="2192493"/>
            <a:ext cx="124586" cy="123063"/>
          </a:xfrm>
          <a:custGeom>
            <a:rect b="b" l="l" r="r" t="t"/>
            <a:pathLst>
              <a:path extrusionOk="0" h="164084" w="166116">
                <a:moveTo>
                  <a:pt x="83058"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3058"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11644655" y="2192493"/>
            <a:ext cx="124586" cy="123063"/>
          </a:xfrm>
          <a:custGeom>
            <a:rect b="b" l="l" r="r" t="t"/>
            <a:pathLst>
              <a:path extrusionOk="0" h="164084" w="166116">
                <a:moveTo>
                  <a:pt x="82931"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2931"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15317276" y="2361600"/>
            <a:ext cx="1997297" cy="1914525"/>
          </a:xfrm>
          <a:custGeom>
            <a:rect b="b" l="l" r="r" t="t"/>
            <a:pathLst>
              <a:path extrusionOk="0" h="2552700" w="2663063">
                <a:moveTo>
                  <a:pt x="294767" y="0"/>
                </a:moveTo>
                <a:cubicBezTo>
                  <a:pt x="132715" y="0"/>
                  <a:pt x="0" y="132715"/>
                  <a:pt x="0" y="294894"/>
                </a:cubicBezTo>
                <a:lnTo>
                  <a:pt x="0" y="2257933"/>
                </a:lnTo>
                <a:cubicBezTo>
                  <a:pt x="0" y="2419985"/>
                  <a:pt x="132715" y="2552700"/>
                  <a:pt x="294767" y="2552700"/>
                </a:cubicBezTo>
                <a:lnTo>
                  <a:pt x="2368296" y="2552700"/>
                </a:lnTo>
                <a:cubicBezTo>
                  <a:pt x="2530348" y="2552700"/>
                  <a:pt x="2663063" y="2419985"/>
                  <a:pt x="2663063" y="2257806"/>
                </a:cubicBezTo>
                <a:lnTo>
                  <a:pt x="2663063" y="294894"/>
                </a:lnTo>
                <a:cubicBezTo>
                  <a:pt x="2663063" y="132715"/>
                  <a:pt x="2530348" y="0"/>
                  <a:pt x="236829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15427537" y="2258644"/>
            <a:ext cx="1996750" cy="1914525"/>
          </a:xfrm>
          <a:custGeom>
            <a:rect b="b" l="l" r="r" t="t"/>
            <a:pathLst>
              <a:path extrusionOk="0" h="2552700" w="2662333">
                <a:moveTo>
                  <a:pt x="294640" y="0"/>
                </a:moveTo>
                <a:cubicBezTo>
                  <a:pt x="132588" y="0"/>
                  <a:pt x="0" y="132715"/>
                  <a:pt x="0" y="294894"/>
                </a:cubicBezTo>
                <a:lnTo>
                  <a:pt x="0" y="2257933"/>
                </a:lnTo>
                <a:cubicBezTo>
                  <a:pt x="0" y="2419985"/>
                  <a:pt x="132588" y="2552700"/>
                  <a:pt x="294640" y="2552700"/>
                </a:cubicBezTo>
                <a:lnTo>
                  <a:pt x="2367534" y="2552700"/>
                </a:lnTo>
                <a:cubicBezTo>
                  <a:pt x="2532126" y="2552700"/>
                  <a:pt x="2664714" y="2419985"/>
                  <a:pt x="2662301" y="2257806"/>
                </a:cubicBezTo>
                <a:lnTo>
                  <a:pt x="2662301" y="294894"/>
                </a:lnTo>
                <a:cubicBezTo>
                  <a:pt x="2662174" y="130175"/>
                  <a:pt x="2529586" y="0"/>
                  <a:pt x="2367534"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15587996" y="2378164"/>
            <a:ext cx="1676105" cy="1676105"/>
          </a:xfrm>
          <a:custGeom>
            <a:rect b="b" l="l" r="r" t="t"/>
            <a:pathLst>
              <a:path extrusionOk="0" h="1676105" w="1676105">
                <a:moveTo>
                  <a:pt x="0" y="0"/>
                </a:moveTo>
                <a:lnTo>
                  <a:pt x="1676105" y="0"/>
                </a:lnTo>
                <a:lnTo>
                  <a:pt x="1676105" y="1676105"/>
                </a:lnTo>
                <a:lnTo>
                  <a:pt x="0" y="1676105"/>
                </a:lnTo>
                <a:lnTo>
                  <a:pt x="0" y="0"/>
                </a:lnTo>
                <a:close/>
              </a:path>
            </a:pathLst>
          </a:custGeom>
          <a:blipFill rotWithShape="1">
            <a:blip r:embed="rId4">
              <a:alphaModFix/>
            </a:blip>
            <a:stretch>
              <a:fillRect b="0" l="0" r="0" t="0"/>
            </a:stretch>
          </a:blipFill>
          <a:ln>
            <a:noFill/>
          </a:ln>
        </p:spPr>
      </p:sp>
      <p:sp>
        <p:nvSpPr>
          <p:cNvPr id="131" name="Google Shape;131;p2"/>
          <p:cNvSpPr/>
          <p:nvPr/>
        </p:nvSpPr>
        <p:spPr>
          <a:xfrm>
            <a:off x="16986799" y="3043276"/>
            <a:ext cx="20488" cy="24089"/>
          </a:xfrm>
          <a:custGeom>
            <a:rect b="b" l="l" r="r" t="t"/>
            <a:pathLst>
              <a:path extrusionOk="0" h="24089" w="20488">
                <a:moveTo>
                  <a:pt x="0" y="0"/>
                </a:moveTo>
                <a:lnTo>
                  <a:pt x="20489" y="0"/>
                </a:lnTo>
                <a:lnTo>
                  <a:pt x="20489" y="24088"/>
                </a:lnTo>
                <a:lnTo>
                  <a:pt x="0" y="24088"/>
                </a:lnTo>
                <a:lnTo>
                  <a:pt x="0" y="0"/>
                </a:lnTo>
                <a:close/>
              </a:path>
            </a:pathLst>
          </a:custGeom>
          <a:blipFill rotWithShape="1">
            <a:blip r:embed="rId5">
              <a:alphaModFix/>
            </a:blip>
            <a:stretch>
              <a:fillRect b="0" l="0" r="0" t="0"/>
            </a:stretch>
          </a:blipFill>
          <a:ln>
            <a:noFill/>
          </a:ln>
        </p:spPr>
      </p:sp>
      <p:sp>
        <p:nvSpPr>
          <p:cNvPr id="132" name="Google Shape;132;p2"/>
          <p:cNvSpPr/>
          <p:nvPr/>
        </p:nvSpPr>
        <p:spPr>
          <a:xfrm>
            <a:off x="16977436" y="3013865"/>
            <a:ext cx="20478" cy="25420"/>
          </a:xfrm>
          <a:custGeom>
            <a:rect b="b" l="l" r="r" t="t"/>
            <a:pathLst>
              <a:path extrusionOk="0" h="33893" w="27305">
                <a:moveTo>
                  <a:pt x="1905" y="21193"/>
                </a:moveTo>
                <a:cubicBezTo>
                  <a:pt x="1905" y="20939"/>
                  <a:pt x="1905" y="20939"/>
                  <a:pt x="1524" y="19669"/>
                </a:cubicBezTo>
                <a:cubicBezTo>
                  <a:pt x="1397" y="19288"/>
                  <a:pt x="1143" y="18780"/>
                  <a:pt x="1016" y="18145"/>
                </a:cubicBezTo>
                <a:cubicBezTo>
                  <a:pt x="635" y="17002"/>
                  <a:pt x="0" y="14970"/>
                  <a:pt x="0" y="12684"/>
                </a:cubicBezTo>
                <a:cubicBezTo>
                  <a:pt x="0" y="6588"/>
                  <a:pt x="4318" y="1381"/>
                  <a:pt x="10160" y="238"/>
                </a:cubicBezTo>
                <a:cubicBezTo>
                  <a:pt x="16002" y="-905"/>
                  <a:pt x="21971" y="2143"/>
                  <a:pt x="24384" y="7731"/>
                </a:cubicBezTo>
                <a:cubicBezTo>
                  <a:pt x="27178" y="14335"/>
                  <a:pt x="27178" y="20812"/>
                  <a:pt x="27178" y="21193"/>
                </a:cubicBezTo>
                <a:lnTo>
                  <a:pt x="14478" y="21193"/>
                </a:lnTo>
                <a:lnTo>
                  <a:pt x="1778" y="21193"/>
                </a:lnTo>
                <a:moveTo>
                  <a:pt x="27178" y="21193"/>
                </a:moveTo>
                <a:cubicBezTo>
                  <a:pt x="27178" y="28178"/>
                  <a:pt x="21463" y="33893"/>
                  <a:pt x="14478" y="33893"/>
                </a:cubicBezTo>
                <a:cubicBezTo>
                  <a:pt x="7493" y="33893"/>
                  <a:pt x="1778" y="28178"/>
                  <a:pt x="1778" y="21193"/>
                </a:cubicBezTo>
                <a:cubicBezTo>
                  <a:pt x="1778" y="22082"/>
                  <a:pt x="2159" y="20304"/>
                  <a:pt x="1016" y="17637"/>
                </a:cubicBezTo>
                <a:lnTo>
                  <a:pt x="12700" y="12684"/>
                </a:lnTo>
                <a:lnTo>
                  <a:pt x="25400" y="12684"/>
                </a:lnTo>
                <a:cubicBezTo>
                  <a:pt x="25400" y="11922"/>
                  <a:pt x="25273" y="10652"/>
                  <a:pt x="25146" y="10525"/>
                </a:cubicBezTo>
                <a:cubicBezTo>
                  <a:pt x="25146" y="10525"/>
                  <a:pt x="25146" y="10652"/>
                  <a:pt x="25400" y="11160"/>
                </a:cubicBezTo>
                <a:cubicBezTo>
                  <a:pt x="26035" y="12811"/>
                  <a:pt x="27305" y="16367"/>
                  <a:pt x="27305" y="2119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16159677" y="2962799"/>
            <a:ext cx="1105224" cy="1090051"/>
          </a:xfrm>
          <a:custGeom>
            <a:rect b="b" l="l" r="r" t="t"/>
            <a:pathLst>
              <a:path extrusionOk="0" h="1090051" w="1105224">
                <a:moveTo>
                  <a:pt x="0" y="0"/>
                </a:moveTo>
                <a:lnTo>
                  <a:pt x="1105224" y="0"/>
                </a:lnTo>
                <a:lnTo>
                  <a:pt x="1105224" y="1090050"/>
                </a:lnTo>
                <a:lnTo>
                  <a:pt x="0" y="1090050"/>
                </a:lnTo>
                <a:lnTo>
                  <a:pt x="0" y="0"/>
                </a:lnTo>
                <a:close/>
              </a:path>
            </a:pathLst>
          </a:custGeom>
          <a:blipFill rotWithShape="1">
            <a:blip r:embed="rId6">
              <a:alphaModFix/>
            </a:blip>
            <a:stretch>
              <a:fillRect b="0" l="0" r="0" t="0"/>
            </a:stretch>
          </a:blipFill>
          <a:ln>
            <a:noFill/>
          </a:ln>
        </p:spPr>
      </p:sp>
      <p:sp>
        <p:nvSpPr>
          <p:cNvPr id="134" name="Google Shape;134;p2"/>
          <p:cNvSpPr/>
          <p:nvPr/>
        </p:nvSpPr>
        <p:spPr>
          <a:xfrm>
            <a:off x="16968073" y="2987831"/>
            <a:ext cx="20488" cy="25527"/>
          </a:xfrm>
          <a:custGeom>
            <a:rect b="b" l="l" r="r" t="t"/>
            <a:pathLst>
              <a:path extrusionOk="0" h="25527" w="20488">
                <a:moveTo>
                  <a:pt x="0" y="0"/>
                </a:moveTo>
                <a:lnTo>
                  <a:pt x="20488" y="0"/>
                </a:lnTo>
                <a:lnTo>
                  <a:pt x="20488" y="25527"/>
                </a:lnTo>
                <a:lnTo>
                  <a:pt x="0" y="25527"/>
                </a:lnTo>
                <a:lnTo>
                  <a:pt x="0" y="0"/>
                </a:lnTo>
                <a:close/>
              </a:path>
            </a:pathLst>
          </a:custGeom>
          <a:blipFill rotWithShape="1">
            <a:blip r:embed="rId7">
              <a:alphaModFix/>
            </a:blip>
            <a:stretch>
              <a:fillRect b="0" l="0" r="0" t="0"/>
            </a:stretch>
          </a:blipFill>
          <a:ln>
            <a:noFill/>
          </a:ln>
        </p:spPr>
      </p:sp>
      <p:sp>
        <p:nvSpPr>
          <p:cNvPr id="135" name="Google Shape;135;p2"/>
          <p:cNvSpPr/>
          <p:nvPr/>
        </p:nvSpPr>
        <p:spPr>
          <a:xfrm>
            <a:off x="17014317" y="3131839"/>
            <a:ext cx="0" cy="9525"/>
          </a:xfrm>
          <a:custGeom>
            <a:rect b="b" l="l" r="r" t="t"/>
            <a:pathLst>
              <a:path extrusionOk="0" h="12700" w="120000">
                <a:moveTo>
                  <a:pt x="0" y="0"/>
                </a:moveTo>
                <a:lnTo>
                  <a:pt x="0" y="12700"/>
                </a:lnTo>
                <a:lnTo>
                  <a:pt x="0" y="0"/>
                </a:lnTo>
              </a:path>
            </a:pathLst>
          </a:custGeom>
          <a:solidFill>
            <a:srgbClr val="000000"/>
          </a:solidFill>
          <a:ln>
            <a:noFill/>
          </a:ln>
        </p:spPr>
      </p:sp>
      <p:sp>
        <p:nvSpPr>
          <p:cNvPr id="136" name="Google Shape;136;p2"/>
          <p:cNvSpPr/>
          <p:nvPr/>
        </p:nvSpPr>
        <p:spPr>
          <a:xfrm>
            <a:off x="16994372" y="3072794"/>
            <a:ext cx="20097" cy="21946"/>
          </a:xfrm>
          <a:custGeom>
            <a:rect b="b" l="l" r="r" t="t"/>
            <a:pathLst>
              <a:path extrusionOk="0" h="29260" w="26797">
                <a:moveTo>
                  <a:pt x="1397" y="16510"/>
                </a:moveTo>
                <a:lnTo>
                  <a:pt x="1397" y="12700"/>
                </a:lnTo>
                <a:lnTo>
                  <a:pt x="14097" y="12700"/>
                </a:lnTo>
                <a:lnTo>
                  <a:pt x="14097" y="25400"/>
                </a:lnTo>
                <a:cubicBezTo>
                  <a:pt x="13970" y="25400"/>
                  <a:pt x="13843" y="25400"/>
                  <a:pt x="13843" y="25400"/>
                </a:cubicBezTo>
                <a:cubicBezTo>
                  <a:pt x="14478" y="25400"/>
                  <a:pt x="19939" y="24257"/>
                  <a:pt x="22733" y="20701"/>
                </a:cubicBezTo>
                <a:cubicBezTo>
                  <a:pt x="24892" y="17907"/>
                  <a:pt x="25273" y="15113"/>
                  <a:pt x="25273" y="13208"/>
                </a:cubicBezTo>
                <a:cubicBezTo>
                  <a:pt x="25273" y="11049"/>
                  <a:pt x="24511" y="9271"/>
                  <a:pt x="25400" y="10922"/>
                </a:cubicBezTo>
                <a:lnTo>
                  <a:pt x="14097" y="16637"/>
                </a:lnTo>
                <a:lnTo>
                  <a:pt x="1397" y="16637"/>
                </a:lnTo>
                <a:moveTo>
                  <a:pt x="26797" y="16637"/>
                </a:moveTo>
                <a:cubicBezTo>
                  <a:pt x="26797" y="22479"/>
                  <a:pt x="22733" y="27686"/>
                  <a:pt x="17018" y="28956"/>
                </a:cubicBezTo>
                <a:cubicBezTo>
                  <a:pt x="11303" y="30226"/>
                  <a:pt x="5334" y="27432"/>
                  <a:pt x="2794" y="22225"/>
                </a:cubicBezTo>
                <a:cubicBezTo>
                  <a:pt x="1651" y="20066"/>
                  <a:pt x="0" y="16383"/>
                  <a:pt x="0" y="13208"/>
                </a:cubicBezTo>
                <a:cubicBezTo>
                  <a:pt x="0" y="11049"/>
                  <a:pt x="508" y="8001"/>
                  <a:pt x="2667" y="5207"/>
                </a:cubicBezTo>
                <a:cubicBezTo>
                  <a:pt x="5715" y="1143"/>
                  <a:pt x="11938" y="0"/>
                  <a:pt x="13589" y="0"/>
                </a:cubicBezTo>
                <a:cubicBezTo>
                  <a:pt x="13843" y="0"/>
                  <a:pt x="14097" y="0"/>
                  <a:pt x="14097" y="0"/>
                </a:cubicBezTo>
                <a:cubicBezTo>
                  <a:pt x="21082" y="0"/>
                  <a:pt x="26797" y="5715"/>
                  <a:pt x="26797" y="12700"/>
                </a:cubicBezTo>
                <a:lnTo>
                  <a:pt x="26797" y="1651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17001954" y="3111304"/>
            <a:ext cx="19050" cy="10764"/>
          </a:xfrm>
          <a:custGeom>
            <a:rect b="b" l="l" r="r" t="t"/>
            <a:pathLst>
              <a:path extrusionOk="0" h="14351" w="25400">
                <a:moveTo>
                  <a:pt x="0" y="1651"/>
                </a:moveTo>
                <a:lnTo>
                  <a:pt x="0" y="0"/>
                </a:lnTo>
                <a:lnTo>
                  <a:pt x="25400" y="0"/>
                </a:lnTo>
                <a:lnTo>
                  <a:pt x="25400" y="1651"/>
                </a:lnTo>
                <a:lnTo>
                  <a:pt x="12700" y="1651"/>
                </a:lnTo>
                <a:lnTo>
                  <a:pt x="0" y="1651"/>
                </a:lnTo>
                <a:lnTo>
                  <a:pt x="0" y="0"/>
                </a:lnTo>
                <a:lnTo>
                  <a:pt x="25400" y="0"/>
                </a:lnTo>
                <a:lnTo>
                  <a:pt x="25400" y="1651"/>
                </a:lnTo>
                <a:lnTo>
                  <a:pt x="12700" y="1651"/>
                </a:lnTo>
                <a:lnTo>
                  <a:pt x="0" y="1651"/>
                </a:lnTo>
                <a:moveTo>
                  <a:pt x="25400" y="1651"/>
                </a:moveTo>
                <a:cubicBezTo>
                  <a:pt x="25400" y="8636"/>
                  <a:pt x="19685" y="14351"/>
                  <a:pt x="12700" y="14351"/>
                </a:cubicBezTo>
                <a:cubicBezTo>
                  <a:pt x="5715" y="14351"/>
                  <a:pt x="0" y="8636"/>
                  <a:pt x="0" y="1651"/>
                </a:cubicBezTo>
                <a:lnTo>
                  <a:pt x="0" y="0"/>
                </a:lnTo>
                <a:lnTo>
                  <a:pt x="25400" y="0"/>
                </a:lnTo>
                <a:lnTo>
                  <a:pt x="25400" y="1651"/>
                </a:lnTo>
                <a:cubicBezTo>
                  <a:pt x="25400" y="8636"/>
                  <a:pt x="19685" y="14351"/>
                  <a:pt x="12700" y="14351"/>
                </a:cubicBezTo>
                <a:cubicBezTo>
                  <a:pt x="5715" y="14351"/>
                  <a:pt x="0" y="8636"/>
                  <a:pt x="0" y="1651"/>
                </a:cubicBezTo>
                <a:lnTo>
                  <a:pt x="0" y="0"/>
                </a:lnTo>
                <a:lnTo>
                  <a:pt x="25400" y="0"/>
                </a:lnTo>
                <a:lnTo>
                  <a:pt x="25400" y="165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16469372" y="2378259"/>
            <a:ext cx="788385" cy="821341"/>
          </a:xfrm>
          <a:custGeom>
            <a:rect b="b" l="l" r="r" t="t"/>
            <a:pathLst>
              <a:path extrusionOk="0" h="1095121" w="1051179">
                <a:moveTo>
                  <a:pt x="0" y="0"/>
                </a:moveTo>
                <a:lnTo>
                  <a:pt x="0" y="328930"/>
                </a:lnTo>
                <a:cubicBezTo>
                  <a:pt x="402717" y="355981"/>
                  <a:pt x="721995" y="687578"/>
                  <a:pt x="731901" y="1095121"/>
                </a:cubicBezTo>
                <a:lnTo>
                  <a:pt x="1051179" y="984631"/>
                </a:lnTo>
                <a:cubicBezTo>
                  <a:pt x="987171" y="446913"/>
                  <a:pt x="545211" y="26924"/>
                  <a:pt x="0"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15689618" y="2378259"/>
            <a:ext cx="778955" cy="620554"/>
          </a:xfrm>
          <a:custGeom>
            <a:rect b="b" l="l" r="r" t="t"/>
            <a:pathLst>
              <a:path extrusionOk="0" h="827405" w="1038606">
                <a:moveTo>
                  <a:pt x="982091" y="0"/>
                </a:moveTo>
                <a:cubicBezTo>
                  <a:pt x="559816" y="0"/>
                  <a:pt x="191389" y="235585"/>
                  <a:pt x="0" y="581787"/>
                </a:cubicBezTo>
                <a:lnTo>
                  <a:pt x="245491" y="827405"/>
                </a:lnTo>
                <a:cubicBezTo>
                  <a:pt x="358521" y="532765"/>
                  <a:pt x="648208" y="324104"/>
                  <a:pt x="982091" y="324104"/>
                </a:cubicBezTo>
                <a:cubicBezTo>
                  <a:pt x="1001776" y="324104"/>
                  <a:pt x="1018921" y="324104"/>
                  <a:pt x="1038606" y="328930"/>
                </a:cubicBezTo>
                <a:lnTo>
                  <a:pt x="1038606" y="2413"/>
                </a:lnTo>
                <a:cubicBezTo>
                  <a:pt x="1018921" y="2413"/>
                  <a:pt x="1001776" y="0"/>
                  <a:pt x="982091"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11479082" y="3304175"/>
            <a:ext cx="251783" cy="252603"/>
          </a:xfrm>
          <a:custGeom>
            <a:rect b="b" l="l" r="r" t="t"/>
            <a:pathLst>
              <a:path extrusionOk="0" h="336804" w="335711">
                <a:moveTo>
                  <a:pt x="168617" y="0"/>
                </a:moveTo>
                <a:cubicBezTo>
                  <a:pt x="155790" y="0"/>
                  <a:pt x="142836" y="1524"/>
                  <a:pt x="129755" y="4826"/>
                </a:cubicBezTo>
                <a:cubicBezTo>
                  <a:pt x="41490" y="26797"/>
                  <a:pt x="-17438" y="114935"/>
                  <a:pt x="4660" y="205486"/>
                </a:cubicBezTo>
                <a:cubicBezTo>
                  <a:pt x="21678" y="283972"/>
                  <a:pt x="92036" y="336804"/>
                  <a:pt x="169633" y="336804"/>
                </a:cubicBezTo>
                <a:cubicBezTo>
                  <a:pt x="181571" y="336804"/>
                  <a:pt x="193763" y="335534"/>
                  <a:pt x="205955" y="332867"/>
                </a:cubicBezTo>
                <a:cubicBezTo>
                  <a:pt x="294220" y="310896"/>
                  <a:pt x="353148" y="222631"/>
                  <a:pt x="331050" y="129540"/>
                </a:cubicBezTo>
                <a:cubicBezTo>
                  <a:pt x="312254" y="52324"/>
                  <a:pt x="243293" y="0"/>
                  <a:pt x="168617"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10423316" y="2424960"/>
            <a:ext cx="86937" cy="78391"/>
          </a:xfrm>
          <a:custGeom>
            <a:rect b="b" l="l" r="r" t="t"/>
            <a:pathLst>
              <a:path extrusionOk="0" h="104521" w="115916">
                <a:moveTo>
                  <a:pt x="19566" y="0"/>
                </a:moveTo>
                <a:cubicBezTo>
                  <a:pt x="14105" y="0"/>
                  <a:pt x="8390" y="2667"/>
                  <a:pt x="3691" y="7366"/>
                </a:cubicBezTo>
                <a:cubicBezTo>
                  <a:pt x="-3548" y="12319"/>
                  <a:pt x="1278" y="24384"/>
                  <a:pt x="6104" y="31623"/>
                </a:cubicBezTo>
                <a:lnTo>
                  <a:pt x="88908" y="99695"/>
                </a:lnTo>
                <a:cubicBezTo>
                  <a:pt x="91321" y="104521"/>
                  <a:pt x="98687" y="104521"/>
                  <a:pt x="101100" y="104521"/>
                </a:cubicBezTo>
                <a:cubicBezTo>
                  <a:pt x="108466" y="104521"/>
                  <a:pt x="110752" y="99695"/>
                  <a:pt x="113292" y="97282"/>
                </a:cubicBezTo>
                <a:cubicBezTo>
                  <a:pt x="118118" y="92456"/>
                  <a:pt x="115705" y="80264"/>
                  <a:pt x="110752" y="72898"/>
                </a:cubicBezTo>
                <a:lnTo>
                  <a:pt x="28075" y="2540"/>
                </a:lnTo>
                <a:cubicBezTo>
                  <a:pt x="25408" y="762"/>
                  <a:pt x="22487" y="0"/>
                  <a:pt x="19566" y="0"/>
                </a:cubicBezTo>
                <a:close/>
              </a:path>
            </a:pathLst>
          </a:custGeom>
          <a:solidFill>
            <a:srgbClr val="F5F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10609202" y="2583361"/>
            <a:ext cx="663131" cy="564461"/>
          </a:xfrm>
          <a:custGeom>
            <a:rect b="b" l="l" r="r" t="t"/>
            <a:pathLst>
              <a:path extrusionOk="0" h="564461" w="663131">
                <a:moveTo>
                  <a:pt x="0" y="0"/>
                </a:moveTo>
                <a:lnTo>
                  <a:pt x="663131" y="0"/>
                </a:lnTo>
                <a:lnTo>
                  <a:pt x="663131" y="564461"/>
                </a:lnTo>
                <a:lnTo>
                  <a:pt x="0" y="564461"/>
                </a:lnTo>
                <a:lnTo>
                  <a:pt x="0" y="0"/>
                </a:lnTo>
                <a:close/>
              </a:path>
            </a:pathLst>
          </a:custGeom>
          <a:blipFill rotWithShape="1">
            <a:blip r:embed="rId8">
              <a:alphaModFix/>
            </a:blip>
            <a:stretch>
              <a:fillRect b="0" l="0" r="0" t="0"/>
            </a:stretch>
          </a:blipFill>
          <a:ln>
            <a:noFill/>
          </a:ln>
        </p:spPr>
      </p:sp>
      <p:sp>
        <p:nvSpPr>
          <p:cNvPr id="143" name="Google Shape;143;p2"/>
          <p:cNvSpPr/>
          <p:nvPr/>
        </p:nvSpPr>
        <p:spPr>
          <a:xfrm>
            <a:off x="11368886" y="3231451"/>
            <a:ext cx="87400" cy="77629"/>
          </a:xfrm>
          <a:custGeom>
            <a:rect b="b" l="l" r="r" t="t"/>
            <a:pathLst>
              <a:path extrusionOk="0" h="103505" w="116533">
                <a:moveTo>
                  <a:pt x="19230" y="0"/>
                </a:moveTo>
                <a:cubicBezTo>
                  <a:pt x="13388" y="0"/>
                  <a:pt x="7419" y="3048"/>
                  <a:pt x="4371" y="6096"/>
                </a:cubicBezTo>
                <a:cubicBezTo>
                  <a:pt x="-2868" y="13335"/>
                  <a:pt x="-455" y="25527"/>
                  <a:pt x="6784" y="30353"/>
                </a:cubicBezTo>
                <a:lnTo>
                  <a:pt x="87175" y="101092"/>
                </a:lnTo>
                <a:cubicBezTo>
                  <a:pt x="92128" y="103505"/>
                  <a:pt x="96827" y="103505"/>
                  <a:pt x="101780" y="103505"/>
                </a:cubicBezTo>
                <a:cubicBezTo>
                  <a:pt x="106733" y="103505"/>
                  <a:pt x="113972" y="101092"/>
                  <a:pt x="113972" y="96266"/>
                </a:cubicBezTo>
                <a:cubicBezTo>
                  <a:pt x="118925" y="91313"/>
                  <a:pt x="116385" y="79248"/>
                  <a:pt x="109019" y="74422"/>
                </a:cubicBezTo>
                <a:lnTo>
                  <a:pt x="28755" y="3683"/>
                </a:lnTo>
                <a:cubicBezTo>
                  <a:pt x="26088" y="1016"/>
                  <a:pt x="22659" y="0"/>
                  <a:pt x="19230" y="0"/>
                </a:cubicBezTo>
                <a:close/>
              </a:path>
            </a:pathLst>
          </a:custGeom>
          <a:solidFill>
            <a:srgbClr val="F5F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10139561" y="2150640"/>
            <a:ext cx="272899" cy="272892"/>
          </a:xfrm>
          <a:custGeom>
            <a:rect b="b" l="l" r="r" t="t"/>
            <a:pathLst>
              <a:path extrusionOk="0" h="363855" w="363865">
                <a:moveTo>
                  <a:pt x="183466" y="0"/>
                </a:moveTo>
                <a:cubicBezTo>
                  <a:pt x="170258" y="0"/>
                  <a:pt x="156923" y="1524"/>
                  <a:pt x="143334" y="4445"/>
                </a:cubicBezTo>
                <a:cubicBezTo>
                  <a:pt x="45290" y="24130"/>
                  <a:pt x="-15924" y="122174"/>
                  <a:pt x="3634" y="220345"/>
                </a:cubicBezTo>
                <a:cubicBezTo>
                  <a:pt x="22938" y="306070"/>
                  <a:pt x="100281" y="363855"/>
                  <a:pt x="185117" y="363855"/>
                </a:cubicBezTo>
                <a:cubicBezTo>
                  <a:pt x="197309" y="363855"/>
                  <a:pt x="209628" y="362712"/>
                  <a:pt x="221947" y="360172"/>
                </a:cubicBezTo>
                <a:cubicBezTo>
                  <a:pt x="320118" y="338074"/>
                  <a:pt x="381459" y="240030"/>
                  <a:pt x="359361" y="141859"/>
                </a:cubicBezTo>
                <a:cubicBezTo>
                  <a:pt x="338152" y="57277"/>
                  <a:pt x="265889" y="0"/>
                  <a:pt x="183466"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10311120" y="383762"/>
            <a:ext cx="690370" cy="690372"/>
          </a:xfrm>
          <a:custGeom>
            <a:rect b="b" l="l" r="r" t="t"/>
            <a:pathLst>
              <a:path extrusionOk="0" h="920496" w="920493">
                <a:moveTo>
                  <a:pt x="462061" y="0"/>
                </a:moveTo>
                <a:cubicBezTo>
                  <a:pt x="437296" y="0"/>
                  <a:pt x="412150" y="2032"/>
                  <a:pt x="386877" y="6223"/>
                </a:cubicBezTo>
                <a:cubicBezTo>
                  <a:pt x="136433" y="45593"/>
                  <a:pt x="-35525" y="283591"/>
                  <a:pt x="6258" y="533908"/>
                </a:cubicBezTo>
                <a:cubicBezTo>
                  <a:pt x="41564" y="758952"/>
                  <a:pt x="235747" y="920496"/>
                  <a:pt x="458378" y="920496"/>
                </a:cubicBezTo>
                <a:cubicBezTo>
                  <a:pt x="483397" y="920496"/>
                  <a:pt x="508797" y="918464"/>
                  <a:pt x="534324" y="914273"/>
                </a:cubicBezTo>
                <a:cubicBezTo>
                  <a:pt x="784641" y="875030"/>
                  <a:pt x="954186" y="637032"/>
                  <a:pt x="914816" y="386588"/>
                </a:cubicBezTo>
                <a:cubicBezTo>
                  <a:pt x="877351" y="161544"/>
                  <a:pt x="682914" y="0"/>
                  <a:pt x="462061"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10374573" y="447123"/>
            <a:ext cx="562928" cy="563023"/>
          </a:xfrm>
          <a:custGeom>
            <a:rect b="b" l="l" r="r" t="t"/>
            <a:pathLst>
              <a:path extrusionOk="0" h="750697" w="750570">
                <a:moveTo>
                  <a:pt x="375158" y="0"/>
                </a:moveTo>
                <a:cubicBezTo>
                  <a:pt x="169164" y="0"/>
                  <a:pt x="0" y="169291"/>
                  <a:pt x="0" y="375285"/>
                </a:cubicBezTo>
                <a:cubicBezTo>
                  <a:pt x="0" y="581279"/>
                  <a:pt x="169164" y="750697"/>
                  <a:pt x="375158" y="750697"/>
                </a:cubicBezTo>
                <a:cubicBezTo>
                  <a:pt x="581152" y="750697"/>
                  <a:pt x="750570" y="581406"/>
                  <a:pt x="750570" y="375285"/>
                </a:cubicBezTo>
                <a:cubicBezTo>
                  <a:pt x="750570" y="166878"/>
                  <a:pt x="581279" y="2540"/>
                  <a:pt x="375158" y="0"/>
                </a:cubicBezTo>
                <a:close/>
              </a:path>
            </a:pathLst>
          </a:custGeom>
          <a:solidFill>
            <a:srgbClr val="778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16054559" y="1136161"/>
            <a:ext cx="137445" cy="137445"/>
          </a:xfrm>
          <a:custGeom>
            <a:rect b="b" l="l" r="r" t="t"/>
            <a:pathLst>
              <a:path extrusionOk="0" h="183261" w="183261">
                <a:moveTo>
                  <a:pt x="90424" y="127"/>
                </a:moveTo>
                <a:cubicBezTo>
                  <a:pt x="39116" y="127"/>
                  <a:pt x="0" y="39243"/>
                  <a:pt x="0" y="92837"/>
                </a:cubicBezTo>
                <a:cubicBezTo>
                  <a:pt x="0" y="144145"/>
                  <a:pt x="39116" y="183261"/>
                  <a:pt x="90424" y="183261"/>
                </a:cubicBezTo>
                <a:cubicBezTo>
                  <a:pt x="144145" y="183261"/>
                  <a:pt x="183261" y="144145"/>
                  <a:pt x="183261" y="92837"/>
                </a:cubicBezTo>
                <a:cubicBezTo>
                  <a:pt x="183261" y="43942"/>
                  <a:pt x="139319" y="0"/>
                  <a:pt x="90424" y="0"/>
                </a:cubicBezTo>
                <a:close/>
              </a:path>
            </a:pathLst>
          </a:custGeom>
          <a:solidFill>
            <a:srgbClr val="B6F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16038004" y="1119597"/>
            <a:ext cx="170593" cy="170593"/>
          </a:xfrm>
          <a:custGeom>
            <a:rect b="b" l="l" r="r" t="t"/>
            <a:pathLst>
              <a:path extrusionOk="0" h="227457" w="227457">
                <a:moveTo>
                  <a:pt x="112522" y="44069"/>
                </a:moveTo>
                <a:cubicBezTo>
                  <a:pt x="149225" y="44069"/>
                  <a:pt x="183515" y="73406"/>
                  <a:pt x="183515" y="114935"/>
                </a:cubicBezTo>
                <a:cubicBezTo>
                  <a:pt x="183515" y="154051"/>
                  <a:pt x="154178" y="183388"/>
                  <a:pt x="112522" y="183388"/>
                </a:cubicBezTo>
                <a:cubicBezTo>
                  <a:pt x="73406" y="183388"/>
                  <a:pt x="44069" y="154051"/>
                  <a:pt x="44069" y="114935"/>
                </a:cubicBezTo>
                <a:cubicBezTo>
                  <a:pt x="44069" y="73406"/>
                  <a:pt x="73533" y="44069"/>
                  <a:pt x="112522" y="44069"/>
                </a:cubicBezTo>
                <a:close/>
                <a:moveTo>
                  <a:pt x="112522" y="127"/>
                </a:moveTo>
                <a:cubicBezTo>
                  <a:pt x="51435" y="127"/>
                  <a:pt x="0" y="53848"/>
                  <a:pt x="0" y="114935"/>
                </a:cubicBezTo>
                <a:cubicBezTo>
                  <a:pt x="0" y="176022"/>
                  <a:pt x="51435" y="227457"/>
                  <a:pt x="112522" y="227457"/>
                </a:cubicBezTo>
                <a:cubicBezTo>
                  <a:pt x="173609" y="227457"/>
                  <a:pt x="222631" y="178562"/>
                  <a:pt x="227457" y="114935"/>
                </a:cubicBezTo>
                <a:cubicBezTo>
                  <a:pt x="227457" y="53848"/>
                  <a:pt x="173609" y="0"/>
                  <a:pt x="112522"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15720574" y="1477537"/>
            <a:ext cx="169164" cy="170498"/>
          </a:xfrm>
          <a:custGeom>
            <a:rect b="b" l="l" r="r" t="t"/>
            <a:pathLst>
              <a:path extrusionOk="0" h="227330" w="225552">
                <a:moveTo>
                  <a:pt x="112649" y="43942"/>
                </a:moveTo>
                <a:cubicBezTo>
                  <a:pt x="151892" y="43942"/>
                  <a:pt x="186182" y="75692"/>
                  <a:pt x="183769" y="112395"/>
                </a:cubicBezTo>
                <a:cubicBezTo>
                  <a:pt x="183769" y="151511"/>
                  <a:pt x="151892" y="183388"/>
                  <a:pt x="112649" y="183388"/>
                </a:cubicBezTo>
                <a:cubicBezTo>
                  <a:pt x="73406" y="183388"/>
                  <a:pt x="41529" y="151638"/>
                  <a:pt x="41529" y="112395"/>
                </a:cubicBezTo>
                <a:cubicBezTo>
                  <a:pt x="41529" y="73152"/>
                  <a:pt x="73406" y="43942"/>
                  <a:pt x="112649" y="43942"/>
                </a:cubicBezTo>
                <a:close/>
                <a:moveTo>
                  <a:pt x="112649" y="0"/>
                </a:moveTo>
                <a:cubicBezTo>
                  <a:pt x="51435" y="0"/>
                  <a:pt x="0" y="51308"/>
                  <a:pt x="0" y="112395"/>
                </a:cubicBezTo>
                <a:cubicBezTo>
                  <a:pt x="0" y="173482"/>
                  <a:pt x="51435" y="227330"/>
                  <a:pt x="112776" y="227330"/>
                </a:cubicBezTo>
                <a:cubicBezTo>
                  <a:pt x="176530" y="227330"/>
                  <a:pt x="225552" y="173482"/>
                  <a:pt x="225552" y="112395"/>
                </a:cubicBezTo>
                <a:cubicBezTo>
                  <a:pt x="225552" y="51308"/>
                  <a:pt x="173990" y="0"/>
                  <a:pt x="112649"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15676559" y="992257"/>
            <a:ext cx="30956" cy="426910"/>
          </a:xfrm>
          <a:custGeom>
            <a:rect b="b" l="l" r="r" t="t"/>
            <a:pathLst>
              <a:path extrusionOk="0" h="569214" w="41275">
                <a:moveTo>
                  <a:pt x="21844" y="0"/>
                </a:moveTo>
                <a:cubicBezTo>
                  <a:pt x="9652" y="0"/>
                  <a:pt x="0" y="9779"/>
                  <a:pt x="0" y="21971"/>
                </a:cubicBezTo>
                <a:lnTo>
                  <a:pt x="0" y="547116"/>
                </a:lnTo>
                <a:cubicBezTo>
                  <a:pt x="0" y="559308"/>
                  <a:pt x="9652" y="569214"/>
                  <a:pt x="21844" y="569214"/>
                </a:cubicBezTo>
                <a:cubicBezTo>
                  <a:pt x="29083" y="569214"/>
                  <a:pt x="38862" y="559308"/>
                  <a:pt x="41275" y="547116"/>
                </a:cubicBezTo>
                <a:lnTo>
                  <a:pt x="41275" y="21971"/>
                </a:lnTo>
                <a:cubicBezTo>
                  <a:pt x="41148" y="9779"/>
                  <a:pt x="33909" y="0"/>
                  <a:pt x="21844" y="0"/>
                </a:cubicBezTo>
                <a:close/>
              </a:path>
            </a:pathLst>
          </a:custGeom>
          <a:solidFill>
            <a:srgbClr val="B6F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15477115" y="1189444"/>
            <a:ext cx="426910" cy="30861"/>
          </a:xfrm>
          <a:custGeom>
            <a:rect b="b" l="l" r="r" t="t"/>
            <a:pathLst>
              <a:path extrusionOk="0" h="41148" w="569214">
                <a:moveTo>
                  <a:pt x="22098" y="0"/>
                </a:moveTo>
                <a:cubicBezTo>
                  <a:pt x="9906" y="0"/>
                  <a:pt x="0" y="9779"/>
                  <a:pt x="0" y="21844"/>
                </a:cubicBezTo>
                <a:cubicBezTo>
                  <a:pt x="0" y="33909"/>
                  <a:pt x="9906" y="41148"/>
                  <a:pt x="22098" y="41148"/>
                </a:cubicBezTo>
                <a:lnTo>
                  <a:pt x="547116" y="41148"/>
                </a:lnTo>
                <a:cubicBezTo>
                  <a:pt x="559435" y="41148"/>
                  <a:pt x="569214" y="33909"/>
                  <a:pt x="569214" y="21717"/>
                </a:cubicBezTo>
                <a:cubicBezTo>
                  <a:pt x="569214" y="7239"/>
                  <a:pt x="559435" y="0"/>
                  <a:pt x="547116"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16822798" y="1414796"/>
            <a:ext cx="1095804" cy="1095861"/>
          </a:xfrm>
          <a:custGeom>
            <a:rect b="b" l="l" r="r" t="t"/>
            <a:pathLst>
              <a:path extrusionOk="0" h="1095861" w="1095804">
                <a:moveTo>
                  <a:pt x="0" y="0"/>
                </a:moveTo>
                <a:lnTo>
                  <a:pt x="1095803" y="0"/>
                </a:lnTo>
                <a:lnTo>
                  <a:pt x="1095803" y="1095861"/>
                </a:lnTo>
                <a:lnTo>
                  <a:pt x="0" y="1095861"/>
                </a:lnTo>
                <a:lnTo>
                  <a:pt x="0" y="0"/>
                </a:lnTo>
                <a:close/>
              </a:path>
            </a:pathLst>
          </a:custGeom>
          <a:blipFill rotWithShape="1">
            <a:blip r:embed="rId9">
              <a:alphaModFix/>
            </a:blip>
            <a:stretch>
              <a:fillRect b="0" l="0" r="0" t="0"/>
            </a:stretch>
          </a:blipFill>
          <a:ln>
            <a:noFill/>
          </a:ln>
        </p:spPr>
      </p:sp>
      <p:sp>
        <p:nvSpPr>
          <p:cNvPr id="153" name="Google Shape;153;p2"/>
          <p:cNvSpPr/>
          <p:nvPr/>
        </p:nvSpPr>
        <p:spPr>
          <a:xfrm>
            <a:off x="13252323" y="3972963"/>
            <a:ext cx="169164" cy="170593"/>
          </a:xfrm>
          <a:custGeom>
            <a:rect b="b" l="l" r="r" t="t"/>
            <a:pathLst>
              <a:path extrusionOk="0" h="227457" w="225552">
                <a:moveTo>
                  <a:pt x="112776" y="44069"/>
                </a:moveTo>
                <a:cubicBezTo>
                  <a:pt x="151892" y="44069"/>
                  <a:pt x="183896" y="75819"/>
                  <a:pt x="183896" y="114935"/>
                </a:cubicBezTo>
                <a:cubicBezTo>
                  <a:pt x="183896" y="154051"/>
                  <a:pt x="152019" y="185801"/>
                  <a:pt x="112776" y="185801"/>
                </a:cubicBezTo>
                <a:cubicBezTo>
                  <a:pt x="73533" y="185801"/>
                  <a:pt x="41656" y="154051"/>
                  <a:pt x="41656" y="114935"/>
                </a:cubicBezTo>
                <a:cubicBezTo>
                  <a:pt x="41656" y="75819"/>
                  <a:pt x="73533" y="44069"/>
                  <a:pt x="112776" y="44069"/>
                </a:cubicBezTo>
                <a:close/>
                <a:moveTo>
                  <a:pt x="112776" y="0"/>
                </a:moveTo>
                <a:cubicBezTo>
                  <a:pt x="51562" y="0"/>
                  <a:pt x="0" y="53848"/>
                  <a:pt x="0" y="114935"/>
                </a:cubicBezTo>
                <a:cubicBezTo>
                  <a:pt x="0" y="176022"/>
                  <a:pt x="51562" y="227457"/>
                  <a:pt x="112776" y="227457"/>
                </a:cubicBezTo>
                <a:cubicBezTo>
                  <a:pt x="173990" y="227457"/>
                  <a:pt x="225552" y="176149"/>
                  <a:pt x="225552" y="114935"/>
                </a:cubicBezTo>
                <a:cubicBezTo>
                  <a:pt x="225552" y="53721"/>
                  <a:pt x="174117" y="0"/>
                  <a:pt x="11277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11106722" y="584016"/>
            <a:ext cx="896969" cy="898397"/>
          </a:xfrm>
          <a:custGeom>
            <a:rect b="b" l="l" r="r" t="t"/>
            <a:pathLst>
              <a:path extrusionOk="0" h="1197864" w="1195959">
                <a:moveTo>
                  <a:pt x="596773" y="0"/>
                </a:moveTo>
                <a:cubicBezTo>
                  <a:pt x="267716" y="0"/>
                  <a:pt x="0" y="267589"/>
                  <a:pt x="0" y="598932"/>
                </a:cubicBezTo>
                <a:cubicBezTo>
                  <a:pt x="0" y="930275"/>
                  <a:pt x="267716" y="1197864"/>
                  <a:pt x="596773" y="1197864"/>
                </a:cubicBezTo>
                <a:cubicBezTo>
                  <a:pt x="928370" y="1197864"/>
                  <a:pt x="1195959" y="930275"/>
                  <a:pt x="1195959" y="598932"/>
                </a:cubicBezTo>
                <a:cubicBezTo>
                  <a:pt x="1195959" y="267589"/>
                  <a:pt x="928370" y="0"/>
                  <a:pt x="596773"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11191056" y="668160"/>
            <a:ext cx="727139" cy="729424"/>
          </a:xfrm>
          <a:custGeom>
            <a:rect b="b" l="l" r="r" t="t"/>
            <a:pathLst>
              <a:path extrusionOk="0" h="972566" w="969518">
                <a:moveTo>
                  <a:pt x="483489" y="0"/>
                </a:moveTo>
                <a:cubicBezTo>
                  <a:pt x="215900" y="0"/>
                  <a:pt x="0" y="218567"/>
                  <a:pt x="0" y="486283"/>
                </a:cubicBezTo>
                <a:cubicBezTo>
                  <a:pt x="0" y="753999"/>
                  <a:pt x="215900" y="972566"/>
                  <a:pt x="483489" y="972566"/>
                </a:cubicBezTo>
                <a:cubicBezTo>
                  <a:pt x="753491" y="972566"/>
                  <a:pt x="969518" y="753999"/>
                  <a:pt x="969518" y="486283"/>
                </a:cubicBezTo>
                <a:cubicBezTo>
                  <a:pt x="969518" y="218567"/>
                  <a:pt x="753364" y="0"/>
                  <a:pt x="483489"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16168316" y="9378820"/>
            <a:ext cx="760380" cy="216599"/>
          </a:xfrm>
          <a:custGeom>
            <a:rect b="b" l="l" r="r" t="t"/>
            <a:pathLst>
              <a:path extrusionOk="0" h="288798" w="1013841">
                <a:moveTo>
                  <a:pt x="505714" y="0"/>
                </a:moveTo>
                <a:cubicBezTo>
                  <a:pt x="225806" y="0"/>
                  <a:pt x="0" y="63627"/>
                  <a:pt x="0" y="144399"/>
                </a:cubicBezTo>
                <a:cubicBezTo>
                  <a:pt x="0" y="222758"/>
                  <a:pt x="225806" y="288798"/>
                  <a:pt x="505714" y="288798"/>
                </a:cubicBezTo>
                <a:cubicBezTo>
                  <a:pt x="785622" y="288798"/>
                  <a:pt x="1013841" y="222631"/>
                  <a:pt x="1013841" y="144399"/>
                </a:cubicBezTo>
                <a:cubicBezTo>
                  <a:pt x="1013841" y="63627"/>
                  <a:pt x="785495" y="0"/>
                  <a:pt x="505714" y="0"/>
                </a:cubicBezTo>
                <a:close/>
              </a:path>
            </a:pathLst>
          </a:custGeom>
          <a:solidFill>
            <a:srgbClr val="373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12410017" y="9417596"/>
            <a:ext cx="1621346" cy="261271"/>
          </a:xfrm>
          <a:custGeom>
            <a:rect b="b" l="l" r="r" t="t"/>
            <a:pathLst>
              <a:path extrusionOk="0" h="348361" w="2161794">
                <a:moveTo>
                  <a:pt x="0" y="0"/>
                </a:moveTo>
                <a:lnTo>
                  <a:pt x="0" y="348361"/>
                </a:lnTo>
                <a:lnTo>
                  <a:pt x="1989836" y="348361"/>
                </a:lnTo>
                <a:cubicBezTo>
                  <a:pt x="2085594" y="348361"/>
                  <a:pt x="2161794" y="269875"/>
                  <a:pt x="2161794" y="171704"/>
                </a:cubicBezTo>
                <a:cubicBezTo>
                  <a:pt x="2161794" y="78486"/>
                  <a:pt x="2085594" y="0"/>
                  <a:pt x="1989836" y="0"/>
                </a:cubicBezTo>
                <a:close/>
              </a:path>
            </a:pathLst>
          </a:custGeom>
          <a:solidFill>
            <a:srgbClr val="0906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10885533" y="8033042"/>
            <a:ext cx="2269359" cy="1645254"/>
          </a:xfrm>
          <a:custGeom>
            <a:rect b="b" l="l" r="r" t="t"/>
            <a:pathLst>
              <a:path extrusionOk="0" h="2193671" w="3025811">
                <a:moveTo>
                  <a:pt x="245985" y="0"/>
                </a:moveTo>
                <a:cubicBezTo>
                  <a:pt x="88759" y="0"/>
                  <a:pt x="-26557" y="147447"/>
                  <a:pt x="5320" y="302133"/>
                </a:cubicBezTo>
                <a:lnTo>
                  <a:pt x="390892" y="2002028"/>
                </a:lnTo>
                <a:cubicBezTo>
                  <a:pt x="415530" y="2112518"/>
                  <a:pt x="516241" y="2193671"/>
                  <a:pt x="629144" y="2193671"/>
                </a:cubicBezTo>
                <a:lnTo>
                  <a:pt x="2778365" y="2193671"/>
                </a:lnTo>
                <a:cubicBezTo>
                  <a:pt x="2938004" y="2193671"/>
                  <a:pt x="3055860" y="2048764"/>
                  <a:pt x="3019030" y="1891538"/>
                </a:cubicBezTo>
                <a:lnTo>
                  <a:pt x="2633331" y="191643"/>
                </a:lnTo>
                <a:cubicBezTo>
                  <a:pt x="2608820" y="81026"/>
                  <a:pt x="2508109" y="0"/>
                  <a:pt x="2395206"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12684957" y="8035299"/>
            <a:ext cx="656203" cy="1645158"/>
          </a:xfrm>
          <a:custGeom>
            <a:rect b="b" l="l" r="r" t="t"/>
            <a:pathLst>
              <a:path extrusionOk="0" h="2193544" w="874938">
                <a:moveTo>
                  <a:pt x="0" y="0"/>
                </a:moveTo>
                <a:cubicBezTo>
                  <a:pt x="112903" y="0"/>
                  <a:pt x="216027" y="81026"/>
                  <a:pt x="240538" y="191516"/>
                </a:cubicBezTo>
                <a:lnTo>
                  <a:pt x="623443" y="1891411"/>
                </a:lnTo>
                <a:cubicBezTo>
                  <a:pt x="657860" y="2046097"/>
                  <a:pt x="540004" y="2193544"/>
                  <a:pt x="382905" y="2193544"/>
                </a:cubicBezTo>
                <a:lnTo>
                  <a:pt x="628396" y="2193544"/>
                </a:lnTo>
                <a:cubicBezTo>
                  <a:pt x="785368" y="2191131"/>
                  <a:pt x="903351" y="2046224"/>
                  <a:pt x="868934" y="1891411"/>
                </a:cubicBezTo>
                <a:lnTo>
                  <a:pt x="486029" y="191516"/>
                </a:lnTo>
                <a:cubicBezTo>
                  <a:pt x="461518" y="78486"/>
                  <a:pt x="358394" y="0"/>
                  <a:pt x="245491" y="0"/>
                </a:cubicBezTo>
                <a:close/>
              </a:path>
            </a:pathLst>
          </a:custGeom>
          <a:solidFill>
            <a:srgbClr val="0906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10885666" y="8035299"/>
            <a:ext cx="2238555" cy="1645063"/>
          </a:xfrm>
          <a:custGeom>
            <a:rect b="b" l="l" r="r" t="t"/>
            <a:pathLst>
              <a:path extrusionOk="0" h="2193417" w="2984740">
                <a:moveTo>
                  <a:pt x="245985" y="0"/>
                </a:moveTo>
                <a:cubicBezTo>
                  <a:pt x="88759" y="0"/>
                  <a:pt x="-26557" y="147320"/>
                  <a:pt x="5320" y="302006"/>
                </a:cubicBezTo>
                <a:lnTo>
                  <a:pt x="390892" y="2001901"/>
                </a:lnTo>
                <a:cubicBezTo>
                  <a:pt x="415530" y="2117344"/>
                  <a:pt x="516241" y="2193417"/>
                  <a:pt x="629144" y="2193417"/>
                </a:cubicBezTo>
                <a:lnTo>
                  <a:pt x="2778365" y="2193417"/>
                </a:lnTo>
                <a:cubicBezTo>
                  <a:pt x="2864344" y="2191004"/>
                  <a:pt x="2938004" y="2146808"/>
                  <a:pt x="2984740" y="2082927"/>
                </a:cubicBezTo>
                <a:cubicBezTo>
                  <a:pt x="-36463" y="2082927"/>
                  <a:pt x="710297" y="157099"/>
                  <a:pt x="828153" y="0"/>
                </a:cubicBezTo>
                <a:close/>
              </a:path>
            </a:pathLst>
          </a:custGeom>
          <a:solidFill>
            <a:srgbClr val="FFFFFF">
              <a:alpha val="941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11606403" y="8547116"/>
            <a:ext cx="635070" cy="607695"/>
          </a:xfrm>
          <a:custGeom>
            <a:rect b="b" l="l" r="r" t="t"/>
            <a:pathLst>
              <a:path extrusionOk="0" h="607695" w="635070">
                <a:moveTo>
                  <a:pt x="0" y="0"/>
                </a:moveTo>
                <a:lnTo>
                  <a:pt x="635070" y="0"/>
                </a:lnTo>
                <a:lnTo>
                  <a:pt x="635070" y="607695"/>
                </a:lnTo>
                <a:lnTo>
                  <a:pt x="0" y="607695"/>
                </a:lnTo>
                <a:lnTo>
                  <a:pt x="0" y="0"/>
                </a:lnTo>
                <a:close/>
              </a:path>
            </a:pathLst>
          </a:custGeom>
          <a:blipFill rotWithShape="1">
            <a:blip r:embed="rId10">
              <a:alphaModFix/>
            </a:blip>
            <a:stretch>
              <a:fillRect b="0" l="0" r="0" t="0"/>
            </a:stretch>
          </a:blipFill>
          <a:ln>
            <a:noFill/>
          </a:ln>
        </p:spPr>
      </p:sp>
      <p:sp>
        <p:nvSpPr>
          <p:cNvPr id="162" name="Google Shape;162;p2"/>
          <p:cNvSpPr/>
          <p:nvPr/>
        </p:nvSpPr>
        <p:spPr>
          <a:xfrm>
            <a:off x="11859120" y="8521922"/>
            <a:ext cx="408261" cy="373666"/>
          </a:xfrm>
          <a:custGeom>
            <a:rect b="b" l="l" r="r" t="t"/>
            <a:pathLst>
              <a:path extrusionOk="0" h="373666" w="408261">
                <a:moveTo>
                  <a:pt x="0" y="0"/>
                </a:moveTo>
                <a:lnTo>
                  <a:pt x="408261" y="0"/>
                </a:lnTo>
                <a:lnTo>
                  <a:pt x="408261" y="373666"/>
                </a:lnTo>
                <a:lnTo>
                  <a:pt x="0" y="373666"/>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170" name="Shape 170"/>
        <p:cNvGrpSpPr/>
        <p:nvPr/>
      </p:nvGrpSpPr>
      <p:grpSpPr>
        <a:xfrm>
          <a:off x="0" y="0"/>
          <a:ext cx="0" cy="0"/>
          <a:chOff x="0" y="0"/>
          <a:chExt cx="0" cy="0"/>
        </a:xfrm>
      </p:grpSpPr>
      <p:grpSp>
        <p:nvGrpSpPr>
          <p:cNvPr id="171" name="Google Shape;171;p3"/>
          <p:cNvGrpSpPr/>
          <p:nvPr/>
        </p:nvGrpSpPr>
        <p:grpSpPr>
          <a:xfrm>
            <a:off x="1238402" y="1216971"/>
            <a:ext cx="15810481" cy="1639995"/>
            <a:chOff x="0" y="-28575"/>
            <a:chExt cx="21080641" cy="2186661"/>
          </a:xfrm>
        </p:grpSpPr>
        <p:sp>
          <p:nvSpPr>
            <p:cNvPr id="172" name="Google Shape;172;p3"/>
            <p:cNvSpPr/>
            <p:nvPr/>
          </p:nvSpPr>
          <p:spPr>
            <a:xfrm>
              <a:off x="0" y="0"/>
              <a:ext cx="21080640" cy="2158080"/>
            </a:xfrm>
            <a:custGeom>
              <a:rect b="b" l="l" r="r" t="t"/>
              <a:pathLst>
                <a:path extrusionOk="0" h="2158080" w="21080640">
                  <a:moveTo>
                    <a:pt x="0" y="0"/>
                  </a:moveTo>
                  <a:lnTo>
                    <a:pt x="21080640" y="0"/>
                  </a:lnTo>
                  <a:lnTo>
                    <a:pt x="21080640" y="2158080"/>
                  </a:lnTo>
                  <a:lnTo>
                    <a:pt x="0" y="2158080"/>
                  </a:lnTo>
                  <a:close/>
                </a:path>
              </a:pathLst>
            </a:custGeom>
            <a:blipFill rotWithShape="1">
              <a:blip r:embed="rId3">
                <a:alphaModFix amt="0"/>
              </a:blip>
              <a:stretch>
                <a:fillRect b="-140331" l="0" r="0" t="-140331"/>
              </a:stretch>
            </a:blipFill>
            <a:ln>
              <a:noFill/>
            </a:ln>
          </p:spPr>
        </p:sp>
        <p:sp>
          <p:nvSpPr>
            <p:cNvPr id="173" name="Google Shape;173;p3"/>
            <p:cNvSpPr txBox="1"/>
            <p:nvPr/>
          </p:nvSpPr>
          <p:spPr>
            <a:xfrm>
              <a:off x="0" y="-28575"/>
              <a:ext cx="21080641" cy="218666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5795D3"/>
                  </a:solidFill>
                  <a:latin typeface="Arimo"/>
                  <a:ea typeface="Arimo"/>
                  <a:cs typeface="Arimo"/>
                  <a:sym typeface="Arimo"/>
                </a:rPr>
                <a:t>Anuncios Importantes</a:t>
              </a:r>
              <a:endParaRPr/>
            </a:p>
          </p:txBody>
        </p:sp>
      </p:grpSp>
      <p:sp>
        <p:nvSpPr>
          <p:cNvPr id="174" name="Google Shape;174;p3"/>
          <p:cNvSpPr txBox="1"/>
          <p:nvPr/>
        </p:nvSpPr>
        <p:spPr>
          <a:xfrm>
            <a:off x="8262871" y="3246472"/>
            <a:ext cx="7774953" cy="4839624"/>
          </a:xfrm>
          <a:prstGeom prst="rect">
            <a:avLst/>
          </a:prstGeom>
          <a:noFill/>
          <a:ln>
            <a:noFill/>
          </a:ln>
        </p:spPr>
        <p:txBody>
          <a:bodyPr anchorCtr="0" anchor="t" bIns="0" lIns="0" spcFirstLastPara="1" rIns="0" wrap="square" tIns="0">
            <a:spAutoFit/>
          </a:bodyPr>
          <a:lstStyle/>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1</a:t>
            </a:r>
            <a:endParaRPr/>
          </a:p>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2</a:t>
            </a:r>
            <a:endParaRPr/>
          </a:p>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3</a:t>
            </a:r>
            <a:endParaRPr/>
          </a:p>
        </p:txBody>
      </p:sp>
      <p:sp>
        <p:nvSpPr>
          <p:cNvPr id="175" name="Google Shape;175;p3"/>
          <p:cNvSpPr/>
          <p:nvPr/>
        </p:nvSpPr>
        <p:spPr>
          <a:xfrm>
            <a:off x="1870300" y="3255007"/>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183" name="Shape 183"/>
        <p:cNvGrpSpPr/>
        <p:nvPr/>
      </p:nvGrpSpPr>
      <p:grpSpPr>
        <a:xfrm>
          <a:off x="0" y="0"/>
          <a:ext cx="0" cy="0"/>
          <a:chOff x="0" y="0"/>
          <a:chExt cx="0" cy="0"/>
        </a:xfrm>
      </p:grpSpPr>
      <p:grpSp>
        <p:nvGrpSpPr>
          <p:cNvPr id="184" name="Google Shape;184;p4"/>
          <p:cNvGrpSpPr/>
          <p:nvPr/>
        </p:nvGrpSpPr>
        <p:grpSpPr>
          <a:xfrm>
            <a:off x="1238402" y="1216971"/>
            <a:ext cx="15810605" cy="1640233"/>
            <a:chOff x="0" y="-28575"/>
            <a:chExt cx="21080806" cy="2186978"/>
          </a:xfrm>
        </p:grpSpPr>
        <p:sp>
          <p:nvSpPr>
            <p:cNvPr id="185" name="Google Shape;185;p4"/>
            <p:cNvSpPr/>
            <p:nvPr/>
          </p:nvSpPr>
          <p:spPr>
            <a:xfrm>
              <a:off x="0" y="0"/>
              <a:ext cx="21080800" cy="2158400"/>
            </a:xfrm>
            <a:custGeom>
              <a:rect b="b" l="l" r="r" t="t"/>
              <a:pathLst>
                <a:path extrusionOk="0" h="2158400" w="21080800">
                  <a:moveTo>
                    <a:pt x="0" y="0"/>
                  </a:moveTo>
                  <a:lnTo>
                    <a:pt x="21080800" y="0"/>
                  </a:lnTo>
                  <a:lnTo>
                    <a:pt x="21080800" y="2158400"/>
                  </a:lnTo>
                  <a:lnTo>
                    <a:pt x="0" y="2158400"/>
                  </a:lnTo>
                  <a:close/>
                </a:path>
              </a:pathLst>
            </a:custGeom>
            <a:blipFill rotWithShape="1">
              <a:blip r:embed="rId3">
                <a:alphaModFix amt="0"/>
              </a:blip>
              <a:stretch>
                <a:fillRect b="-140302" l="0" r="0" t="-140302"/>
              </a:stretch>
            </a:blipFill>
            <a:ln>
              <a:noFill/>
            </a:ln>
          </p:spPr>
        </p:sp>
        <p:sp>
          <p:nvSpPr>
            <p:cNvPr id="186" name="Google Shape;186;p4"/>
            <p:cNvSpPr txBox="1"/>
            <p:nvPr/>
          </p:nvSpPr>
          <p:spPr>
            <a:xfrm>
              <a:off x="0" y="-28575"/>
              <a:ext cx="21080806" cy="218697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5795D3"/>
                  </a:solidFill>
                  <a:latin typeface="Arimo"/>
                  <a:ea typeface="Arimo"/>
                  <a:cs typeface="Arimo"/>
                  <a:sym typeface="Arimo"/>
                </a:rPr>
                <a:t>Anuncios Importantes</a:t>
              </a:r>
              <a:endParaRPr/>
            </a:p>
          </p:txBody>
        </p:sp>
      </p:grpSp>
      <p:sp>
        <p:nvSpPr>
          <p:cNvPr id="187" name="Google Shape;187;p4"/>
          <p:cNvSpPr txBox="1"/>
          <p:nvPr/>
        </p:nvSpPr>
        <p:spPr>
          <a:xfrm>
            <a:off x="8418204" y="3246477"/>
            <a:ext cx="7549353" cy="4839624"/>
          </a:xfrm>
          <a:prstGeom prst="rect">
            <a:avLst/>
          </a:prstGeom>
          <a:noFill/>
          <a:ln>
            <a:noFill/>
          </a:ln>
        </p:spPr>
        <p:txBody>
          <a:bodyPr anchorCtr="0" anchor="t" bIns="0" lIns="0" spcFirstLastPara="1" rIns="0" wrap="square" tIns="0">
            <a:spAutoFit/>
          </a:bodyPr>
          <a:lstStyle/>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p:txBody>
      </p:sp>
      <p:sp>
        <p:nvSpPr>
          <p:cNvPr id="188" name="Google Shape;188;p4"/>
          <p:cNvSpPr/>
          <p:nvPr/>
        </p:nvSpPr>
        <p:spPr>
          <a:xfrm>
            <a:off x="1625098" y="3327902"/>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196" name="Shape 196"/>
        <p:cNvGrpSpPr/>
        <p:nvPr/>
      </p:nvGrpSpPr>
      <p:grpSpPr>
        <a:xfrm>
          <a:off x="0" y="0"/>
          <a:ext cx="0" cy="0"/>
          <a:chOff x="0" y="0"/>
          <a:chExt cx="0" cy="0"/>
        </a:xfrm>
      </p:grpSpPr>
      <p:grpSp>
        <p:nvGrpSpPr>
          <p:cNvPr id="197" name="Google Shape;197;p5"/>
          <p:cNvGrpSpPr/>
          <p:nvPr/>
        </p:nvGrpSpPr>
        <p:grpSpPr>
          <a:xfrm>
            <a:off x="1238402" y="1238402"/>
            <a:ext cx="7482002" cy="1618802"/>
            <a:chOff x="0" y="0"/>
            <a:chExt cx="9976002" cy="2158403"/>
          </a:xfrm>
        </p:grpSpPr>
        <p:sp>
          <p:nvSpPr>
            <p:cNvPr id="198" name="Google Shape;198;p5"/>
            <p:cNvSpPr/>
            <p:nvPr/>
          </p:nvSpPr>
          <p:spPr>
            <a:xfrm>
              <a:off x="0" y="0"/>
              <a:ext cx="9976000" cy="2158400"/>
            </a:xfrm>
            <a:custGeom>
              <a:rect b="b" l="l" r="r" t="t"/>
              <a:pathLst>
                <a:path extrusionOk="0" h="2158400" w="9976000">
                  <a:moveTo>
                    <a:pt x="0" y="0"/>
                  </a:moveTo>
                  <a:lnTo>
                    <a:pt x="9976000" y="0"/>
                  </a:lnTo>
                  <a:lnTo>
                    <a:pt x="9976000" y="2158400"/>
                  </a:lnTo>
                  <a:lnTo>
                    <a:pt x="0" y="2158400"/>
                  </a:lnTo>
                  <a:close/>
                </a:path>
              </a:pathLst>
            </a:custGeom>
            <a:blipFill rotWithShape="1">
              <a:blip r:embed="rId3">
                <a:alphaModFix amt="0"/>
              </a:blip>
              <a:stretch>
                <a:fillRect b="-40058" l="0" r="0" t="-40058"/>
              </a:stretch>
            </a:blipFill>
            <a:ln>
              <a:noFill/>
            </a:ln>
          </p:spPr>
        </p:sp>
        <p:sp>
          <p:nvSpPr>
            <p:cNvPr id="199" name="Google Shape;199;p5"/>
            <p:cNvSpPr txBox="1"/>
            <p:nvPr/>
          </p:nvSpPr>
          <p:spPr>
            <a:xfrm>
              <a:off x="0" y="28575"/>
              <a:ext cx="9976002" cy="2129828"/>
            </a:xfrm>
            <a:prstGeom prst="rect">
              <a:avLst/>
            </a:prstGeom>
            <a:noFill/>
            <a:ln>
              <a:noFill/>
            </a:ln>
          </p:spPr>
          <p:txBody>
            <a:bodyPr anchorCtr="0" anchor="ctr" bIns="0" lIns="0" spcFirstLastPara="1" rIns="0" wrap="square" tIns="0">
              <a:noAutofit/>
            </a:bodyPr>
            <a:lstStyle/>
            <a:p>
              <a:pPr indent="0" lvl="0" marL="0" marR="0" rtl="0" algn="l">
                <a:lnSpc>
                  <a:spcPct val="108021"/>
                </a:lnSpc>
                <a:spcBef>
                  <a:spcPts val="0"/>
                </a:spcBef>
                <a:spcAft>
                  <a:spcPts val="0"/>
                </a:spcAft>
                <a:buNone/>
              </a:pPr>
              <a:r>
                <a:rPr b="1" i="0" lang="en-US" sz="4999" u="none" cap="none" strike="noStrike">
                  <a:solidFill>
                    <a:srgbClr val="5795D3"/>
                  </a:solidFill>
                  <a:latin typeface="Arimo"/>
                  <a:ea typeface="Arimo"/>
                  <a:cs typeface="Arimo"/>
                  <a:sym typeface="Arimo"/>
                </a:rPr>
                <a:t>Competencia(s) que desarrollaremos</a:t>
              </a:r>
              <a:endParaRPr/>
            </a:p>
          </p:txBody>
        </p:sp>
      </p:grpSp>
      <p:sp>
        <p:nvSpPr>
          <p:cNvPr descr="image69fbd2aa5b56c" id="200" name="Google Shape;200;p5"/>
          <p:cNvSpPr/>
          <p:nvPr/>
        </p:nvSpPr>
        <p:spPr>
          <a:xfrm>
            <a:off x="10540994" y="514102"/>
            <a:ext cx="7289387" cy="9258015"/>
          </a:xfrm>
          <a:custGeom>
            <a:rect b="b" l="l" r="r" t="t"/>
            <a:pathLst>
              <a:path extrusionOk="0"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rotWithShape="1">
            <a:blip r:embed="rId4">
              <a:alphaModFix/>
            </a:blip>
            <a:stretch>
              <a:fillRect b="0" l="-6447" r="-644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428549" y="4423400"/>
            <a:ext cx="3294316" cy="3294316"/>
          </a:xfrm>
          <a:custGeom>
            <a:rect b="b" l="l" r="r" t="t"/>
            <a:pathLst>
              <a:path extrusionOk="0" h="4392422" w="4392422">
                <a:moveTo>
                  <a:pt x="0" y="0"/>
                </a:moveTo>
                <a:lnTo>
                  <a:pt x="4392422" y="0"/>
                </a:lnTo>
                <a:lnTo>
                  <a:pt x="4392422" y="4392422"/>
                </a:lnTo>
                <a:lnTo>
                  <a:pt x="0" y="4392422"/>
                </a:lnTo>
                <a:lnTo>
                  <a:pt x="0" y="0"/>
                </a:lnTo>
                <a:close/>
              </a:path>
            </a:pathLst>
          </a:custGeom>
          <a:blipFill rotWithShape="1">
            <a:blip r:embed="rId5">
              <a:alphaModFix/>
            </a:blip>
            <a:stretch>
              <a:fillRect b="0" l="0" r="0" t="0"/>
            </a:stretch>
          </a:blipFill>
          <a:ln>
            <a:noFill/>
          </a:ln>
        </p:spPr>
      </p:sp>
      <p:sp>
        <p:nvSpPr>
          <p:cNvPr id="202" name="Google Shape;202;p5"/>
          <p:cNvSpPr txBox="1"/>
          <p:nvPr/>
        </p:nvSpPr>
        <p:spPr>
          <a:xfrm>
            <a:off x="3835273" y="4092155"/>
            <a:ext cx="5308727" cy="4356838"/>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None/>
            </a:pPr>
            <a:r>
              <a:rPr b="0" i="0" lang="en-US" sz="2470" u="none" cap="none" strike="noStrike">
                <a:solidFill>
                  <a:srgbClr val="FFFFFF"/>
                </a:solidFill>
                <a:latin typeface="Open Sans"/>
                <a:ea typeface="Open Sans"/>
                <a:cs typeface="Open Sans"/>
                <a:sym typeface="Open Sans"/>
              </a:rPr>
              <a:t>El estudiante analiza la asignación de memoria física y lógica junto con el mapeo de direcciones en el sistema mediante el empleo de la MMU, tablas de páginas y algoritmos de reemplazo como FIFO o LRU para garantizar el aislamiento de procesos, prevenir la fragmentación y minimizar los fallos de página.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10" name="Shape 210"/>
        <p:cNvGrpSpPr/>
        <p:nvPr/>
      </p:nvGrpSpPr>
      <p:grpSpPr>
        <a:xfrm>
          <a:off x="0" y="0"/>
          <a:ext cx="0" cy="0"/>
          <a:chOff x="0" y="0"/>
          <a:chExt cx="0" cy="0"/>
        </a:xfrm>
      </p:grpSpPr>
      <p:grpSp>
        <p:nvGrpSpPr>
          <p:cNvPr id="211" name="Google Shape;211;p6"/>
          <p:cNvGrpSpPr/>
          <p:nvPr/>
        </p:nvGrpSpPr>
        <p:grpSpPr>
          <a:xfrm>
            <a:off x="1238402" y="1238402"/>
            <a:ext cx="7482002" cy="1618802"/>
            <a:chOff x="0" y="0"/>
            <a:chExt cx="9976002" cy="2158403"/>
          </a:xfrm>
        </p:grpSpPr>
        <p:sp>
          <p:nvSpPr>
            <p:cNvPr id="212" name="Google Shape;212;p6"/>
            <p:cNvSpPr/>
            <p:nvPr/>
          </p:nvSpPr>
          <p:spPr>
            <a:xfrm>
              <a:off x="0" y="0"/>
              <a:ext cx="9976000" cy="2158400"/>
            </a:xfrm>
            <a:custGeom>
              <a:rect b="b" l="l" r="r" t="t"/>
              <a:pathLst>
                <a:path extrusionOk="0" h="2158400" w="9976000">
                  <a:moveTo>
                    <a:pt x="0" y="0"/>
                  </a:moveTo>
                  <a:lnTo>
                    <a:pt x="9976000" y="0"/>
                  </a:lnTo>
                  <a:lnTo>
                    <a:pt x="9976000" y="2158400"/>
                  </a:lnTo>
                  <a:lnTo>
                    <a:pt x="0" y="2158400"/>
                  </a:lnTo>
                  <a:close/>
                </a:path>
              </a:pathLst>
            </a:custGeom>
            <a:blipFill rotWithShape="1">
              <a:blip r:embed="rId3">
                <a:alphaModFix amt="0"/>
              </a:blip>
              <a:stretch>
                <a:fillRect b="-40058" l="0" r="0" t="-40058"/>
              </a:stretch>
            </a:blipFill>
            <a:ln>
              <a:noFill/>
            </a:ln>
          </p:spPr>
        </p:sp>
        <p:sp>
          <p:nvSpPr>
            <p:cNvPr id="213" name="Google Shape;213;p6"/>
            <p:cNvSpPr txBox="1"/>
            <p:nvPr/>
          </p:nvSpPr>
          <p:spPr>
            <a:xfrm>
              <a:off x="0" y="28575"/>
              <a:ext cx="9976002" cy="2129828"/>
            </a:xfrm>
            <a:prstGeom prst="rect">
              <a:avLst/>
            </a:prstGeom>
            <a:noFill/>
            <a:ln>
              <a:noFill/>
            </a:ln>
          </p:spPr>
          <p:txBody>
            <a:bodyPr anchorCtr="0" anchor="ctr" bIns="0" lIns="0" spcFirstLastPara="1" rIns="0" wrap="square" tIns="0">
              <a:noAutofit/>
            </a:bodyPr>
            <a:lstStyle/>
            <a:p>
              <a:pPr indent="0" lvl="0" marL="0" marR="0" rtl="0" algn="l">
                <a:lnSpc>
                  <a:spcPct val="108021"/>
                </a:lnSpc>
                <a:spcBef>
                  <a:spcPts val="0"/>
                </a:spcBef>
                <a:spcAft>
                  <a:spcPts val="0"/>
                </a:spcAft>
                <a:buNone/>
              </a:pPr>
              <a:r>
                <a:rPr b="1" i="0" lang="en-US" sz="4999" u="none" cap="none" strike="noStrike">
                  <a:solidFill>
                    <a:srgbClr val="5795D3"/>
                  </a:solidFill>
                  <a:latin typeface="Arimo"/>
                  <a:ea typeface="Arimo"/>
                  <a:cs typeface="Arimo"/>
                  <a:sym typeface="Arimo"/>
                </a:rPr>
                <a:t>Valor(es) de la Semana</a:t>
              </a:r>
              <a:endParaRPr/>
            </a:p>
          </p:txBody>
        </p:sp>
      </p:grpSp>
      <p:sp>
        <p:nvSpPr>
          <p:cNvPr id="214" name="Google Shape;214;p6"/>
          <p:cNvSpPr/>
          <p:nvPr/>
        </p:nvSpPr>
        <p:spPr>
          <a:xfrm>
            <a:off x="10540994" y="514102"/>
            <a:ext cx="7289387" cy="9258015"/>
          </a:xfrm>
          <a:custGeom>
            <a:rect b="b" l="l" r="r" t="t"/>
            <a:pathLst>
              <a:path extrusionOk="0"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rotWithShape="1">
            <a:blip r:embed="rId4">
              <a:alphaModFix/>
            </a:blip>
            <a:stretch>
              <a:fillRect b="0" l="-62892" r="-6289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3089595" y="6245055"/>
            <a:ext cx="3779616" cy="3274092"/>
          </a:xfrm>
          <a:custGeom>
            <a:rect b="b" l="l" r="r" t="t"/>
            <a:pathLst>
              <a:path extrusionOk="0" h="3274092" w="3779616">
                <a:moveTo>
                  <a:pt x="0" y="0"/>
                </a:moveTo>
                <a:lnTo>
                  <a:pt x="3779616" y="0"/>
                </a:lnTo>
                <a:lnTo>
                  <a:pt x="3779616" y="3274092"/>
                </a:lnTo>
                <a:lnTo>
                  <a:pt x="0" y="3274092"/>
                </a:lnTo>
                <a:lnTo>
                  <a:pt x="0" y="0"/>
                </a:lnTo>
                <a:close/>
              </a:path>
            </a:pathLst>
          </a:custGeom>
          <a:blipFill rotWithShape="1">
            <a:blip r:embed="rId5">
              <a:alphaModFix/>
            </a:blip>
            <a:stretch>
              <a:fillRect b="0" l="0" r="0" t="0"/>
            </a:stretch>
          </a:blipFill>
          <a:ln>
            <a:noFill/>
          </a:ln>
        </p:spPr>
      </p:sp>
      <p:sp>
        <p:nvSpPr>
          <p:cNvPr id="216" name="Google Shape;216;p6"/>
          <p:cNvSpPr txBox="1"/>
          <p:nvPr/>
        </p:nvSpPr>
        <p:spPr>
          <a:xfrm>
            <a:off x="1238402" y="3114986"/>
            <a:ext cx="7482002" cy="3236699"/>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None/>
            </a:pPr>
            <a:r>
              <a:rPr b="1" i="0" lang="en-US" sz="3070" u="none" cap="none" strike="noStrike">
                <a:solidFill>
                  <a:srgbClr val="FFFFFF"/>
                </a:solidFill>
                <a:latin typeface="Open Sans"/>
                <a:ea typeface="Open Sans"/>
                <a:cs typeface="Open Sans"/>
                <a:sym typeface="Open Sans"/>
              </a:rPr>
              <a:t>PENSAMIENTO CRÍTICO</a:t>
            </a:r>
            <a:endParaRPr/>
          </a:p>
          <a:p>
            <a:pPr indent="0" lvl="0" marL="0" marR="0" rtl="0" algn="ctr">
              <a:lnSpc>
                <a:spcPct val="140032"/>
              </a:lnSpc>
              <a:spcBef>
                <a:spcPts val="0"/>
              </a:spcBef>
              <a:spcAft>
                <a:spcPts val="0"/>
              </a:spcAft>
              <a:buNone/>
            </a:pPr>
            <a:r>
              <a:t/>
            </a:r>
            <a:endParaRPr b="1" i="0" sz="3070" u="none" cap="none" strike="noStrike">
              <a:solidFill>
                <a:srgbClr val="FFFFFF"/>
              </a:solidFill>
              <a:latin typeface="Open Sans"/>
              <a:ea typeface="Open Sans"/>
              <a:cs typeface="Open Sans"/>
              <a:sym typeface="Open Sans"/>
            </a:endParaRPr>
          </a:p>
          <a:p>
            <a:pPr indent="0" lvl="0" marL="0" marR="0" rtl="0" algn="ctr">
              <a:lnSpc>
                <a:spcPct val="140032"/>
              </a:lnSpc>
              <a:spcBef>
                <a:spcPts val="0"/>
              </a:spcBef>
              <a:spcAft>
                <a:spcPts val="0"/>
              </a:spcAft>
              <a:buNone/>
            </a:pPr>
            <a:r>
              <a:rPr b="0" i="1" lang="en-US" sz="3070" u="none" cap="none" strike="noStrike">
                <a:solidFill>
                  <a:srgbClr val="FFFFFF"/>
                </a:solidFill>
                <a:latin typeface="Open Sans"/>
                <a:ea typeface="Open Sans"/>
                <a:cs typeface="Open Sans"/>
                <a:sym typeface="Open Sans"/>
              </a:rPr>
              <a:t>Capacidad de cuestionar y analizar profundamente la estructura del software base.</a:t>
            </a:r>
            <a:endParaRPr/>
          </a:p>
          <a:p>
            <a:pPr indent="0" lvl="0" marL="0" marR="0" rtl="0" algn="ctr">
              <a:lnSpc>
                <a:spcPct val="140032"/>
              </a:lnSpc>
              <a:spcBef>
                <a:spcPts val="0"/>
              </a:spcBef>
              <a:spcAft>
                <a:spcPts val="0"/>
              </a:spcAft>
              <a:buNone/>
            </a:pPr>
            <a:r>
              <a:t/>
            </a:r>
            <a:endParaRPr b="0" i="1" sz="3070" u="none" cap="none" strike="noStrike">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24" name="Shape 224"/>
        <p:cNvGrpSpPr/>
        <p:nvPr/>
      </p:nvGrpSpPr>
      <p:grpSpPr>
        <a:xfrm>
          <a:off x="0" y="0"/>
          <a:ext cx="0" cy="0"/>
          <a:chOff x="0" y="0"/>
          <a:chExt cx="0" cy="0"/>
        </a:xfrm>
      </p:grpSpPr>
      <p:sp>
        <p:nvSpPr>
          <p:cNvPr id="225" name="Google Shape;225;p7"/>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226" name="Google Shape;226;p7"/>
          <p:cNvGrpSpPr/>
          <p:nvPr/>
        </p:nvGrpSpPr>
        <p:grpSpPr>
          <a:xfrm>
            <a:off x="1238345" y="3577380"/>
            <a:ext cx="6952202" cy="2857200"/>
            <a:chOff x="0" y="0"/>
            <a:chExt cx="9269603" cy="3809600"/>
          </a:xfrm>
        </p:grpSpPr>
        <p:sp>
          <p:nvSpPr>
            <p:cNvPr id="227" name="Google Shape;227;p7"/>
            <p:cNvSpPr/>
            <p:nvPr/>
          </p:nvSpPr>
          <p:spPr>
            <a:xfrm>
              <a:off x="0" y="0"/>
              <a:ext cx="9269600" cy="3809594"/>
            </a:xfrm>
            <a:custGeom>
              <a:rect b="b" l="l" r="r" t="t"/>
              <a:pathLst>
                <a:path extrusionOk="0" h="3809594" w="9269600">
                  <a:moveTo>
                    <a:pt x="0" y="0"/>
                  </a:moveTo>
                  <a:lnTo>
                    <a:pt x="9269600" y="0"/>
                  </a:lnTo>
                  <a:lnTo>
                    <a:pt x="9269600" y="3809594"/>
                  </a:lnTo>
                  <a:lnTo>
                    <a:pt x="0" y="3809594"/>
                  </a:lnTo>
                  <a:close/>
                </a:path>
              </a:pathLst>
            </a:custGeom>
            <a:blipFill rotWithShape="1">
              <a:blip r:embed="rId4">
                <a:alphaModFix amt="0"/>
              </a:blip>
              <a:stretch>
                <a:fillRect b="0" l="-2729" r="-2730" t="0"/>
              </a:stretch>
            </a:blipFill>
            <a:ln>
              <a:noFill/>
            </a:ln>
          </p:spPr>
        </p:sp>
        <p:sp>
          <p:nvSpPr>
            <p:cNvPr id="228" name="Google Shape;228;p7"/>
            <p:cNvSpPr txBox="1"/>
            <p:nvPr/>
          </p:nvSpPr>
          <p:spPr>
            <a:xfrm>
              <a:off x="0" y="0"/>
              <a:ext cx="9269603" cy="3809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300" u="none" cap="none" strike="noStrike">
                  <a:solidFill>
                    <a:srgbClr val="5795D3"/>
                  </a:solidFill>
                  <a:latin typeface="Archivo Black"/>
                  <a:ea typeface="Archivo Black"/>
                  <a:cs typeface="Archivo Black"/>
                  <a:sym typeface="Archivo Black"/>
                </a:rPr>
                <a:t>Gestión de Procesos</a:t>
              </a:r>
              <a:endParaRPr/>
            </a:p>
          </p:txBody>
        </p:sp>
      </p:grpSp>
      <p:sp>
        <p:nvSpPr>
          <p:cNvPr id="229" name="Google Shape;229;p7"/>
          <p:cNvSpPr/>
          <p:nvPr/>
        </p:nvSpPr>
        <p:spPr>
          <a:xfrm>
            <a:off x="9601200" y="514083"/>
            <a:ext cx="8228933" cy="9258015"/>
          </a:xfrm>
          <a:custGeom>
            <a:rect b="b" l="l" r="r" t="t"/>
            <a:pathLst>
              <a:path extrusionOk="0" h="12344019" w="10971911">
                <a:moveTo>
                  <a:pt x="0" y="1828673"/>
                </a:moveTo>
                <a:cubicBezTo>
                  <a:pt x="0" y="818769"/>
                  <a:pt x="818769" y="0"/>
                  <a:pt x="1828673" y="0"/>
                </a:cubicBezTo>
                <a:lnTo>
                  <a:pt x="9143238" y="0"/>
                </a:lnTo>
                <a:cubicBezTo>
                  <a:pt x="10153142" y="0"/>
                  <a:pt x="10971911" y="818769"/>
                  <a:pt x="10971911" y="1828673"/>
                </a:cubicBezTo>
                <a:lnTo>
                  <a:pt x="10971911" y="10515346"/>
                </a:lnTo>
                <a:cubicBezTo>
                  <a:pt x="10971911" y="11525250"/>
                  <a:pt x="10153142" y="12344019"/>
                  <a:pt x="9143238" y="12344019"/>
                </a:cubicBezTo>
                <a:lnTo>
                  <a:pt x="1828673" y="12344019"/>
                </a:lnTo>
                <a:cubicBezTo>
                  <a:pt x="818769" y="12344019"/>
                  <a:pt x="0" y="11525250"/>
                  <a:pt x="0" y="10515346"/>
                </a:cubicBezTo>
                <a:close/>
              </a:path>
            </a:pathLst>
          </a:custGeom>
          <a:blipFill rotWithShape="1">
            <a:blip r:embed="rId5">
              <a:alphaModFix/>
            </a:blip>
            <a:stretch>
              <a:fillRect b="0" l="-25003" r="-2500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txBox="1"/>
          <p:nvPr/>
        </p:nvSpPr>
        <p:spPr>
          <a:xfrm>
            <a:off x="1329823" y="1274578"/>
            <a:ext cx="6986141" cy="15240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9999" u="none" cap="none" strike="noStrike">
                <a:solidFill>
                  <a:srgbClr val="5795D3"/>
                </a:solidFill>
                <a:latin typeface="Archivo Black"/>
                <a:ea typeface="Archivo Black"/>
                <a:cs typeface="Archivo Black"/>
                <a:sym typeface="Archivo Black"/>
              </a:rPr>
              <a:t>Unidad 03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38" name="Shape 238"/>
        <p:cNvGrpSpPr/>
        <p:nvPr/>
      </p:nvGrpSpPr>
      <p:grpSpPr>
        <a:xfrm>
          <a:off x="0" y="0"/>
          <a:ext cx="0" cy="0"/>
          <a:chOff x="0" y="0"/>
          <a:chExt cx="0" cy="0"/>
        </a:xfrm>
      </p:grpSpPr>
      <p:grpSp>
        <p:nvGrpSpPr>
          <p:cNvPr id="239" name="Google Shape;239;p8"/>
          <p:cNvGrpSpPr/>
          <p:nvPr/>
        </p:nvGrpSpPr>
        <p:grpSpPr>
          <a:xfrm>
            <a:off x="9861970" y="831786"/>
            <a:ext cx="7186914" cy="3196692"/>
            <a:chOff x="0" y="0"/>
            <a:chExt cx="9582551" cy="4262255"/>
          </a:xfrm>
        </p:grpSpPr>
        <p:sp>
          <p:nvSpPr>
            <p:cNvPr id="240" name="Google Shape;240;p8"/>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87" l="0" r="-119988" t="-71054"/>
              </a:stretch>
            </a:blipFill>
            <a:ln>
              <a:noFill/>
            </a:ln>
          </p:spPr>
        </p:sp>
        <p:sp>
          <p:nvSpPr>
            <p:cNvPr id="241" name="Google Shape;241;p8"/>
            <p:cNvSpPr txBox="1"/>
            <p:nvPr/>
          </p:nvSpPr>
          <p:spPr>
            <a:xfrm>
              <a:off x="0" y="0"/>
              <a:ext cx="9582551"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Definición y Características de Procesos</a:t>
              </a:r>
              <a:endParaRPr/>
            </a:p>
          </p:txBody>
        </p:sp>
      </p:grpSp>
      <p:sp>
        <p:nvSpPr>
          <p:cNvPr id="242" name="Google Shape;242;p8"/>
          <p:cNvSpPr/>
          <p:nvPr/>
        </p:nvSpPr>
        <p:spPr>
          <a:xfrm>
            <a:off x="0" y="0"/>
            <a:ext cx="9242373" cy="10287000"/>
          </a:xfrm>
          <a:custGeom>
            <a:rect b="b" l="l" r="r" t="t"/>
            <a:pathLst>
              <a:path extrusionOk="0" h="10287000" w="9242373">
                <a:moveTo>
                  <a:pt x="0" y="0"/>
                </a:moveTo>
                <a:lnTo>
                  <a:pt x="9242373" y="0"/>
                </a:lnTo>
                <a:lnTo>
                  <a:pt x="9242373" y="10287000"/>
                </a:lnTo>
                <a:lnTo>
                  <a:pt x="0" y="10287000"/>
                </a:lnTo>
                <a:lnTo>
                  <a:pt x="0" y="0"/>
                </a:lnTo>
                <a:close/>
              </a:path>
            </a:pathLst>
          </a:custGeom>
          <a:blipFill rotWithShape="1">
            <a:blip r:embed="rId4">
              <a:alphaModFix/>
            </a:blip>
            <a:stretch>
              <a:fillRect b="0" l="0" r="-70996" t="0"/>
            </a:stretch>
          </a:blipFill>
          <a:ln>
            <a:noFill/>
          </a:ln>
        </p:spPr>
      </p:sp>
      <p:sp>
        <p:nvSpPr>
          <p:cNvPr id="243" name="Google Shape;243;p8"/>
          <p:cNvSpPr txBox="1"/>
          <p:nvPr/>
        </p:nvSpPr>
        <p:spPr>
          <a:xfrm>
            <a:off x="9861970" y="4620093"/>
            <a:ext cx="7095483" cy="4000501"/>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Diferencia entre un programa y un proceso en ejecución</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Identificadores de proceso: PID, PPID, UID y GID</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Aislamiento y espacio de direcciones independiente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51" name="Shape 251"/>
        <p:cNvGrpSpPr/>
        <p:nvPr/>
      </p:nvGrpSpPr>
      <p:grpSpPr>
        <a:xfrm>
          <a:off x="0" y="0"/>
          <a:ext cx="0" cy="0"/>
          <a:chOff x="0" y="0"/>
          <a:chExt cx="0" cy="0"/>
        </a:xfrm>
      </p:grpSpPr>
      <p:grpSp>
        <p:nvGrpSpPr>
          <p:cNvPr id="252" name="Google Shape;252;p9"/>
          <p:cNvGrpSpPr/>
          <p:nvPr/>
        </p:nvGrpSpPr>
        <p:grpSpPr>
          <a:xfrm>
            <a:off x="1010734" y="776716"/>
            <a:ext cx="14256233" cy="1618560"/>
            <a:chOff x="0" y="0"/>
            <a:chExt cx="19008311" cy="2158080"/>
          </a:xfrm>
        </p:grpSpPr>
        <p:sp>
          <p:nvSpPr>
            <p:cNvPr id="253" name="Google Shape;253;p9"/>
            <p:cNvSpPr/>
            <p:nvPr/>
          </p:nvSpPr>
          <p:spPr>
            <a:xfrm>
              <a:off x="0" y="0"/>
              <a:ext cx="19008311" cy="2158074"/>
            </a:xfrm>
            <a:custGeom>
              <a:rect b="b" l="l" r="r" t="t"/>
              <a:pathLst>
                <a:path extrusionOk="0" h="2158074" w="19008311">
                  <a:moveTo>
                    <a:pt x="0" y="0"/>
                  </a:moveTo>
                  <a:lnTo>
                    <a:pt x="19008311" y="0"/>
                  </a:lnTo>
                  <a:lnTo>
                    <a:pt x="19008311" y="2158074"/>
                  </a:lnTo>
                  <a:lnTo>
                    <a:pt x="0" y="2158074"/>
                  </a:lnTo>
                  <a:close/>
                </a:path>
              </a:pathLst>
            </a:custGeom>
            <a:blipFill rotWithShape="1">
              <a:blip r:embed="rId3">
                <a:alphaModFix amt="0"/>
              </a:blip>
              <a:stretch>
                <a:fillRect b="-140331" l="0" r="-10902" t="-140331"/>
              </a:stretch>
            </a:blipFill>
            <a:ln>
              <a:noFill/>
            </a:ln>
          </p:spPr>
        </p:sp>
        <p:sp>
          <p:nvSpPr>
            <p:cNvPr id="254" name="Google Shape;254;p9"/>
            <p:cNvSpPr txBox="1"/>
            <p:nvPr/>
          </p:nvSpPr>
          <p:spPr>
            <a:xfrm>
              <a:off x="0" y="0"/>
              <a:ext cx="19008311"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¿Qué es un programa?</a:t>
              </a:r>
              <a:endParaRPr/>
            </a:p>
          </p:txBody>
        </p:sp>
      </p:grpSp>
      <p:pic>
        <p:nvPicPr>
          <p:cNvPr id="255" name="Google Shape;255;p9"/>
          <p:cNvPicPr preferRelativeResize="0"/>
          <p:nvPr/>
        </p:nvPicPr>
        <p:blipFill rotWithShape="1">
          <a:blip r:embed="rId4">
            <a:alphaModFix/>
          </a:blip>
          <a:srcRect b="0" l="0" r="0" t="0"/>
          <a:stretch/>
        </p:blipFill>
        <p:spPr>
          <a:xfrm>
            <a:off x="3034934" y="2395276"/>
            <a:ext cx="12245936" cy="68829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63" name="Shape 263"/>
        <p:cNvGrpSpPr/>
        <p:nvPr/>
      </p:nvGrpSpPr>
      <p:grpSpPr>
        <a:xfrm>
          <a:off x="0" y="0"/>
          <a:ext cx="0" cy="0"/>
          <a:chOff x="0" y="0"/>
          <a:chExt cx="0" cy="0"/>
        </a:xfrm>
      </p:grpSpPr>
      <p:grpSp>
        <p:nvGrpSpPr>
          <p:cNvPr id="264" name="Google Shape;264;p10"/>
          <p:cNvGrpSpPr/>
          <p:nvPr/>
        </p:nvGrpSpPr>
        <p:grpSpPr>
          <a:xfrm>
            <a:off x="1010734" y="776716"/>
            <a:ext cx="14256233" cy="1618560"/>
            <a:chOff x="0" y="0"/>
            <a:chExt cx="19008311" cy="2158080"/>
          </a:xfrm>
        </p:grpSpPr>
        <p:sp>
          <p:nvSpPr>
            <p:cNvPr id="265" name="Google Shape;265;p10"/>
            <p:cNvSpPr/>
            <p:nvPr/>
          </p:nvSpPr>
          <p:spPr>
            <a:xfrm>
              <a:off x="0" y="0"/>
              <a:ext cx="19008311" cy="2158074"/>
            </a:xfrm>
            <a:custGeom>
              <a:rect b="b" l="l" r="r" t="t"/>
              <a:pathLst>
                <a:path extrusionOk="0" h="2158074" w="19008311">
                  <a:moveTo>
                    <a:pt x="0" y="0"/>
                  </a:moveTo>
                  <a:lnTo>
                    <a:pt x="19008311" y="0"/>
                  </a:lnTo>
                  <a:lnTo>
                    <a:pt x="19008311" y="2158074"/>
                  </a:lnTo>
                  <a:lnTo>
                    <a:pt x="0" y="2158074"/>
                  </a:lnTo>
                  <a:close/>
                </a:path>
              </a:pathLst>
            </a:custGeom>
            <a:blipFill rotWithShape="1">
              <a:blip r:embed="rId3">
                <a:alphaModFix amt="0"/>
              </a:blip>
              <a:stretch>
                <a:fillRect b="-140331" l="0" r="-10902" t="-140331"/>
              </a:stretch>
            </a:blipFill>
            <a:ln>
              <a:noFill/>
            </a:ln>
          </p:spPr>
        </p:sp>
        <p:sp>
          <p:nvSpPr>
            <p:cNvPr id="266" name="Google Shape;266;p10"/>
            <p:cNvSpPr txBox="1"/>
            <p:nvPr/>
          </p:nvSpPr>
          <p:spPr>
            <a:xfrm>
              <a:off x="0" y="0"/>
              <a:ext cx="19008311"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Características procesos</a:t>
              </a:r>
              <a:endParaRPr/>
            </a:p>
          </p:txBody>
        </p:sp>
      </p:grpSp>
      <p:sp>
        <p:nvSpPr>
          <p:cNvPr id="267" name="Google Shape;267;p10"/>
          <p:cNvSpPr txBox="1"/>
          <p:nvPr/>
        </p:nvSpPr>
        <p:spPr>
          <a:xfrm>
            <a:off x="1028700" y="2366792"/>
            <a:ext cx="16230600" cy="7536180"/>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Todo proceso sin importar el sistema operativo debe de tener las siguientes características fundamentales:</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ID de proceso, ID de grupo de proceso, ID de usuario e ID de grupo</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Ambiente</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Directorio de trabajo</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Un proceso también proporciona un espacio de direcciones común y recursos comunes del sistema:</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Descriptores de archivos</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Acciones de señal</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Bibliotecas compartidas</a:t>
            </a:r>
            <a:endParaRPr/>
          </a:p>
          <a:p>
            <a:pPr indent="-302259" lvl="1" marL="604518" marR="0" rtl="0" algn="l">
              <a:lnSpc>
                <a:spcPct val="180028"/>
              </a:lnSpc>
              <a:spcBef>
                <a:spcPts val="0"/>
              </a:spcBef>
              <a:spcAft>
                <a:spcPts val="0"/>
              </a:spcAft>
              <a:buClr>
                <a:srgbClr val="FFFFFF"/>
              </a:buClr>
              <a:buSzPts val="2799"/>
              <a:buFont typeface="Arial"/>
              <a:buChar char="•"/>
            </a:pPr>
            <a:r>
              <a:rPr b="0" i="0" lang="en-US" sz="2799" u="none" cap="none" strike="noStrike">
                <a:solidFill>
                  <a:srgbClr val="FFFFFF"/>
                </a:solidFill>
                <a:latin typeface="Archivo Narrow"/>
                <a:ea typeface="Archivo Narrow"/>
                <a:cs typeface="Archivo Narrow"/>
                <a:sym typeface="Archivo Narrow"/>
              </a:rPr>
              <a:t>Herramientas de comunicación entre procesos (como colas de mensajes, pipes, semáforos o memoria compartida)</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ctr">
              <a:lnSpc>
                <a:spcPct val="180000"/>
              </a:lnSpc>
              <a:spcBef>
                <a:spcPts val="0"/>
              </a:spcBef>
              <a:spcAft>
                <a:spcPts val="0"/>
              </a:spcAft>
              <a:buNone/>
            </a:pPr>
            <a:r>
              <a:rPr b="0" i="1" lang="en-US" sz="2400" u="none" cap="none" strike="noStrike">
                <a:solidFill>
                  <a:srgbClr val="FFFFFF"/>
                </a:solidFill>
                <a:latin typeface="Archivo Narrow"/>
                <a:ea typeface="Archivo Narrow"/>
                <a:cs typeface="Archivo Narrow"/>
                <a:sym typeface="Archivo Narrow"/>
              </a:rPr>
              <a:t>“Un programa puede tener múltiples instancias en ejecución, cada una siendo un proceso independiente”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75" name="Shape 275"/>
        <p:cNvGrpSpPr/>
        <p:nvPr/>
      </p:nvGrpSpPr>
      <p:grpSpPr>
        <a:xfrm>
          <a:off x="0" y="0"/>
          <a:ext cx="0" cy="0"/>
          <a:chOff x="0" y="0"/>
          <a:chExt cx="0" cy="0"/>
        </a:xfrm>
      </p:grpSpPr>
      <p:grpSp>
        <p:nvGrpSpPr>
          <p:cNvPr id="276" name="Google Shape;276;p11"/>
          <p:cNvGrpSpPr/>
          <p:nvPr/>
        </p:nvGrpSpPr>
        <p:grpSpPr>
          <a:xfrm>
            <a:off x="1010734" y="776716"/>
            <a:ext cx="14256233" cy="2225142"/>
            <a:chOff x="0" y="0"/>
            <a:chExt cx="19008311" cy="2966855"/>
          </a:xfrm>
        </p:grpSpPr>
        <p:sp>
          <p:nvSpPr>
            <p:cNvPr id="277" name="Google Shape;277;p11"/>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7" l="0" r="-10902" t="-102077"/>
              </a:stretch>
            </a:blipFill>
            <a:ln>
              <a:noFill/>
            </a:ln>
          </p:spPr>
        </p:sp>
        <p:sp>
          <p:nvSpPr>
            <p:cNvPr id="278" name="Google Shape;278;p11"/>
            <p:cNvSpPr txBox="1"/>
            <p:nvPr/>
          </p:nvSpPr>
          <p:spPr>
            <a:xfrm>
              <a:off x="0" y="0"/>
              <a:ext cx="19008311"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Aislamiento y espacio de direcciones independiente</a:t>
              </a:r>
              <a:endParaRPr/>
            </a:p>
          </p:txBody>
        </p:sp>
      </p:grpSp>
      <p:sp>
        <p:nvSpPr>
          <p:cNvPr id="279" name="Google Shape;279;p11"/>
          <p:cNvSpPr/>
          <p:nvPr/>
        </p:nvSpPr>
        <p:spPr>
          <a:xfrm>
            <a:off x="9144000" y="5967246"/>
            <a:ext cx="7571593" cy="3639945"/>
          </a:xfrm>
          <a:custGeom>
            <a:rect b="b" l="l" r="r" t="t"/>
            <a:pathLst>
              <a:path extrusionOk="0" h="3639945" w="7571593">
                <a:moveTo>
                  <a:pt x="0" y="0"/>
                </a:moveTo>
                <a:lnTo>
                  <a:pt x="7571593" y="0"/>
                </a:lnTo>
                <a:lnTo>
                  <a:pt x="7571593" y="3639945"/>
                </a:lnTo>
                <a:lnTo>
                  <a:pt x="0" y="3639945"/>
                </a:lnTo>
                <a:lnTo>
                  <a:pt x="0" y="0"/>
                </a:lnTo>
                <a:close/>
              </a:path>
            </a:pathLst>
          </a:custGeom>
          <a:blipFill rotWithShape="1">
            <a:blip r:embed="rId4">
              <a:alphaModFix/>
            </a:blip>
            <a:stretch>
              <a:fillRect b="0" l="0" r="0" t="0"/>
            </a:stretch>
          </a:blipFill>
          <a:ln>
            <a:noFill/>
          </a:ln>
        </p:spPr>
      </p:sp>
      <p:sp>
        <p:nvSpPr>
          <p:cNvPr id="280" name="Google Shape;280;p11"/>
          <p:cNvSpPr txBox="1"/>
          <p:nvPr/>
        </p:nvSpPr>
        <p:spPr>
          <a:xfrm>
            <a:off x="1028700" y="2830407"/>
            <a:ext cx="16230600" cy="3787141"/>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Puede haber varias instancias de un solo programa y cada instancia de ese programa en ejecución es un proceso. </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Cada proceso tiene un espacio de direcciones de memoria independiente, lo que significa que un proceso se ejecuta de forma independiente y está aislado de otros procesos. No puede acceder directamente a datos compartidos en otros procesos. </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p:txBody>
      </p:sp>
      <p:sp>
        <p:nvSpPr>
          <p:cNvPr id="281" name="Google Shape;281;p11"/>
          <p:cNvSpPr txBox="1"/>
          <p:nvPr/>
        </p:nvSpPr>
        <p:spPr>
          <a:xfrm>
            <a:off x="1010734" y="6446098"/>
            <a:ext cx="7826706" cy="2510791"/>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Esta independencia de los procesos es valiosa porque el sistema operativo hace todo lo posible por aislar los procesos para que un problema con un proceso no corrompa ni cause estragos en otro proceso.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289" name="Shape 289"/>
        <p:cNvGrpSpPr/>
        <p:nvPr/>
      </p:nvGrpSpPr>
      <p:grpSpPr>
        <a:xfrm>
          <a:off x="0" y="0"/>
          <a:ext cx="0" cy="0"/>
          <a:chOff x="0" y="0"/>
          <a:chExt cx="0" cy="0"/>
        </a:xfrm>
      </p:grpSpPr>
      <p:grpSp>
        <p:nvGrpSpPr>
          <p:cNvPr id="290" name="Google Shape;290;p12"/>
          <p:cNvGrpSpPr/>
          <p:nvPr/>
        </p:nvGrpSpPr>
        <p:grpSpPr>
          <a:xfrm>
            <a:off x="9861970" y="831786"/>
            <a:ext cx="7186914" cy="3196692"/>
            <a:chOff x="0" y="0"/>
            <a:chExt cx="9582551" cy="4262255"/>
          </a:xfrm>
        </p:grpSpPr>
        <p:sp>
          <p:nvSpPr>
            <p:cNvPr id="291" name="Google Shape;291;p12"/>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87" l="0" r="-119988" t="-71054"/>
              </a:stretch>
            </a:blipFill>
            <a:ln>
              <a:noFill/>
            </a:ln>
          </p:spPr>
        </p:sp>
        <p:sp>
          <p:nvSpPr>
            <p:cNvPr id="292" name="Google Shape;292;p12"/>
            <p:cNvSpPr txBox="1"/>
            <p:nvPr/>
          </p:nvSpPr>
          <p:spPr>
            <a:xfrm>
              <a:off x="0" y="0"/>
              <a:ext cx="9582551"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7BA5C8"/>
                  </a:solidFill>
                  <a:latin typeface="Archivo Black"/>
                  <a:ea typeface="Archivo Black"/>
                  <a:cs typeface="Archivo Black"/>
                  <a:sym typeface="Archivo Black"/>
                </a:rPr>
                <a:t>Estructura Interna del Proceso</a:t>
              </a:r>
              <a:endParaRPr/>
            </a:p>
          </p:txBody>
        </p:sp>
      </p:grpSp>
      <p:sp>
        <p:nvSpPr>
          <p:cNvPr id="293" name="Google Shape;293;p12"/>
          <p:cNvSpPr/>
          <p:nvPr/>
        </p:nvSpPr>
        <p:spPr>
          <a:xfrm>
            <a:off x="0" y="0"/>
            <a:ext cx="9242629" cy="10287000"/>
          </a:xfrm>
          <a:custGeom>
            <a:rect b="b" l="l" r="r" t="t"/>
            <a:pathLst>
              <a:path extrusionOk="0" h="10287000" w="9242629">
                <a:moveTo>
                  <a:pt x="0" y="0"/>
                </a:moveTo>
                <a:lnTo>
                  <a:pt x="9242629" y="0"/>
                </a:lnTo>
                <a:lnTo>
                  <a:pt x="9242629" y="10287000"/>
                </a:lnTo>
                <a:lnTo>
                  <a:pt x="0" y="10287000"/>
                </a:lnTo>
                <a:lnTo>
                  <a:pt x="0" y="0"/>
                </a:lnTo>
                <a:close/>
              </a:path>
            </a:pathLst>
          </a:custGeom>
          <a:blipFill rotWithShape="1">
            <a:blip r:embed="rId4">
              <a:alphaModFix/>
            </a:blip>
            <a:stretch>
              <a:fillRect b="0" l="-45613" r="-21438" t="0"/>
            </a:stretch>
          </a:blipFill>
          <a:ln>
            <a:noFill/>
          </a:ln>
        </p:spPr>
      </p:sp>
      <p:sp>
        <p:nvSpPr>
          <p:cNvPr id="294" name="Google Shape;294;p12"/>
          <p:cNvSpPr txBox="1"/>
          <p:nvPr/>
        </p:nvSpPr>
        <p:spPr>
          <a:xfrm>
            <a:off x="9861970" y="4620093"/>
            <a:ext cx="7095483" cy="1295401"/>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Secciones de memoria: Pila (stack), Montón (heap), Código (text) y Datos (data)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02" name="Shape 302"/>
        <p:cNvGrpSpPr/>
        <p:nvPr/>
      </p:nvGrpSpPr>
      <p:grpSpPr>
        <a:xfrm>
          <a:off x="0" y="0"/>
          <a:ext cx="0" cy="0"/>
          <a:chOff x="0" y="0"/>
          <a:chExt cx="0" cy="0"/>
        </a:xfrm>
      </p:grpSpPr>
      <p:sp>
        <p:nvSpPr>
          <p:cNvPr id="303" name="Google Shape;303;p13"/>
          <p:cNvSpPr/>
          <p:nvPr/>
        </p:nvSpPr>
        <p:spPr>
          <a:xfrm>
            <a:off x="10268311" y="1653059"/>
            <a:ext cx="7099811" cy="7955627"/>
          </a:xfrm>
          <a:custGeom>
            <a:rect b="b" l="l" r="r" t="t"/>
            <a:pathLst>
              <a:path extrusionOk="0" h="7955627" w="7099811">
                <a:moveTo>
                  <a:pt x="0" y="0"/>
                </a:moveTo>
                <a:lnTo>
                  <a:pt x="7099811" y="0"/>
                </a:lnTo>
                <a:lnTo>
                  <a:pt x="7099811" y="7955627"/>
                </a:lnTo>
                <a:lnTo>
                  <a:pt x="0" y="7955627"/>
                </a:lnTo>
                <a:lnTo>
                  <a:pt x="0" y="0"/>
                </a:lnTo>
                <a:close/>
              </a:path>
            </a:pathLst>
          </a:custGeom>
          <a:blipFill rotWithShape="1">
            <a:blip r:embed="rId3">
              <a:alphaModFix/>
            </a:blip>
            <a:stretch>
              <a:fillRect b="0" l="-28215" r="-4332" t="0"/>
            </a:stretch>
          </a:blipFill>
          <a:ln>
            <a:noFill/>
          </a:ln>
        </p:spPr>
      </p:sp>
      <p:sp>
        <p:nvSpPr>
          <p:cNvPr id="304" name="Google Shape;304;p13"/>
          <p:cNvSpPr/>
          <p:nvPr/>
        </p:nvSpPr>
        <p:spPr>
          <a:xfrm>
            <a:off x="888167" y="7192370"/>
            <a:ext cx="2765765" cy="2412313"/>
          </a:xfrm>
          <a:custGeom>
            <a:rect b="b" l="l" r="r" t="t"/>
            <a:pathLst>
              <a:path extrusionOk="0" h="2412313" w="2765765">
                <a:moveTo>
                  <a:pt x="0" y="0"/>
                </a:moveTo>
                <a:lnTo>
                  <a:pt x="2765765" y="0"/>
                </a:lnTo>
                <a:lnTo>
                  <a:pt x="2765765" y="2412313"/>
                </a:lnTo>
                <a:lnTo>
                  <a:pt x="0" y="2412313"/>
                </a:lnTo>
                <a:lnTo>
                  <a:pt x="0" y="0"/>
                </a:lnTo>
                <a:close/>
              </a:path>
            </a:pathLst>
          </a:custGeom>
          <a:blipFill rotWithShape="1">
            <a:blip r:embed="rId4">
              <a:alphaModFix/>
            </a:blip>
            <a:stretch>
              <a:fillRect b="0" l="0" r="0" t="0"/>
            </a:stretch>
          </a:blipFill>
          <a:ln>
            <a:noFill/>
          </a:ln>
        </p:spPr>
      </p:sp>
      <p:sp>
        <p:nvSpPr>
          <p:cNvPr id="305" name="Google Shape;305;p13"/>
          <p:cNvSpPr/>
          <p:nvPr/>
        </p:nvSpPr>
        <p:spPr>
          <a:xfrm>
            <a:off x="3929125" y="7199035"/>
            <a:ext cx="2827534" cy="2405648"/>
          </a:xfrm>
          <a:custGeom>
            <a:rect b="b" l="l" r="r" t="t"/>
            <a:pathLst>
              <a:path extrusionOk="0" h="2405648" w="2827534">
                <a:moveTo>
                  <a:pt x="0" y="0"/>
                </a:moveTo>
                <a:lnTo>
                  <a:pt x="2827534" y="0"/>
                </a:lnTo>
                <a:lnTo>
                  <a:pt x="2827534" y="2405648"/>
                </a:lnTo>
                <a:lnTo>
                  <a:pt x="0" y="2405648"/>
                </a:lnTo>
                <a:lnTo>
                  <a:pt x="0" y="0"/>
                </a:lnTo>
                <a:close/>
              </a:path>
            </a:pathLst>
          </a:custGeom>
          <a:blipFill rotWithShape="1">
            <a:blip r:embed="rId5">
              <a:alphaModFix/>
            </a:blip>
            <a:stretch>
              <a:fillRect b="0" l="0" r="0" t="0"/>
            </a:stretch>
          </a:blipFill>
          <a:ln>
            <a:noFill/>
          </a:ln>
        </p:spPr>
      </p:sp>
      <p:sp>
        <p:nvSpPr>
          <p:cNvPr id="306" name="Google Shape;306;p13"/>
          <p:cNvSpPr/>
          <p:nvPr/>
        </p:nvSpPr>
        <p:spPr>
          <a:xfrm>
            <a:off x="7032884" y="7199035"/>
            <a:ext cx="2818669" cy="2409651"/>
          </a:xfrm>
          <a:custGeom>
            <a:rect b="b" l="l" r="r" t="t"/>
            <a:pathLst>
              <a:path extrusionOk="0" h="2409651" w="2818669">
                <a:moveTo>
                  <a:pt x="0" y="0"/>
                </a:moveTo>
                <a:lnTo>
                  <a:pt x="2818669" y="0"/>
                </a:lnTo>
                <a:lnTo>
                  <a:pt x="2818669" y="2409651"/>
                </a:lnTo>
                <a:lnTo>
                  <a:pt x="0" y="2409651"/>
                </a:lnTo>
                <a:lnTo>
                  <a:pt x="0" y="0"/>
                </a:lnTo>
                <a:close/>
              </a:path>
            </a:pathLst>
          </a:custGeom>
          <a:blipFill rotWithShape="1">
            <a:blip r:embed="rId6">
              <a:alphaModFix/>
            </a:blip>
            <a:stretch>
              <a:fillRect b="0" l="0" r="0" t="0"/>
            </a:stretch>
          </a:blipFill>
          <a:ln>
            <a:noFill/>
          </a:ln>
        </p:spPr>
      </p:sp>
      <p:sp>
        <p:nvSpPr>
          <p:cNvPr id="307" name="Google Shape;307;p13"/>
          <p:cNvSpPr txBox="1"/>
          <p:nvPr/>
        </p:nvSpPr>
        <p:spPr>
          <a:xfrm>
            <a:off x="861199" y="1481609"/>
            <a:ext cx="8963386" cy="4425316"/>
          </a:xfrm>
          <a:prstGeom prst="rect">
            <a:avLst/>
          </a:prstGeom>
          <a:noFill/>
          <a:ln>
            <a:noFill/>
          </a:ln>
        </p:spPr>
        <p:txBody>
          <a:bodyPr anchorCtr="0" anchor="t" bIns="0" lIns="0" spcFirstLastPara="1" rIns="0" wrap="square" tIns="0">
            <a:spAutoFit/>
          </a:bodyPr>
          <a:lstStyle/>
          <a:p>
            <a:pPr indent="-302259" lvl="1" marL="604518" marR="0" rtl="0" algn="l">
              <a:lnSpc>
                <a:spcPct val="180028"/>
              </a:lnSpc>
              <a:spcBef>
                <a:spcPts val="0"/>
              </a:spcBef>
              <a:spcAft>
                <a:spcPts val="0"/>
              </a:spcAft>
              <a:buClr>
                <a:srgbClr val="FFFFFF"/>
              </a:buClr>
              <a:buSzPts val="2799"/>
              <a:buFont typeface="Arial"/>
              <a:buChar char="•"/>
            </a:pPr>
            <a:r>
              <a:rPr b="1" i="0" lang="en-US" sz="2799" u="none" cap="none" strike="noStrike">
                <a:solidFill>
                  <a:srgbClr val="FFFFFF"/>
                </a:solidFill>
                <a:latin typeface="Archivo Narrow"/>
                <a:ea typeface="Archivo Narrow"/>
                <a:cs typeface="Archivo Narrow"/>
                <a:sym typeface="Archivo Narrow"/>
              </a:rPr>
              <a:t>Stack (Pila):</a:t>
            </a:r>
            <a:r>
              <a:rPr b="0" i="0" lang="en-US" sz="2799" u="none" cap="none" strike="noStrike">
                <a:solidFill>
                  <a:srgbClr val="FFFFFF"/>
                </a:solidFill>
                <a:latin typeface="Archivo Narrow"/>
                <a:ea typeface="Archivo Narrow"/>
                <a:cs typeface="Archivo Narrow"/>
                <a:sym typeface="Archivo Narrow"/>
              </a:rPr>
              <a:t> Datos temporales, parámetros de funciones, direcciones de retorno.</a:t>
            </a:r>
            <a:endParaRPr/>
          </a:p>
          <a:p>
            <a:pPr indent="-302259" lvl="1" marL="604518" marR="0" rtl="0" algn="l">
              <a:lnSpc>
                <a:spcPct val="180028"/>
              </a:lnSpc>
              <a:spcBef>
                <a:spcPts val="0"/>
              </a:spcBef>
              <a:spcAft>
                <a:spcPts val="0"/>
              </a:spcAft>
              <a:buClr>
                <a:srgbClr val="FFFFFF"/>
              </a:buClr>
              <a:buSzPts val="2799"/>
              <a:buFont typeface="Arial"/>
              <a:buChar char="•"/>
            </a:pPr>
            <a:r>
              <a:rPr b="1" i="0" lang="en-US" sz="2799" u="none" cap="none" strike="noStrike">
                <a:solidFill>
                  <a:srgbClr val="FFFFFF"/>
                </a:solidFill>
                <a:latin typeface="Archivo Narrow"/>
                <a:ea typeface="Archivo Narrow"/>
                <a:cs typeface="Archivo Narrow"/>
                <a:sym typeface="Archivo Narrow"/>
              </a:rPr>
              <a:t>Heap (Montón):</a:t>
            </a:r>
            <a:r>
              <a:rPr b="0" i="0" lang="en-US" sz="2799" u="none" cap="none" strike="noStrike">
                <a:solidFill>
                  <a:srgbClr val="FFFFFF"/>
                </a:solidFill>
                <a:latin typeface="Archivo Narrow"/>
                <a:ea typeface="Archivo Narrow"/>
                <a:cs typeface="Archivo Narrow"/>
                <a:sym typeface="Archivo Narrow"/>
              </a:rPr>
              <a:t> Memoria asignada dinámicamente durante el tiempo de ejecución.</a:t>
            </a:r>
            <a:endParaRPr/>
          </a:p>
          <a:p>
            <a:pPr indent="-302259" lvl="1" marL="604518" marR="0" rtl="0" algn="l">
              <a:lnSpc>
                <a:spcPct val="180028"/>
              </a:lnSpc>
              <a:spcBef>
                <a:spcPts val="0"/>
              </a:spcBef>
              <a:spcAft>
                <a:spcPts val="0"/>
              </a:spcAft>
              <a:buClr>
                <a:srgbClr val="FFFFFF"/>
              </a:buClr>
              <a:buSzPts val="2799"/>
              <a:buFont typeface="Arial"/>
              <a:buChar char="•"/>
            </a:pPr>
            <a:r>
              <a:rPr b="1" i="0" lang="en-US" sz="2799" u="none" cap="none" strike="noStrike">
                <a:solidFill>
                  <a:srgbClr val="FFFFFF"/>
                </a:solidFill>
                <a:latin typeface="Archivo Narrow"/>
                <a:ea typeface="Archivo Narrow"/>
                <a:cs typeface="Archivo Narrow"/>
                <a:sym typeface="Archivo Narrow"/>
              </a:rPr>
              <a:t>Data (Datos):</a:t>
            </a:r>
            <a:r>
              <a:rPr b="0" i="0" lang="en-US" sz="2799" u="none" cap="none" strike="noStrike">
                <a:solidFill>
                  <a:srgbClr val="FFFFFF"/>
                </a:solidFill>
                <a:latin typeface="Archivo Narrow"/>
                <a:ea typeface="Archivo Narrow"/>
                <a:cs typeface="Archivo Narrow"/>
                <a:sym typeface="Archivo Narrow"/>
              </a:rPr>
              <a:t> Variables globales y estáticas.</a:t>
            </a:r>
            <a:endParaRPr/>
          </a:p>
          <a:p>
            <a:pPr indent="-302259" lvl="1" marL="604518" marR="0" rtl="0" algn="l">
              <a:lnSpc>
                <a:spcPct val="180028"/>
              </a:lnSpc>
              <a:spcBef>
                <a:spcPts val="0"/>
              </a:spcBef>
              <a:spcAft>
                <a:spcPts val="0"/>
              </a:spcAft>
              <a:buClr>
                <a:srgbClr val="FFFFFF"/>
              </a:buClr>
              <a:buSzPts val="2799"/>
              <a:buFont typeface="Arial"/>
              <a:buChar char="•"/>
            </a:pPr>
            <a:r>
              <a:rPr b="1" i="0" lang="en-US" sz="2799" u="none" cap="none" strike="noStrike">
                <a:solidFill>
                  <a:srgbClr val="FFFFFF"/>
                </a:solidFill>
                <a:latin typeface="Archivo Narrow"/>
                <a:ea typeface="Archivo Narrow"/>
                <a:cs typeface="Archivo Narrow"/>
                <a:sym typeface="Archivo Narrow"/>
              </a:rPr>
              <a:t>Text (Texto):</a:t>
            </a:r>
            <a:r>
              <a:rPr b="0" i="0" lang="en-US" sz="2799" u="none" cap="none" strike="noStrike">
                <a:solidFill>
                  <a:srgbClr val="FFFFFF"/>
                </a:solidFill>
                <a:latin typeface="Archivo Narrow"/>
                <a:ea typeface="Archivo Narrow"/>
                <a:cs typeface="Archivo Narrow"/>
                <a:sym typeface="Archivo Narrow"/>
              </a:rPr>
              <a:t> El código ejecutable o actividad actual del programa.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15" name="Shape 315"/>
        <p:cNvGrpSpPr/>
        <p:nvPr/>
      </p:nvGrpSpPr>
      <p:grpSpPr>
        <a:xfrm>
          <a:off x="0" y="0"/>
          <a:ext cx="0" cy="0"/>
          <a:chOff x="0" y="0"/>
          <a:chExt cx="0" cy="0"/>
        </a:xfrm>
      </p:grpSpPr>
      <p:grpSp>
        <p:nvGrpSpPr>
          <p:cNvPr id="316" name="Google Shape;316;p14"/>
          <p:cNvGrpSpPr/>
          <p:nvPr/>
        </p:nvGrpSpPr>
        <p:grpSpPr>
          <a:xfrm>
            <a:off x="9861970" y="831786"/>
            <a:ext cx="7186914" cy="2225142"/>
            <a:chOff x="0" y="0"/>
            <a:chExt cx="9582551" cy="2966855"/>
          </a:xfrm>
        </p:grpSpPr>
        <p:sp>
          <p:nvSpPr>
            <p:cNvPr id="317" name="Google Shape;317;p14"/>
            <p:cNvSpPr/>
            <p:nvPr/>
          </p:nvSpPr>
          <p:spPr>
            <a:xfrm>
              <a:off x="0" y="0"/>
              <a:ext cx="9582551" cy="2966848"/>
            </a:xfrm>
            <a:custGeom>
              <a:rect b="b" l="l" r="r" t="t"/>
              <a:pathLst>
                <a:path extrusionOk="0" h="2966848" w="9582551">
                  <a:moveTo>
                    <a:pt x="0" y="0"/>
                  </a:moveTo>
                  <a:lnTo>
                    <a:pt x="9582551" y="0"/>
                  </a:lnTo>
                  <a:lnTo>
                    <a:pt x="9582551" y="2966848"/>
                  </a:lnTo>
                  <a:lnTo>
                    <a:pt x="0" y="2966848"/>
                  </a:lnTo>
                  <a:close/>
                </a:path>
              </a:pathLst>
            </a:custGeom>
            <a:blipFill rotWithShape="1">
              <a:blip r:embed="rId3">
                <a:alphaModFix amt="0"/>
              </a:blip>
              <a:stretch>
                <a:fillRect b="-74817" l="0" r="-119988" t="-102077"/>
              </a:stretch>
            </a:blipFill>
            <a:ln>
              <a:noFill/>
            </a:ln>
          </p:spPr>
        </p:sp>
        <p:sp>
          <p:nvSpPr>
            <p:cNvPr id="318" name="Google Shape;318;p14"/>
            <p:cNvSpPr txBox="1"/>
            <p:nvPr/>
          </p:nvSpPr>
          <p:spPr>
            <a:xfrm>
              <a:off x="0" y="0"/>
              <a:ext cx="9582551"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Ciclo de Vida y Estados</a:t>
              </a:r>
              <a:endParaRPr/>
            </a:p>
          </p:txBody>
        </p:sp>
      </p:grpSp>
      <p:sp>
        <p:nvSpPr>
          <p:cNvPr id="319" name="Google Shape;319;p14"/>
          <p:cNvSpPr/>
          <p:nvPr/>
        </p:nvSpPr>
        <p:spPr>
          <a:xfrm>
            <a:off x="0" y="0"/>
            <a:ext cx="9031573" cy="10287000"/>
          </a:xfrm>
          <a:custGeom>
            <a:rect b="b" l="l" r="r" t="t"/>
            <a:pathLst>
              <a:path extrusionOk="0" h="10287000" w="9031573">
                <a:moveTo>
                  <a:pt x="0" y="0"/>
                </a:moveTo>
                <a:lnTo>
                  <a:pt x="9031573" y="0"/>
                </a:lnTo>
                <a:lnTo>
                  <a:pt x="9031573" y="10287000"/>
                </a:lnTo>
                <a:lnTo>
                  <a:pt x="0" y="10287000"/>
                </a:lnTo>
                <a:lnTo>
                  <a:pt x="0" y="0"/>
                </a:lnTo>
                <a:close/>
              </a:path>
            </a:pathLst>
          </a:custGeom>
          <a:blipFill rotWithShape="1">
            <a:blip r:embed="rId4">
              <a:alphaModFix/>
            </a:blip>
            <a:stretch>
              <a:fillRect b="0" l="-21317" r="-9978" t="0"/>
            </a:stretch>
          </a:blipFill>
          <a:ln>
            <a:noFill/>
          </a:ln>
        </p:spPr>
      </p:sp>
      <p:sp>
        <p:nvSpPr>
          <p:cNvPr id="320" name="Google Shape;320;p14"/>
          <p:cNvSpPr txBox="1"/>
          <p:nvPr/>
        </p:nvSpPr>
        <p:spPr>
          <a:xfrm>
            <a:off x="9861970" y="4620093"/>
            <a:ext cx="7095483" cy="3324226"/>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Estados del proceso: Nuevo, Listo, Ejecución (Modo usuario/kernel), Espera, Detenido y Zombi</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Gestión de transiciones de estado por el sistema operativo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28" name="Shape 328"/>
        <p:cNvGrpSpPr/>
        <p:nvPr/>
      </p:nvGrpSpPr>
      <p:grpSpPr>
        <a:xfrm>
          <a:off x="0" y="0"/>
          <a:ext cx="0" cy="0"/>
          <a:chOff x="0" y="0"/>
          <a:chExt cx="0" cy="0"/>
        </a:xfrm>
      </p:grpSpPr>
      <p:sp>
        <p:nvSpPr>
          <p:cNvPr id="329" name="Google Shape;329;p15"/>
          <p:cNvSpPr/>
          <p:nvPr/>
        </p:nvSpPr>
        <p:spPr>
          <a:xfrm>
            <a:off x="1855139" y="7156527"/>
            <a:ext cx="14577722" cy="2101773"/>
          </a:xfrm>
          <a:custGeom>
            <a:rect b="b" l="l" r="r" t="t"/>
            <a:pathLst>
              <a:path extrusionOk="0" h="2101773" w="14577722">
                <a:moveTo>
                  <a:pt x="0" y="0"/>
                </a:moveTo>
                <a:lnTo>
                  <a:pt x="14577722" y="0"/>
                </a:lnTo>
                <a:lnTo>
                  <a:pt x="14577722" y="2101773"/>
                </a:lnTo>
                <a:lnTo>
                  <a:pt x="0" y="2101773"/>
                </a:lnTo>
                <a:lnTo>
                  <a:pt x="0" y="0"/>
                </a:lnTo>
                <a:close/>
              </a:path>
            </a:pathLst>
          </a:custGeom>
          <a:blipFill rotWithShape="1">
            <a:blip r:embed="rId3">
              <a:alphaModFix/>
            </a:blip>
            <a:stretch>
              <a:fillRect b="0" l="-771" r="0" t="-12704"/>
            </a:stretch>
          </a:blipFill>
          <a:ln>
            <a:noFill/>
          </a:ln>
        </p:spPr>
      </p:sp>
      <p:sp>
        <p:nvSpPr>
          <p:cNvPr id="330" name="Google Shape;330;p15"/>
          <p:cNvSpPr txBox="1"/>
          <p:nvPr/>
        </p:nvSpPr>
        <p:spPr>
          <a:xfrm>
            <a:off x="1028700" y="885825"/>
            <a:ext cx="16230600" cy="5389245"/>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2400" u="none" cap="none" strike="noStrike">
                <a:solidFill>
                  <a:srgbClr val="FFFFFF"/>
                </a:solidFill>
                <a:latin typeface="Archivo Narrow"/>
                <a:ea typeface="Archivo Narrow"/>
                <a:cs typeface="Archivo Narrow"/>
                <a:sym typeface="Archivo Narrow"/>
              </a:rPr>
              <a:t>La vida de un proceso puede dividirse en un conjunto de estados, cada uno con ciertas características que describen su situación actual. Es fundamental comprender los siguientes estados:</a:t>
            </a:r>
            <a:endParaRPr/>
          </a:p>
          <a:p>
            <a:pPr indent="0" lvl="0" marL="0" marR="0" rtl="0" algn="l">
              <a:lnSpc>
                <a:spcPct val="180000"/>
              </a:lnSpc>
              <a:spcBef>
                <a:spcPts val="0"/>
              </a:spcBef>
              <a:spcAft>
                <a:spcPts val="0"/>
              </a:spcAft>
              <a:buNone/>
            </a:pPr>
            <a:r>
              <a:t/>
            </a:r>
            <a:endParaRPr b="0" i="0" sz="2400" u="none" cap="none" strike="noStrike">
              <a:solidFill>
                <a:srgbClr val="FFFFFF"/>
              </a:solidFill>
              <a:latin typeface="Archivo Narrow"/>
              <a:ea typeface="Archivo Narrow"/>
              <a:cs typeface="Archivo Narrow"/>
              <a:sym typeface="Archivo Narrow"/>
            </a:endParaRPr>
          </a:p>
          <a:p>
            <a:pPr indent="-259080" lvl="1" marL="518160" marR="0" rtl="0" algn="l">
              <a:lnSpc>
                <a:spcPct val="180000"/>
              </a:lnSpc>
              <a:spcBef>
                <a:spcPts val="0"/>
              </a:spcBef>
              <a:spcAft>
                <a:spcPts val="0"/>
              </a:spcAft>
              <a:buClr>
                <a:srgbClr val="FFFFFF"/>
              </a:buClr>
              <a:buSzPts val="2400"/>
              <a:buFont typeface="Archivo Narrow"/>
              <a:buAutoNum type="arabicPeriod"/>
            </a:pPr>
            <a:r>
              <a:rPr b="0" i="0" lang="en-US" sz="2400" u="none" cap="none" strike="noStrike">
                <a:solidFill>
                  <a:srgbClr val="FFFFFF"/>
                </a:solidFill>
                <a:latin typeface="Archivo Narrow"/>
                <a:ea typeface="Archivo Narrow"/>
                <a:cs typeface="Archivo Narrow"/>
                <a:sym typeface="Archivo Narrow"/>
              </a:rPr>
              <a:t>El proceso se está ejecutando actualmente en modo usuario. Está realizando tareas normales en nombre de una aplicación o del usuario.</a:t>
            </a:r>
            <a:endParaRPr/>
          </a:p>
          <a:p>
            <a:pPr indent="-259080" lvl="1" marL="518160" marR="0" rtl="0" algn="l">
              <a:lnSpc>
                <a:spcPct val="180000"/>
              </a:lnSpc>
              <a:spcBef>
                <a:spcPts val="0"/>
              </a:spcBef>
              <a:spcAft>
                <a:spcPts val="0"/>
              </a:spcAft>
              <a:buClr>
                <a:srgbClr val="FFFFFF"/>
              </a:buClr>
              <a:buSzPts val="2400"/>
              <a:buFont typeface="Archivo Narrow"/>
              <a:buAutoNum type="arabicPeriod"/>
            </a:pPr>
            <a:r>
              <a:rPr b="0" i="0" lang="en-US" sz="2400" u="none" cap="none" strike="noStrike">
                <a:solidFill>
                  <a:srgbClr val="FFFFFF"/>
                </a:solidFill>
                <a:latin typeface="Archivo Narrow"/>
                <a:ea typeface="Archivo Narrow"/>
                <a:cs typeface="Archivo Narrow"/>
                <a:sym typeface="Archivo Narrow"/>
              </a:rPr>
              <a:t>El proceso se está ejecutando actualmente en modo kernel. Está ejecutando código privilegiado del sistema operativo, por ejemplo, atendiendo una llamada al sistema.</a:t>
            </a:r>
            <a:endParaRPr/>
          </a:p>
          <a:p>
            <a:pPr indent="-259080" lvl="1" marL="518160" marR="0" rtl="0" algn="l">
              <a:lnSpc>
                <a:spcPct val="180000"/>
              </a:lnSpc>
              <a:spcBef>
                <a:spcPts val="0"/>
              </a:spcBef>
              <a:spcAft>
                <a:spcPts val="0"/>
              </a:spcAft>
              <a:buClr>
                <a:srgbClr val="FFFFFF"/>
              </a:buClr>
              <a:buSzPts val="2400"/>
              <a:buFont typeface="Archivo Narrow"/>
              <a:buAutoNum type="arabicPeriod"/>
            </a:pPr>
            <a:r>
              <a:rPr b="0" i="0" lang="en-US" sz="2400" u="none" cap="none" strike="noStrike">
                <a:solidFill>
                  <a:srgbClr val="FFFFFF"/>
                </a:solidFill>
                <a:latin typeface="Archivo Narrow"/>
                <a:ea typeface="Archivo Narrow"/>
                <a:cs typeface="Archivo Narrow"/>
                <a:sym typeface="Archivo Narrow"/>
              </a:rPr>
              <a:t>El proceso no se está ejecutando, pero está listo para ejecutarse tan pronto como el planificador lo seleccione. Puede haber muchos procesos en este estado, y el algoritmo de planificación decide cuál se ejecutará a continuación.</a:t>
            </a:r>
            <a:endParaRPr/>
          </a:p>
          <a:p>
            <a:pPr indent="-259080" lvl="1" marL="518160" marR="0" rtl="0" algn="l">
              <a:lnSpc>
                <a:spcPct val="180000"/>
              </a:lnSpc>
              <a:spcBef>
                <a:spcPts val="0"/>
              </a:spcBef>
              <a:spcAft>
                <a:spcPts val="0"/>
              </a:spcAft>
              <a:buClr>
                <a:srgbClr val="FFFFFF"/>
              </a:buClr>
              <a:buSzPts val="2400"/>
              <a:buFont typeface="Archivo Narrow"/>
              <a:buAutoNum type="arabicPeriod"/>
            </a:pPr>
            <a:r>
              <a:rPr b="0" i="0" lang="en-US" sz="2400" u="none" cap="none" strike="noStrike">
                <a:solidFill>
                  <a:srgbClr val="FFFFFF"/>
                </a:solidFill>
                <a:latin typeface="Archivo Narrow"/>
                <a:ea typeface="Archivo Narrow"/>
                <a:cs typeface="Archivo Narrow"/>
                <a:sym typeface="Archivo Narrow"/>
              </a:rPr>
              <a:t>El proceso está durmiendo. Un proceso se pone a dormir cuando no puede continuar ejecutándose, por ejemplo, cuando espera que una operación de E/S finalice.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38" name="Shape 338"/>
        <p:cNvGrpSpPr/>
        <p:nvPr/>
      </p:nvGrpSpPr>
      <p:grpSpPr>
        <a:xfrm>
          <a:off x="0" y="0"/>
          <a:ext cx="0" cy="0"/>
          <a:chOff x="0" y="0"/>
          <a:chExt cx="0" cy="0"/>
        </a:xfrm>
      </p:grpSpPr>
      <p:sp>
        <p:nvSpPr>
          <p:cNvPr id="339" name="Google Shape;339;p16"/>
          <p:cNvSpPr/>
          <p:nvPr/>
        </p:nvSpPr>
        <p:spPr>
          <a:xfrm>
            <a:off x="9375996" y="854615"/>
            <a:ext cx="7321647" cy="8403685"/>
          </a:xfrm>
          <a:custGeom>
            <a:rect b="b" l="l" r="r" t="t"/>
            <a:pathLst>
              <a:path extrusionOk="0" h="8403685" w="7321647">
                <a:moveTo>
                  <a:pt x="0" y="0"/>
                </a:moveTo>
                <a:lnTo>
                  <a:pt x="7321647" y="0"/>
                </a:lnTo>
                <a:lnTo>
                  <a:pt x="7321647" y="8403685"/>
                </a:lnTo>
                <a:lnTo>
                  <a:pt x="0" y="8403685"/>
                </a:lnTo>
                <a:lnTo>
                  <a:pt x="0" y="0"/>
                </a:lnTo>
                <a:close/>
              </a:path>
            </a:pathLst>
          </a:custGeom>
          <a:blipFill rotWithShape="1">
            <a:blip r:embed="rId3">
              <a:alphaModFix/>
            </a:blip>
            <a:stretch>
              <a:fillRect b="-386" l="0" r="0" t="-386"/>
            </a:stretch>
          </a:blipFill>
          <a:ln>
            <a:noFill/>
          </a:ln>
        </p:spPr>
      </p:sp>
      <p:sp>
        <p:nvSpPr>
          <p:cNvPr id="340" name="Google Shape;340;p16"/>
          <p:cNvSpPr/>
          <p:nvPr/>
        </p:nvSpPr>
        <p:spPr>
          <a:xfrm>
            <a:off x="1430203" y="2077170"/>
            <a:ext cx="5971678" cy="6132661"/>
          </a:xfrm>
          <a:custGeom>
            <a:rect b="b" l="l" r="r" t="t"/>
            <a:pathLst>
              <a:path extrusionOk="0" h="6132661" w="5971678">
                <a:moveTo>
                  <a:pt x="0" y="0"/>
                </a:moveTo>
                <a:lnTo>
                  <a:pt x="5971678" y="0"/>
                </a:lnTo>
                <a:lnTo>
                  <a:pt x="5971678" y="6132660"/>
                </a:lnTo>
                <a:lnTo>
                  <a:pt x="0" y="6132660"/>
                </a:lnTo>
                <a:lnTo>
                  <a:pt x="0" y="0"/>
                </a:lnTo>
                <a:close/>
              </a:path>
            </a:pathLst>
          </a:custGeom>
          <a:blipFill rotWithShape="1">
            <a:blip r:embed="rId4">
              <a:alphaModFix/>
            </a:blip>
            <a:stretch>
              <a:fillRect b="0" l="0" r="0" t="0"/>
            </a:stretch>
          </a:blipFill>
          <a:ln>
            <a:noFill/>
          </a:ln>
        </p:spPr>
      </p:sp>
      <p:sp>
        <p:nvSpPr>
          <p:cNvPr id="341" name="Google Shape;341;p16"/>
          <p:cNvSpPr txBox="1"/>
          <p:nvPr/>
        </p:nvSpPr>
        <p:spPr>
          <a:xfrm rot="-432506">
            <a:off x="2576257" y="3759646"/>
            <a:ext cx="4039514" cy="3793378"/>
          </a:xfrm>
          <a:prstGeom prst="rect">
            <a:avLst/>
          </a:prstGeom>
          <a:noFill/>
          <a:ln>
            <a:noFill/>
          </a:ln>
        </p:spPr>
        <p:txBody>
          <a:bodyPr anchorCtr="0" anchor="t" bIns="0" lIns="0" spcFirstLastPara="1" rIns="0" wrap="square" tIns="0">
            <a:spAutoFit/>
          </a:bodyPr>
          <a:lstStyle/>
          <a:p>
            <a:pPr indent="0" lvl="0" marL="0" marR="0" rtl="0" algn="ctr">
              <a:lnSpc>
                <a:spcPct val="179980"/>
              </a:lnSpc>
              <a:spcBef>
                <a:spcPts val="0"/>
              </a:spcBef>
              <a:spcAft>
                <a:spcPts val="0"/>
              </a:spcAft>
              <a:buNone/>
            </a:pPr>
            <a:r>
              <a:rPr b="0" i="0" lang="en-US" sz="2093" u="none" cap="none" strike="noStrike">
                <a:solidFill>
                  <a:srgbClr val="000000"/>
                </a:solidFill>
                <a:latin typeface="Arial"/>
                <a:ea typeface="Arial"/>
                <a:cs typeface="Arial"/>
                <a:sym typeface="Arial"/>
              </a:rPr>
              <a:t>Dado que un procesador solo puede ejecutar un proceso a la vez, a lo sumo uno puede estar en los estados 1 (modo usuario) o 2 (modo kernel) simultáneamente. Estos dos estados corresponden a los dos modos de ejecución del procesador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49" name="Shape 349"/>
        <p:cNvGrpSpPr/>
        <p:nvPr/>
      </p:nvGrpSpPr>
      <p:grpSpPr>
        <a:xfrm>
          <a:off x="0" y="0"/>
          <a:ext cx="0" cy="0"/>
          <a:chOff x="0" y="0"/>
          <a:chExt cx="0" cy="0"/>
        </a:xfrm>
      </p:grpSpPr>
      <p:grpSp>
        <p:nvGrpSpPr>
          <p:cNvPr id="350" name="Google Shape;350;p17"/>
          <p:cNvGrpSpPr/>
          <p:nvPr/>
        </p:nvGrpSpPr>
        <p:grpSpPr>
          <a:xfrm>
            <a:off x="9861970" y="831786"/>
            <a:ext cx="7186914" cy="3196692"/>
            <a:chOff x="0" y="0"/>
            <a:chExt cx="9582551" cy="4262255"/>
          </a:xfrm>
        </p:grpSpPr>
        <p:sp>
          <p:nvSpPr>
            <p:cNvPr id="351" name="Google Shape;351;p17"/>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87" l="0" r="-119988" t="-71054"/>
              </a:stretch>
            </a:blipFill>
            <a:ln>
              <a:noFill/>
            </a:ln>
          </p:spPr>
        </p:sp>
        <p:sp>
          <p:nvSpPr>
            <p:cNvPr id="352" name="Google Shape;352;p17"/>
            <p:cNvSpPr txBox="1"/>
            <p:nvPr/>
          </p:nvSpPr>
          <p:spPr>
            <a:xfrm>
              <a:off x="0" y="0"/>
              <a:ext cx="9582551"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Bloque de Control de Procesos (PCB)</a:t>
              </a:r>
              <a:endParaRPr/>
            </a:p>
          </p:txBody>
        </p:sp>
      </p:grpSp>
      <p:sp>
        <p:nvSpPr>
          <p:cNvPr id="353" name="Google Shape;353;p17"/>
          <p:cNvSpPr/>
          <p:nvPr/>
        </p:nvSpPr>
        <p:spPr>
          <a:xfrm>
            <a:off x="0" y="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4">
              <a:alphaModFix/>
            </a:blip>
            <a:stretch>
              <a:fillRect b="0" l="0" r="-63439" t="0"/>
            </a:stretch>
          </a:blipFill>
          <a:ln>
            <a:noFill/>
          </a:ln>
        </p:spPr>
      </p:sp>
      <p:sp>
        <p:nvSpPr>
          <p:cNvPr id="354" name="Google Shape;354;p17"/>
          <p:cNvSpPr txBox="1"/>
          <p:nvPr/>
        </p:nvSpPr>
        <p:spPr>
          <a:xfrm>
            <a:off x="9861970" y="4620093"/>
            <a:ext cx="7095483" cy="1971676"/>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La estructura task_struct en el kernel de Linux</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Almacenamiento de registros, información de memoria y recursos asociados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62" name="Shape 362"/>
        <p:cNvGrpSpPr/>
        <p:nvPr/>
      </p:nvGrpSpPr>
      <p:grpSpPr>
        <a:xfrm>
          <a:off x="0" y="0"/>
          <a:ext cx="0" cy="0"/>
          <a:chOff x="0" y="0"/>
          <a:chExt cx="0" cy="0"/>
        </a:xfrm>
      </p:grpSpPr>
      <p:grpSp>
        <p:nvGrpSpPr>
          <p:cNvPr id="363" name="Google Shape;363;p18"/>
          <p:cNvGrpSpPr/>
          <p:nvPr/>
        </p:nvGrpSpPr>
        <p:grpSpPr>
          <a:xfrm>
            <a:off x="1028700" y="846982"/>
            <a:ext cx="14256233" cy="2225142"/>
            <a:chOff x="0" y="0"/>
            <a:chExt cx="19008311" cy="2966855"/>
          </a:xfrm>
        </p:grpSpPr>
        <p:sp>
          <p:nvSpPr>
            <p:cNvPr id="364" name="Google Shape;364;p18"/>
            <p:cNvSpPr/>
            <p:nvPr/>
          </p:nvSpPr>
          <p:spPr>
            <a:xfrm>
              <a:off x="0" y="0"/>
              <a:ext cx="19008311" cy="2966848"/>
            </a:xfrm>
            <a:custGeom>
              <a:rect b="b" l="l" r="r" t="t"/>
              <a:pathLst>
                <a:path extrusionOk="0" h="2966848" w="19008311">
                  <a:moveTo>
                    <a:pt x="0" y="0"/>
                  </a:moveTo>
                  <a:lnTo>
                    <a:pt x="19008311" y="0"/>
                  </a:lnTo>
                  <a:lnTo>
                    <a:pt x="19008311" y="2966848"/>
                  </a:lnTo>
                  <a:lnTo>
                    <a:pt x="0" y="2966848"/>
                  </a:lnTo>
                  <a:close/>
                </a:path>
              </a:pathLst>
            </a:custGeom>
            <a:blipFill rotWithShape="1">
              <a:blip r:embed="rId3">
                <a:alphaModFix amt="0"/>
              </a:blip>
              <a:stretch>
                <a:fillRect b="-74817" l="0" r="-10902" t="-102077"/>
              </a:stretch>
            </a:blipFill>
            <a:ln>
              <a:noFill/>
            </a:ln>
          </p:spPr>
        </p:sp>
        <p:sp>
          <p:nvSpPr>
            <p:cNvPr id="365" name="Google Shape;365;p18"/>
            <p:cNvSpPr txBox="1"/>
            <p:nvPr/>
          </p:nvSpPr>
          <p:spPr>
            <a:xfrm>
              <a:off x="0" y="0"/>
              <a:ext cx="19008311"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La estructura task_struct en el kernel de Linux</a:t>
              </a:r>
              <a:endParaRPr/>
            </a:p>
          </p:txBody>
        </p:sp>
      </p:grpSp>
      <p:sp>
        <p:nvSpPr>
          <p:cNvPr id="366" name="Google Shape;366;p18"/>
          <p:cNvSpPr/>
          <p:nvPr/>
        </p:nvSpPr>
        <p:spPr>
          <a:xfrm>
            <a:off x="10550197" y="3409549"/>
            <a:ext cx="6709103" cy="4503485"/>
          </a:xfrm>
          <a:custGeom>
            <a:rect b="b" l="l" r="r" t="t"/>
            <a:pathLst>
              <a:path extrusionOk="0" h="4503485" w="6709103">
                <a:moveTo>
                  <a:pt x="0" y="0"/>
                </a:moveTo>
                <a:lnTo>
                  <a:pt x="6709103" y="0"/>
                </a:lnTo>
                <a:lnTo>
                  <a:pt x="6709103" y="4503486"/>
                </a:lnTo>
                <a:lnTo>
                  <a:pt x="0" y="4503486"/>
                </a:lnTo>
                <a:lnTo>
                  <a:pt x="0" y="0"/>
                </a:lnTo>
                <a:close/>
              </a:path>
            </a:pathLst>
          </a:custGeom>
          <a:blipFill rotWithShape="1">
            <a:blip r:embed="rId4">
              <a:alphaModFix/>
            </a:blip>
            <a:stretch>
              <a:fillRect b="0" l="0" r="0" t="0"/>
            </a:stretch>
          </a:blipFill>
          <a:ln>
            <a:noFill/>
          </a:ln>
        </p:spPr>
      </p:sp>
      <p:sp>
        <p:nvSpPr>
          <p:cNvPr id="367" name="Google Shape;367;p18"/>
          <p:cNvSpPr txBox="1"/>
          <p:nvPr/>
        </p:nvSpPr>
        <p:spPr>
          <a:xfrm>
            <a:off x="1028700" y="3266674"/>
            <a:ext cx="9048906" cy="5932170"/>
          </a:xfrm>
          <a:prstGeom prst="rect">
            <a:avLst/>
          </a:prstGeom>
          <a:noFill/>
          <a:ln>
            <a:noFill/>
          </a:ln>
        </p:spPr>
        <p:txBody>
          <a:bodyPr anchorCtr="0" anchor="t" bIns="0" lIns="0" spcFirstLastPara="1" rIns="0" wrap="square" tIns="0">
            <a:spAutoFit/>
          </a:bodyPr>
          <a:lstStyle/>
          <a:p>
            <a:pPr indent="0" lvl="0" marL="0" marR="0" rtl="0" algn="just">
              <a:lnSpc>
                <a:spcPct val="180000"/>
              </a:lnSpc>
              <a:spcBef>
                <a:spcPts val="0"/>
              </a:spcBef>
              <a:spcAft>
                <a:spcPts val="0"/>
              </a:spcAft>
              <a:buNone/>
            </a:pPr>
            <a:r>
              <a:rPr b="0" i="0" lang="en-US" sz="2400" u="none" cap="none" strike="noStrike">
                <a:solidFill>
                  <a:srgbClr val="FFFFFF"/>
                </a:solidFill>
                <a:latin typeface="Archivo Narrow"/>
                <a:ea typeface="Archivo Narrow"/>
                <a:cs typeface="Archivo Narrow"/>
                <a:sym typeface="Archivo Narrow"/>
              </a:rPr>
              <a:t>En esencia, task_struct es la forma que tiene el kernel de realizar un seguimiento de cada proceso que se ejecuta en el sistema. Cada proceso, ya sea una aplicación de usuario o un hilo del kernel, está representado por el suyo propio task_struct instancia. Esta estructura contiene varios campos que almacenan datos vitales sobre el proceso, incluido su identificador único de proceso (PID), proceso principal, estado, prioridad y punteros a otros procesos relacionados.</a:t>
            </a:r>
            <a:endParaRPr/>
          </a:p>
          <a:p>
            <a:pPr indent="0" lvl="0" marL="0" marR="0" rtl="0" algn="just">
              <a:lnSpc>
                <a:spcPct val="180000"/>
              </a:lnSpc>
              <a:spcBef>
                <a:spcPts val="0"/>
              </a:spcBef>
              <a:spcAft>
                <a:spcPts val="0"/>
              </a:spcAft>
              <a:buNone/>
            </a:pPr>
            <a:r>
              <a:t/>
            </a:r>
            <a:endParaRPr b="0" i="0" sz="2400" u="none" cap="none" strike="noStrike">
              <a:solidFill>
                <a:srgbClr val="FFFFFF"/>
              </a:solidFill>
              <a:latin typeface="Archivo Narrow"/>
              <a:ea typeface="Archivo Narrow"/>
              <a:cs typeface="Archivo Narrow"/>
              <a:sym typeface="Archivo Narrow"/>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children: Apunta al primer hijo de un proceso determinado.</a:t>
            </a:r>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sibling: Campo que lo vincula con el siguiente hermano de la lista. Esto crea una cadena de procesos secundarios, lo que permite la iteración sobre todos los hijos de un proceso principal.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75" name="Shape 375"/>
        <p:cNvGrpSpPr/>
        <p:nvPr/>
      </p:nvGrpSpPr>
      <p:grpSpPr>
        <a:xfrm>
          <a:off x="0" y="0"/>
          <a:ext cx="0" cy="0"/>
          <a:chOff x="0" y="0"/>
          <a:chExt cx="0" cy="0"/>
        </a:xfrm>
      </p:grpSpPr>
      <p:grpSp>
        <p:nvGrpSpPr>
          <p:cNvPr id="376" name="Google Shape;376;p19"/>
          <p:cNvGrpSpPr/>
          <p:nvPr/>
        </p:nvGrpSpPr>
        <p:grpSpPr>
          <a:xfrm>
            <a:off x="1351927" y="860060"/>
            <a:ext cx="15478873" cy="3196692"/>
            <a:chOff x="0" y="0"/>
            <a:chExt cx="20638498" cy="4262255"/>
          </a:xfrm>
        </p:grpSpPr>
        <p:sp>
          <p:nvSpPr>
            <p:cNvPr id="377" name="Google Shape;377;p19"/>
            <p:cNvSpPr/>
            <p:nvPr/>
          </p:nvSpPr>
          <p:spPr>
            <a:xfrm>
              <a:off x="0" y="0"/>
              <a:ext cx="20638497" cy="4262244"/>
            </a:xfrm>
            <a:custGeom>
              <a:rect b="b" l="l" r="r" t="t"/>
              <a:pathLst>
                <a:path extrusionOk="0" h="4262244" w="20638497">
                  <a:moveTo>
                    <a:pt x="0" y="0"/>
                  </a:moveTo>
                  <a:lnTo>
                    <a:pt x="20638497" y="0"/>
                  </a:lnTo>
                  <a:lnTo>
                    <a:pt x="20638497" y="4262244"/>
                  </a:lnTo>
                  <a:lnTo>
                    <a:pt x="0" y="4262244"/>
                  </a:lnTo>
                  <a:close/>
                </a:path>
              </a:pathLst>
            </a:custGeom>
            <a:blipFill rotWithShape="1">
              <a:blip r:embed="rId3">
                <a:alphaModFix amt="0"/>
              </a:blip>
              <a:stretch>
                <a:fillRect b="-21687" l="0" r="-2142" t="-71054"/>
              </a:stretch>
            </a:blipFill>
            <a:ln>
              <a:noFill/>
            </a:ln>
          </p:spPr>
        </p:sp>
        <p:sp>
          <p:nvSpPr>
            <p:cNvPr id="378" name="Google Shape;378;p19"/>
            <p:cNvSpPr txBox="1"/>
            <p:nvPr/>
          </p:nvSpPr>
          <p:spPr>
            <a:xfrm>
              <a:off x="0" y="0"/>
              <a:ext cx="20638498"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5795D3"/>
                  </a:solidFill>
                  <a:latin typeface="Archivo Black"/>
                  <a:ea typeface="Archivo Black"/>
                  <a:cs typeface="Archivo Black"/>
                  <a:sym typeface="Archivo Black"/>
                </a:rPr>
                <a:t>Almacenamiento de registros, información de memoria y recursos asociados</a:t>
              </a:r>
              <a:endParaRPr/>
            </a:p>
          </p:txBody>
        </p:sp>
      </p:grpSp>
      <p:sp>
        <p:nvSpPr>
          <p:cNvPr id="379" name="Google Shape;379;p19"/>
          <p:cNvSpPr/>
          <p:nvPr/>
        </p:nvSpPr>
        <p:spPr>
          <a:xfrm>
            <a:off x="1028700" y="4464298"/>
            <a:ext cx="7239621" cy="3132375"/>
          </a:xfrm>
          <a:custGeom>
            <a:rect b="b" l="l" r="r" t="t"/>
            <a:pathLst>
              <a:path extrusionOk="0" h="3132375" w="7239621">
                <a:moveTo>
                  <a:pt x="0" y="0"/>
                </a:moveTo>
                <a:lnTo>
                  <a:pt x="7239621" y="0"/>
                </a:lnTo>
                <a:lnTo>
                  <a:pt x="7239621" y="3132375"/>
                </a:lnTo>
                <a:lnTo>
                  <a:pt x="0" y="3132375"/>
                </a:lnTo>
                <a:lnTo>
                  <a:pt x="0" y="0"/>
                </a:lnTo>
                <a:close/>
              </a:path>
            </a:pathLst>
          </a:custGeom>
          <a:blipFill rotWithShape="1">
            <a:blip r:embed="rId4">
              <a:alphaModFix/>
            </a:blip>
            <a:stretch>
              <a:fillRect b="0" l="0" r="0" t="0"/>
            </a:stretch>
          </a:blipFill>
          <a:ln>
            <a:noFill/>
          </a:ln>
        </p:spPr>
      </p:sp>
      <p:sp>
        <p:nvSpPr>
          <p:cNvPr id="380" name="Google Shape;380;p19"/>
          <p:cNvSpPr txBox="1"/>
          <p:nvPr/>
        </p:nvSpPr>
        <p:spPr>
          <a:xfrm>
            <a:off x="8982888" y="4302373"/>
            <a:ext cx="7847913" cy="5103495"/>
          </a:xfrm>
          <a:prstGeom prst="rect">
            <a:avLst/>
          </a:prstGeom>
          <a:noFill/>
          <a:ln>
            <a:noFill/>
          </a:ln>
        </p:spPr>
        <p:txBody>
          <a:bodyPr anchorCtr="0" anchor="t" bIns="0" lIns="0" spcFirstLastPara="1" rIns="0" wrap="square" tIns="0">
            <a:spAutoFit/>
          </a:bodyPr>
          <a:lstStyle/>
          <a:p>
            <a:pPr indent="0" lvl="0" marL="0" marR="0" rtl="0" algn="l">
              <a:lnSpc>
                <a:spcPct val="180030"/>
              </a:lnSpc>
              <a:spcBef>
                <a:spcPts val="0"/>
              </a:spcBef>
              <a:spcAft>
                <a:spcPts val="0"/>
              </a:spcAft>
              <a:buNone/>
            </a:pPr>
            <a:r>
              <a:rPr b="1" i="0" lang="en-US" sz="2599" u="none" cap="none" strike="noStrike">
                <a:solidFill>
                  <a:srgbClr val="FFFFFF"/>
                </a:solidFill>
                <a:latin typeface="Archivo Narrow"/>
                <a:ea typeface="Archivo Narrow"/>
                <a:cs typeface="Archivo Narrow"/>
                <a:sym typeface="Archivo Narrow"/>
              </a:rPr>
              <a:t>Espacio de Usuario:</a:t>
            </a:r>
            <a:r>
              <a:rPr b="0" i="0" lang="en-US" sz="2599" u="none" cap="none" strike="noStrike">
                <a:solidFill>
                  <a:srgbClr val="FFFFFF"/>
                </a:solidFill>
                <a:latin typeface="Archivo Narrow"/>
                <a:ea typeface="Archivo Narrow"/>
                <a:cs typeface="Archivo Narrow"/>
                <a:sym typeface="Archivo Narrow"/>
              </a:rPr>
              <a:t> Variables locales, globales y código de la aplicación.</a:t>
            </a:r>
            <a:endParaRPr/>
          </a:p>
          <a:p>
            <a:pPr indent="0" lvl="0" marL="0" marR="0" rtl="0" algn="l">
              <a:lnSpc>
                <a:spcPct val="180030"/>
              </a:lnSpc>
              <a:spcBef>
                <a:spcPts val="0"/>
              </a:spcBef>
              <a:spcAft>
                <a:spcPts val="0"/>
              </a:spcAft>
              <a:buNone/>
            </a:pPr>
            <a:r>
              <a:t/>
            </a:r>
            <a:endParaRPr b="0" i="0" sz="2599" u="none" cap="none" strike="noStrike">
              <a:solidFill>
                <a:srgbClr val="FFFFFF"/>
              </a:solidFill>
              <a:latin typeface="Archivo Narrow"/>
              <a:ea typeface="Archivo Narrow"/>
              <a:cs typeface="Archivo Narrow"/>
              <a:sym typeface="Archivo Narrow"/>
            </a:endParaRPr>
          </a:p>
          <a:p>
            <a:pPr indent="0" lvl="0" marL="0" marR="0" rtl="0" algn="l">
              <a:lnSpc>
                <a:spcPct val="180030"/>
              </a:lnSpc>
              <a:spcBef>
                <a:spcPts val="0"/>
              </a:spcBef>
              <a:spcAft>
                <a:spcPts val="0"/>
              </a:spcAft>
              <a:buNone/>
            </a:pPr>
            <a:r>
              <a:rPr b="1" i="0" lang="en-US" sz="2599" u="none" cap="none" strike="noStrike">
                <a:solidFill>
                  <a:srgbClr val="FFFFFF"/>
                </a:solidFill>
                <a:latin typeface="Archivo Narrow"/>
                <a:ea typeface="Archivo Narrow"/>
                <a:cs typeface="Archivo Narrow"/>
                <a:sym typeface="Archivo Narrow"/>
              </a:rPr>
              <a:t>Espacio de Kernel:</a:t>
            </a:r>
            <a:r>
              <a:rPr b="0" i="0" lang="en-US" sz="2599" u="none" cap="none" strike="noStrike">
                <a:solidFill>
                  <a:srgbClr val="FFFFFF"/>
                </a:solidFill>
                <a:latin typeface="Archivo Narrow"/>
                <a:ea typeface="Archivo Narrow"/>
                <a:cs typeface="Archivo Narrow"/>
                <a:sym typeface="Archivo Narrow"/>
              </a:rPr>
              <a:t> Reservado para el núcleo y sus estructuras (como la PCB). Las aplicaciones no pueden acceder aquí directamente.</a:t>
            </a:r>
            <a:endParaRPr/>
          </a:p>
          <a:p>
            <a:pPr indent="0" lvl="0" marL="0" marR="0" rtl="0" algn="l">
              <a:lnSpc>
                <a:spcPct val="180030"/>
              </a:lnSpc>
              <a:spcBef>
                <a:spcPts val="0"/>
              </a:spcBef>
              <a:spcAft>
                <a:spcPts val="0"/>
              </a:spcAft>
              <a:buNone/>
            </a:pPr>
            <a:r>
              <a:t/>
            </a:r>
            <a:endParaRPr b="0" i="0" sz="2599" u="none" cap="none" strike="noStrike">
              <a:solidFill>
                <a:srgbClr val="FFFFFF"/>
              </a:solidFill>
              <a:latin typeface="Archivo Narrow"/>
              <a:ea typeface="Archivo Narrow"/>
              <a:cs typeface="Archivo Narrow"/>
              <a:sym typeface="Archivo Narrow"/>
            </a:endParaRPr>
          </a:p>
          <a:p>
            <a:pPr indent="0" lvl="0" marL="0" marR="0" rtl="0" algn="ctr">
              <a:lnSpc>
                <a:spcPct val="180000"/>
              </a:lnSpc>
              <a:spcBef>
                <a:spcPts val="0"/>
              </a:spcBef>
              <a:spcAft>
                <a:spcPts val="0"/>
              </a:spcAft>
              <a:buNone/>
            </a:pPr>
            <a:r>
              <a:rPr b="0" i="1" lang="en-US" sz="2200" u="none" cap="none" strike="noStrike">
                <a:solidFill>
                  <a:srgbClr val="FFFFFF"/>
                </a:solidFill>
                <a:latin typeface="Archivo Narrow"/>
                <a:ea typeface="Archivo Narrow"/>
                <a:cs typeface="Archivo Narrow"/>
                <a:sym typeface="Archivo Narrow"/>
              </a:rPr>
              <a:t>"La PCB reside siempre en el Espacio de Kernel para evitar manipulaciones del usuario."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388" name="Shape 388"/>
        <p:cNvGrpSpPr/>
        <p:nvPr/>
      </p:nvGrpSpPr>
      <p:grpSpPr>
        <a:xfrm>
          <a:off x="0" y="0"/>
          <a:ext cx="0" cy="0"/>
          <a:chOff x="0" y="0"/>
          <a:chExt cx="0" cy="0"/>
        </a:xfrm>
      </p:grpSpPr>
      <p:sp>
        <p:nvSpPr>
          <p:cNvPr id="389" name="Google Shape;389;p20"/>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390" name="Google Shape;390;p20"/>
          <p:cNvGrpSpPr/>
          <p:nvPr/>
        </p:nvGrpSpPr>
        <p:grpSpPr>
          <a:xfrm>
            <a:off x="683118" y="1000125"/>
            <a:ext cx="8460883" cy="8867536"/>
            <a:chOff x="0" y="-38100"/>
            <a:chExt cx="11281176" cy="11823382"/>
          </a:xfrm>
        </p:grpSpPr>
        <p:sp>
          <p:nvSpPr>
            <p:cNvPr id="391" name="Google Shape;391;p20"/>
            <p:cNvSpPr/>
            <p:nvPr/>
          </p:nvSpPr>
          <p:spPr>
            <a:xfrm>
              <a:off x="0" y="0"/>
              <a:ext cx="11281176" cy="11785257"/>
            </a:xfrm>
            <a:custGeom>
              <a:rect b="b" l="l" r="r" t="t"/>
              <a:pathLst>
                <a:path extrusionOk="0" h="11785257" w="11281176">
                  <a:moveTo>
                    <a:pt x="0" y="0"/>
                  </a:moveTo>
                  <a:lnTo>
                    <a:pt x="11281176" y="0"/>
                  </a:lnTo>
                  <a:lnTo>
                    <a:pt x="11281176" y="11785257"/>
                  </a:lnTo>
                  <a:lnTo>
                    <a:pt x="0" y="11785257"/>
                  </a:lnTo>
                  <a:close/>
                </a:path>
              </a:pathLst>
            </a:custGeom>
            <a:blipFill rotWithShape="1">
              <a:blip r:embed="rId4">
                <a:alphaModFix amt="0"/>
              </a:blip>
              <a:stretch>
                <a:fillRect b="57255" l="0" r="-65684" t="-19060"/>
              </a:stretch>
            </a:blipFill>
            <a:ln>
              <a:noFill/>
            </a:ln>
          </p:spPr>
        </p:sp>
        <p:sp>
          <p:nvSpPr>
            <p:cNvPr id="392" name="Google Shape;392;p20"/>
            <p:cNvSpPr txBox="1"/>
            <p:nvPr/>
          </p:nvSpPr>
          <p:spPr>
            <a:xfrm>
              <a:off x="0" y="-38100"/>
              <a:ext cx="11281175" cy="1182338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000" u="none" cap="none" strike="noStrike">
                  <a:solidFill>
                    <a:srgbClr val="5795D3"/>
                  </a:solidFill>
                  <a:latin typeface="Arimo"/>
                  <a:ea typeface="Arimo"/>
                  <a:cs typeface="Arimo"/>
                  <a:sym typeface="Arimo"/>
                </a:rPr>
                <a:t>Ejemplo Guiado:</a:t>
              </a:r>
              <a:endParaRPr/>
            </a:p>
            <a:p>
              <a:pPr indent="0" lvl="0" marL="0" marR="0" rtl="0" algn="ctr">
                <a:lnSpc>
                  <a:spcPct val="120000"/>
                </a:lnSpc>
                <a:spcBef>
                  <a:spcPts val="0"/>
                </a:spcBef>
                <a:spcAft>
                  <a:spcPts val="0"/>
                </a:spcAft>
                <a:buNone/>
              </a:pPr>
              <a:r>
                <a:t/>
              </a:r>
              <a:endParaRPr b="1" i="0" sz="9000" u="none" cap="none" strike="noStrike">
                <a:solidFill>
                  <a:srgbClr val="5795D3"/>
                </a:solidFill>
                <a:latin typeface="Arimo"/>
                <a:ea typeface="Arimo"/>
                <a:cs typeface="Arimo"/>
                <a:sym typeface="Arimo"/>
              </a:endParaRPr>
            </a:p>
            <a:p>
              <a:pPr indent="0" lvl="0" marL="0" marR="0" rtl="0" algn="ctr">
                <a:lnSpc>
                  <a:spcPct val="120014"/>
                </a:lnSpc>
                <a:spcBef>
                  <a:spcPts val="0"/>
                </a:spcBef>
                <a:spcAft>
                  <a:spcPts val="0"/>
                </a:spcAft>
                <a:buNone/>
              </a:pPr>
              <a:r>
                <a:rPr b="1" i="0" lang="en-US" sz="7100" u="none" cap="none" strike="noStrike">
                  <a:solidFill>
                    <a:srgbClr val="5795D3"/>
                  </a:solidFill>
                  <a:latin typeface="Arimo"/>
                  <a:ea typeface="Arimo"/>
                  <a:cs typeface="Arimo"/>
                  <a:sym typeface="Arimo"/>
                </a:rPr>
                <a:t>Desarrollo de una nueva llamada de sistema con task_struct</a:t>
              </a:r>
              <a:endParaRPr/>
            </a:p>
          </p:txBody>
        </p:sp>
      </p:grpSp>
      <p:sp>
        <p:nvSpPr>
          <p:cNvPr id="393" name="Google Shape;393;p20"/>
          <p:cNvSpPr/>
          <p:nvPr/>
        </p:nvSpPr>
        <p:spPr>
          <a:xfrm>
            <a:off x="10330783" y="2595322"/>
            <a:ext cx="5410589" cy="5621391"/>
          </a:xfrm>
          <a:custGeom>
            <a:rect b="b" l="l" r="r" t="t"/>
            <a:pathLst>
              <a:path extrusionOk="0" h="5621391" w="5410589">
                <a:moveTo>
                  <a:pt x="0" y="0"/>
                </a:moveTo>
                <a:lnTo>
                  <a:pt x="5410589" y="0"/>
                </a:lnTo>
                <a:lnTo>
                  <a:pt x="5410589" y="5621392"/>
                </a:lnTo>
                <a:lnTo>
                  <a:pt x="0" y="56213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401" name="Shape 401"/>
        <p:cNvGrpSpPr/>
        <p:nvPr/>
      </p:nvGrpSpPr>
      <p:grpSpPr>
        <a:xfrm>
          <a:off x="0" y="0"/>
          <a:ext cx="0" cy="0"/>
          <a:chOff x="0" y="0"/>
          <a:chExt cx="0" cy="0"/>
        </a:xfrm>
      </p:grpSpPr>
      <p:sp>
        <p:nvSpPr>
          <p:cNvPr id="402" name="Google Shape;402;p21"/>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403" name="Google Shape;403;p21"/>
          <p:cNvGrpSpPr/>
          <p:nvPr/>
        </p:nvGrpSpPr>
        <p:grpSpPr>
          <a:xfrm>
            <a:off x="2003393" y="6301930"/>
            <a:ext cx="14018400" cy="2129123"/>
            <a:chOff x="0" y="-47625"/>
            <a:chExt cx="18691200" cy="2838831"/>
          </a:xfrm>
        </p:grpSpPr>
        <p:sp>
          <p:nvSpPr>
            <p:cNvPr id="404" name="Google Shape;404;p21"/>
            <p:cNvSpPr/>
            <p:nvPr/>
          </p:nvSpPr>
          <p:spPr>
            <a:xfrm>
              <a:off x="0" y="0"/>
              <a:ext cx="18691200" cy="2791200"/>
            </a:xfrm>
            <a:custGeom>
              <a:rect b="b" l="l" r="r" t="t"/>
              <a:pathLst>
                <a:path extrusionOk="0" h="2791200" w="18691200">
                  <a:moveTo>
                    <a:pt x="0" y="0"/>
                  </a:moveTo>
                  <a:lnTo>
                    <a:pt x="18691200" y="0"/>
                  </a:lnTo>
                  <a:lnTo>
                    <a:pt x="18691200" y="2791200"/>
                  </a:lnTo>
                  <a:lnTo>
                    <a:pt x="0" y="2791200"/>
                  </a:lnTo>
                  <a:close/>
                </a:path>
              </a:pathLst>
            </a:custGeom>
            <a:blipFill rotWithShape="1">
              <a:blip r:embed="rId4">
                <a:alphaModFix amt="0"/>
              </a:blip>
              <a:stretch>
                <a:fillRect b="-80480" l="0" r="0" t="-80480"/>
              </a:stretch>
            </a:blipFill>
            <a:ln>
              <a:noFill/>
            </a:ln>
          </p:spPr>
        </p:sp>
        <p:sp>
          <p:nvSpPr>
            <p:cNvPr id="405" name="Google Shape;405;p21"/>
            <p:cNvSpPr txBox="1"/>
            <p:nvPr/>
          </p:nvSpPr>
          <p:spPr>
            <a:xfrm>
              <a:off x="0" y="-47625"/>
              <a:ext cx="18691200" cy="2838831"/>
            </a:xfrm>
            <a:prstGeom prst="rect">
              <a:avLst/>
            </a:prstGeom>
            <a:noFill/>
            <a:ln>
              <a:noFill/>
            </a:ln>
          </p:spPr>
          <p:txBody>
            <a:bodyPr anchorCtr="0" anchor="ctr" bIns="0" lIns="0" spcFirstLastPara="1" rIns="0" wrap="square" tIns="0">
              <a:noAutofit/>
            </a:bodyPr>
            <a:lstStyle/>
            <a:p>
              <a:pPr indent="0" lvl="0" marL="0" marR="0" rtl="0" algn="ctr">
                <a:lnSpc>
                  <a:spcPct val="120001"/>
                </a:lnSpc>
                <a:spcBef>
                  <a:spcPts val="0"/>
                </a:spcBef>
                <a:spcAft>
                  <a:spcPts val="0"/>
                </a:spcAft>
                <a:buNone/>
              </a:pPr>
              <a:r>
                <a:rPr b="1" i="0" lang="en-US" sz="11199" u="none" cap="none" strike="noStrike">
                  <a:solidFill>
                    <a:srgbClr val="5795D3"/>
                  </a:solidFill>
                  <a:latin typeface="Arimo"/>
                  <a:ea typeface="Arimo"/>
                  <a:cs typeface="Arimo"/>
                  <a:sym typeface="Arimo"/>
                </a:rPr>
                <a:t>¿DUDAS?</a:t>
              </a:r>
              <a:endParaRPr/>
            </a:p>
          </p:txBody>
        </p:sp>
      </p:grpSp>
      <p:sp>
        <p:nvSpPr>
          <p:cNvPr id="406" name="Google Shape;406;p21"/>
          <p:cNvSpPr/>
          <p:nvPr/>
        </p:nvSpPr>
        <p:spPr>
          <a:xfrm>
            <a:off x="6705600" y="1220695"/>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45B"/>
        </a:solidFill>
      </p:bgPr>
    </p:bg>
    <p:spTree>
      <p:nvGrpSpPr>
        <p:cNvPr id="414" name="Shape 414"/>
        <p:cNvGrpSpPr/>
        <p:nvPr/>
      </p:nvGrpSpPr>
      <p:grpSpPr>
        <a:xfrm>
          <a:off x="0" y="0"/>
          <a:ext cx="0" cy="0"/>
          <a:chOff x="0" y="0"/>
          <a:chExt cx="0" cy="0"/>
        </a:xfrm>
      </p:grpSpPr>
      <p:sp>
        <p:nvSpPr>
          <p:cNvPr id="415" name="Google Shape;415;p22"/>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416" name="Google Shape;416;p22"/>
          <p:cNvGrpSpPr/>
          <p:nvPr/>
        </p:nvGrpSpPr>
        <p:grpSpPr>
          <a:xfrm>
            <a:off x="1957140" y="2699432"/>
            <a:ext cx="14018400" cy="3852920"/>
            <a:chOff x="0" y="-47625"/>
            <a:chExt cx="18691200" cy="5137226"/>
          </a:xfrm>
        </p:grpSpPr>
        <p:sp>
          <p:nvSpPr>
            <p:cNvPr id="417" name="Google Shape;417;p22"/>
            <p:cNvSpPr/>
            <p:nvPr/>
          </p:nvSpPr>
          <p:spPr>
            <a:xfrm>
              <a:off x="0" y="0"/>
              <a:ext cx="18691200" cy="5089600"/>
            </a:xfrm>
            <a:custGeom>
              <a:rect b="b" l="l" r="r" t="t"/>
              <a:pathLst>
                <a:path extrusionOk="0" h="5089600" w="18691200">
                  <a:moveTo>
                    <a:pt x="0" y="0"/>
                  </a:moveTo>
                  <a:lnTo>
                    <a:pt x="18691200" y="0"/>
                  </a:lnTo>
                  <a:lnTo>
                    <a:pt x="18691200" y="5089600"/>
                  </a:lnTo>
                  <a:lnTo>
                    <a:pt x="0" y="5089600"/>
                  </a:lnTo>
                  <a:close/>
                </a:path>
              </a:pathLst>
            </a:custGeom>
            <a:blipFill rotWithShape="1">
              <a:blip r:embed="rId4">
                <a:alphaModFix amt="0"/>
              </a:blip>
              <a:stretch>
                <a:fillRect b="-21557" l="0" r="0" t="-21557"/>
              </a:stretch>
            </a:blipFill>
            <a:ln>
              <a:noFill/>
            </a:ln>
          </p:spPr>
        </p:sp>
        <p:sp>
          <p:nvSpPr>
            <p:cNvPr id="418" name="Google Shape;418;p22"/>
            <p:cNvSpPr txBox="1"/>
            <p:nvPr/>
          </p:nvSpPr>
          <p:spPr>
            <a:xfrm>
              <a:off x="0" y="-47625"/>
              <a:ext cx="18691200" cy="5137226"/>
            </a:xfrm>
            <a:prstGeom prst="rect">
              <a:avLst/>
            </a:prstGeom>
            <a:noFill/>
            <a:ln>
              <a:noFill/>
            </a:ln>
          </p:spPr>
          <p:txBody>
            <a:bodyPr anchorCtr="0" anchor="ctr" bIns="0" lIns="0" spcFirstLastPara="1" rIns="0" wrap="square" tIns="0">
              <a:noAutofit/>
            </a:bodyPr>
            <a:lstStyle/>
            <a:p>
              <a:pPr indent="0" lvl="0" marL="0" marR="0" rtl="0" algn="ctr">
                <a:lnSpc>
                  <a:spcPct val="120001"/>
                </a:lnSpc>
                <a:spcBef>
                  <a:spcPts val="0"/>
                </a:spcBef>
                <a:spcAft>
                  <a:spcPts val="0"/>
                </a:spcAft>
                <a:buNone/>
              </a:pPr>
              <a:r>
                <a:rPr b="1" i="0" lang="en-US" sz="11199" u="none" cap="none" strike="noStrike">
                  <a:solidFill>
                    <a:srgbClr val="5795D3"/>
                  </a:solidFill>
                  <a:latin typeface="Arimo"/>
                  <a:ea typeface="Arimo"/>
                  <a:cs typeface="Arimo"/>
                  <a:sym typeface="Arimo"/>
                </a:rPr>
                <a:t>Gracias por la atención</a:t>
              </a:r>
              <a:endParaRPr/>
            </a:p>
          </p:txBody>
        </p:sp>
      </p:grpSp>
      <p:sp>
        <p:nvSpPr>
          <p:cNvPr id="419" name="Google Shape;419;p22"/>
          <p:cNvSpPr txBox="1"/>
          <p:nvPr/>
        </p:nvSpPr>
        <p:spPr>
          <a:xfrm>
            <a:off x="2675430" y="7612723"/>
            <a:ext cx="13114353" cy="1091251"/>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600" u="none" cap="none" strike="noStrike">
                <a:solidFill>
                  <a:srgbClr val="FFFFFF"/>
                </a:solidFill>
                <a:latin typeface="Archivo Narrow"/>
                <a:ea typeface="Archivo Narrow"/>
                <a:cs typeface="Archivo Narrow"/>
                <a:sym typeface="Archivo Narrow"/>
              </a:rPr>
              <a:t>RECUERDA QUE TENEMOS NUESTRO FORO SEMANAL DONDE PUEDES CONSULTAR CUALQUIER DUDA QUE TE SURJA EN LA SEMANA</a:t>
            </a:r>
            <a:endParaRPr/>
          </a:p>
          <a:p>
            <a:pPr indent="0" lvl="0" marL="0" marR="0" rtl="0" algn="ctr">
              <a:lnSpc>
                <a:spcPct val="108000"/>
              </a:lnSpc>
              <a:spcBef>
                <a:spcPts val="0"/>
              </a:spcBef>
              <a:spcAft>
                <a:spcPts val="0"/>
              </a:spcAft>
              <a:buNone/>
            </a:pPr>
            <a:r>
              <a:t/>
            </a:r>
            <a:endParaRPr b="1" i="0" sz="3600"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