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10287000" cx="18288000"/>
  <p:notesSz cx="6858000" cy="9144000"/>
  <p:embeddedFontLst>
    <p:embeddedFont>
      <p:font typeface="Archivo Narrow"/>
      <p:bold r:id="rId36"/>
      <p:boldItalic r:id="rId37"/>
    </p:embeddedFont>
    <p:embeddedFont>
      <p:font typeface="Arimo"/>
      <p:bold r:id="rId38"/>
      <p:boldItalic r:id="rId39"/>
    </p:embeddedFont>
    <p:embeddedFont>
      <p:font typeface="Noto Sans"/>
      <p:bold r:id="rId40"/>
      <p:boldItalic r:id="rId41"/>
    </p:embeddedFont>
    <p:embeddedFont>
      <p:font typeface="Archivo Black"/>
      <p:regular r:id="rId42"/>
    </p:embeddedFont>
    <p:embeddedFont>
      <p:font typeface="Open Sans"/>
      <p:bold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5" roundtripDataSignature="AMtx7miBR+Rysh6qzTu61B/zP99x1gba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EA02D08-8A76-4EF8-B204-FE251B13A769}">
  <a:tblStyle styleId="{DEA02D08-8A76-4EF8-B204-FE251B13A76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otoSans-bold.fntdata"/><Relationship Id="rId20" Type="http://schemas.openxmlformats.org/officeDocument/2006/relationships/slide" Target="slides/slide14.xml"/><Relationship Id="rId42" Type="http://schemas.openxmlformats.org/officeDocument/2006/relationships/font" Target="fonts/ArchivoBlack-regular.fntdata"/><Relationship Id="rId41" Type="http://schemas.openxmlformats.org/officeDocument/2006/relationships/font" Target="fonts/NotoSans-boldItalic.fntdata"/><Relationship Id="rId22" Type="http://schemas.openxmlformats.org/officeDocument/2006/relationships/slide" Target="slides/slide16.xml"/><Relationship Id="rId44" Type="http://schemas.openxmlformats.org/officeDocument/2006/relationships/font" Target="fonts/OpenSans-boldItalic.fntdata"/><Relationship Id="rId21" Type="http://schemas.openxmlformats.org/officeDocument/2006/relationships/slide" Target="slides/slide15.xml"/><Relationship Id="rId43" Type="http://schemas.openxmlformats.org/officeDocument/2006/relationships/font" Target="fonts/OpenSans-bold.fntdata"/><Relationship Id="rId24" Type="http://schemas.openxmlformats.org/officeDocument/2006/relationships/slide" Target="slides/slide18.xml"/><Relationship Id="rId23" Type="http://schemas.openxmlformats.org/officeDocument/2006/relationships/slide" Target="slides/slide17.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ArchivoNarrow-boldItalic.fntdata"/><Relationship Id="rId14" Type="http://schemas.openxmlformats.org/officeDocument/2006/relationships/slide" Target="slides/slide8.xml"/><Relationship Id="rId36" Type="http://schemas.openxmlformats.org/officeDocument/2006/relationships/font" Target="fonts/ArchivoNarrow-bold.fntdata"/><Relationship Id="rId17" Type="http://schemas.openxmlformats.org/officeDocument/2006/relationships/slide" Target="slides/slide11.xml"/><Relationship Id="rId39" Type="http://schemas.openxmlformats.org/officeDocument/2006/relationships/font" Target="fonts/Arimo-boldItalic.fntdata"/><Relationship Id="rId16" Type="http://schemas.openxmlformats.org/officeDocument/2006/relationships/slide" Target="slides/slide10.xml"/><Relationship Id="rId38" Type="http://schemas.openxmlformats.org/officeDocument/2006/relationships/font" Target="fonts/Arimo-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99" name="Google Shape;99;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0" name="Google Shape;100;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3" name="Google Shape;103;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65" name="Google Shape;165;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6" name="Google Shape;166;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69" name="Google Shape;169;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8" name="Google Shape;178;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79" name="Google Shape;179;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2" name="Google Shape;182;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1" name="Google Shape;191;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92" name="Google Shape;192;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95" name="Google Shape;195;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05" name="Google Shape;205;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06" name="Google Shape;206;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09" name="Google Shape;209;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19" name="Google Shape;219;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20" name="Google Shape;220;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23" name="Google Shape;223;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3" name="Google Shape;233;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34" name="Google Shape;234;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37" name="Google Shape;237;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6" name="Google Shape;246;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47" name="Google Shape;247;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50" name="Google Shape;250;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9" name="Google Shape;259;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60" name="Google Shape;260;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63" name="Google Shape;263;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3" name="Google Shape;273;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74" name="Google Shape;274;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77" name="Google Shape;277;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86" name="Google Shape;286;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87" name="Google Shape;287;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90" name="Google Shape;290;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99" name="Google Shape;299;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00" name="Google Shape;300;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03" name="Google Shape;303;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12" name="Google Shape;312;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13" name="Google Shape;313;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16" name="Google Shape;316;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26" name="Google Shape;326;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27" name="Google Shape;327;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30" name="Google Shape;330;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40" name="Google Shape;340;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41" name="Google Shape;341;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44" name="Google Shape;344;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53" name="Google Shape;353;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54" name="Google Shape;354;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57" name="Google Shape;357;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66" name="Google Shape;366;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67" name="Google Shape;367;p1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70" name="Google Shape;370;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79" name="Google Shape;379;p1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80" name="Google Shape;380;p1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1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83" name="Google Shape;383;p1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92" name="Google Shape;392;p2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93" name="Google Shape;393;p2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2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96" name="Google Shape;396;p2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04" name="Google Shape;404;p2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05" name="Google Shape;405;p2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2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08" name="Google Shape;408;p2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2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13" name="Google Shape;413;p2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14" name="Google Shape;414;p2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2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2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17" name="Google Shape;417;p2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26" name="Google Shape;426;p2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27" name="Google Shape;427;p2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8" name="Google Shape;428;p2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2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30" name="Google Shape;430;p2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39" name="Google Shape;439;p2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40" name="Google Shape;440;p2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2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2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43" name="Google Shape;443;p2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51" name="Google Shape;451;p2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52" name="Google Shape;452;p2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2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2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55" name="Google Shape;455;p2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64" name="Google Shape;464;p2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65" name="Google Shape;465;p2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6" name="Google Shape;466;p2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7" name="Google Shape;467;p2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68" name="Google Shape;468;p2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77" name="Google Shape;477;p2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78" name="Google Shape;478;p2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2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p2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81" name="Google Shape;481;p2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90" name="Google Shape;490;p2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91" name="Google Shape;491;p2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2" name="Google Shape;492;p2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2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94" name="Google Shape;494;p2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2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03" name="Google Shape;503;p2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04" name="Google Shape;504;p2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2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2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07" name="Google Shape;507;p2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3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3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3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3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3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9"/>
          <p:cNvSpPr/>
          <p:nvPr>
            <p:ph idx="2" type="pic"/>
          </p:nvPr>
        </p:nvSpPr>
        <p:spPr>
          <a:xfrm>
            <a:off x="1792288" y="612775"/>
            <a:ext cx="5486400" cy="4114800"/>
          </a:xfrm>
          <a:prstGeom prst="rect">
            <a:avLst/>
          </a:prstGeom>
          <a:noFill/>
          <a:ln>
            <a:noFill/>
          </a:ln>
        </p:spPr>
      </p:sp>
      <p:sp>
        <p:nvSpPr>
          <p:cNvPr id="68" name="Google Shape;68;p3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4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5.png"/><Relationship Id="rId11" Type="http://schemas.openxmlformats.org/officeDocument/2006/relationships/image" Target="../media/image8.png"/><Relationship Id="rId10" Type="http://schemas.openxmlformats.org/officeDocument/2006/relationships/image" Target="../media/image1.png"/><Relationship Id="rId9"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9.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42.jp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2.jp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jp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jpg"/><Relationship Id="rId4" Type="http://schemas.openxmlformats.org/officeDocument/2006/relationships/image" Target="../media/image26.png"/><Relationship Id="rId5" Type="http://schemas.openxmlformats.org/officeDocument/2006/relationships/image" Target="../media/image22.png"/><Relationship Id="rId6"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jpg"/><Relationship Id="rId4" Type="http://schemas.openxmlformats.org/officeDocument/2006/relationships/image" Target="../media/image25.png"/><Relationship Id="rId5" Type="http://schemas.openxmlformats.org/officeDocument/2006/relationships/image" Target="../media/image30.png"/><Relationship Id="rId6" Type="http://schemas.openxmlformats.org/officeDocument/2006/relationships/image" Target="../media/image3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jp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jp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jp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jp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jp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jp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jpg"/><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jpg"/><Relationship Id="rId4" Type="http://schemas.openxmlformats.org/officeDocument/2006/relationships/hyperlink" Target="https://pubs.opengroup.org/onlinepubs/7908799/xsh/pthread.h.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jp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jp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9.png"/><Relationship Id="rId4" Type="http://schemas.openxmlformats.org/officeDocument/2006/relationships/image" Target="../media/image2.jpg"/><Relationship Id="rId5"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2.jpg"/><Relationship Id="rId5"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9.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0" y="0"/>
            <a:ext cx="18288000" cy="10306050"/>
          </a:xfrm>
          <a:custGeom>
            <a:rect b="b" l="l" r="r" t="t"/>
            <a:pathLst>
              <a:path extrusionOk="0" h="13741400" w="24384000">
                <a:moveTo>
                  <a:pt x="0" y="0"/>
                </a:moveTo>
                <a:lnTo>
                  <a:pt x="24384000" y="0"/>
                </a:lnTo>
                <a:lnTo>
                  <a:pt x="24384000" y="13741400"/>
                </a:lnTo>
                <a:lnTo>
                  <a:pt x="0" y="13741400"/>
                </a:lnTo>
                <a:lnTo>
                  <a:pt x="0" y="0"/>
                </a:lnTo>
                <a:close/>
              </a:path>
            </a:pathLst>
          </a:custGeom>
          <a:blipFill rotWithShape="1">
            <a:blip r:embed="rId3">
              <a:alphaModFix amt="62000"/>
            </a:blip>
            <a:stretch>
              <a:fillRect b="0" l="0" r="0" t="0"/>
            </a:stretch>
          </a:blipFill>
          <a:ln>
            <a:noFill/>
          </a:ln>
        </p:spPr>
      </p:sp>
      <p:sp>
        <p:nvSpPr>
          <p:cNvPr id="93" name="Google Shape;93;p1"/>
          <p:cNvSpPr/>
          <p:nvPr/>
        </p:nvSpPr>
        <p:spPr>
          <a:xfrm>
            <a:off x="0" y="0"/>
            <a:ext cx="18288000" cy="10287000"/>
          </a:xfrm>
          <a:custGeom>
            <a:rect b="b" l="l" r="r" t="t"/>
            <a:pathLst>
              <a:path extrusionOk="0" h="13716000" w="24384000">
                <a:moveTo>
                  <a:pt x="0" y="0"/>
                </a:moveTo>
                <a:lnTo>
                  <a:pt x="24384000" y="0"/>
                </a:lnTo>
                <a:lnTo>
                  <a:pt x="24384000" y="13716000"/>
                </a:lnTo>
                <a:lnTo>
                  <a:pt x="0" y="13716000"/>
                </a:lnTo>
                <a:lnTo>
                  <a:pt x="0" y="0"/>
                </a:lnTo>
                <a:close/>
              </a:path>
            </a:pathLst>
          </a:custGeom>
          <a:blipFill rotWithShape="1">
            <a:blip r:embed="rId4">
              <a:alphaModFix/>
            </a:blip>
            <a:stretch>
              <a:fillRect b="-37" l="0" r="0" t="-37"/>
            </a:stretch>
          </a:blipFill>
          <a:ln>
            <a:noFill/>
          </a:ln>
        </p:spPr>
      </p:sp>
      <p:graphicFrame>
        <p:nvGraphicFramePr>
          <p:cNvPr id="94" name="Google Shape;94;p1"/>
          <p:cNvGraphicFramePr/>
          <p:nvPr/>
        </p:nvGraphicFramePr>
        <p:xfrm>
          <a:off x="11392650" y="1805800"/>
          <a:ext cx="3000000" cy="3000000"/>
        </p:xfrm>
        <a:graphic>
          <a:graphicData uri="http://schemas.openxmlformats.org/drawingml/2006/table">
            <a:tbl>
              <a:tblPr>
                <a:noFill/>
                <a:tableStyleId>{DEA02D08-8A76-4EF8-B204-FE251B13A769}</a:tableStyleId>
              </a:tblPr>
              <a:tblGrid>
                <a:gridCol w="3071975"/>
                <a:gridCol w="3100225"/>
              </a:tblGrid>
              <a:tr h="939800">
                <a:tc>
                  <a:txBody>
                    <a:bodyPr/>
                    <a:lstStyle/>
                    <a:p>
                      <a:pPr indent="0" lvl="0" marL="0" marR="0" rtl="0" algn="l">
                        <a:lnSpc>
                          <a:spcPct val="120000"/>
                        </a:lnSpc>
                        <a:spcBef>
                          <a:spcPts val="0"/>
                        </a:spcBef>
                        <a:spcAft>
                          <a:spcPts val="0"/>
                        </a:spcAft>
                        <a:buNone/>
                      </a:pPr>
                      <a:r>
                        <a:rPr b="1" lang="en-US" sz="2200" u="none" cap="none" strike="noStrike">
                          <a:solidFill>
                            <a:srgbClr val="000000"/>
                          </a:solidFill>
                          <a:latin typeface="Arial"/>
                          <a:ea typeface="Arial"/>
                          <a:cs typeface="Arial"/>
                          <a:sym typeface="Arial"/>
                        </a:rPr>
                        <a:t>Día, Fecha:</a:t>
                      </a:r>
                      <a:endParaRPr sz="1100" u="none" cap="none" strike="noStrike"/>
                    </a:p>
                  </a:txBody>
                  <a:tcPr marT="182850" marB="182850" marR="182850" marL="1828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20000"/>
                        </a:lnSpc>
                        <a:spcBef>
                          <a:spcPts val="0"/>
                        </a:spcBef>
                        <a:spcAft>
                          <a:spcPts val="0"/>
                        </a:spcAft>
                        <a:buNone/>
                      </a:pPr>
                      <a:r>
                        <a:rPr lang="en-US" sz="2200" u="none" cap="none" strike="noStrike">
                          <a:solidFill>
                            <a:srgbClr val="000000"/>
                          </a:solidFill>
                          <a:latin typeface="Arial"/>
                          <a:ea typeface="Arial"/>
                          <a:cs typeface="Arial"/>
                          <a:sym typeface="Arial"/>
                        </a:rPr>
                        <a:t>DIA, DD/MM/2026</a:t>
                      </a:r>
                      <a:endParaRPr sz="1100" u="none" cap="none" strike="noStrike"/>
                    </a:p>
                  </a:txBody>
                  <a:tcPr marT="182850" marB="182850" marR="182850" marL="1828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39800">
                <a:tc>
                  <a:txBody>
                    <a:bodyPr/>
                    <a:lstStyle/>
                    <a:p>
                      <a:pPr indent="0" lvl="0" marL="0" marR="0" rtl="0" algn="l">
                        <a:lnSpc>
                          <a:spcPct val="120000"/>
                        </a:lnSpc>
                        <a:spcBef>
                          <a:spcPts val="0"/>
                        </a:spcBef>
                        <a:spcAft>
                          <a:spcPts val="0"/>
                        </a:spcAft>
                        <a:buNone/>
                      </a:pPr>
                      <a:r>
                        <a:rPr b="1" lang="en-US" sz="2200" u="none" cap="none" strike="noStrike">
                          <a:solidFill>
                            <a:srgbClr val="000000"/>
                          </a:solidFill>
                          <a:latin typeface="Arial"/>
                          <a:ea typeface="Arial"/>
                          <a:cs typeface="Arial"/>
                          <a:sym typeface="Arial"/>
                        </a:rPr>
                        <a:t>Hora de inicio:</a:t>
                      </a:r>
                      <a:endParaRPr sz="1100" u="none" cap="none" strike="noStrike"/>
                    </a:p>
                  </a:txBody>
                  <a:tcPr marT="182850" marB="182850" marR="182850" marL="1828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20000"/>
                        </a:lnSpc>
                        <a:spcBef>
                          <a:spcPts val="0"/>
                        </a:spcBef>
                        <a:spcAft>
                          <a:spcPts val="0"/>
                        </a:spcAft>
                        <a:buNone/>
                      </a:pPr>
                      <a:r>
                        <a:rPr lang="en-US" sz="2200" u="none" cap="none" strike="noStrike">
                          <a:solidFill>
                            <a:srgbClr val="000000"/>
                          </a:solidFill>
                          <a:latin typeface="Arial"/>
                          <a:ea typeface="Arial"/>
                          <a:cs typeface="Arial"/>
                          <a:sym typeface="Arial"/>
                        </a:rPr>
                        <a:t>00:00</a:t>
                      </a:r>
                      <a:endParaRPr sz="1100" u="none" cap="none" strike="noStrike"/>
                    </a:p>
                  </a:txBody>
                  <a:tcPr marT="182850" marB="182850" marR="182850" marL="18285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95" name="Google Shape;95;p1"/>
          <p:cNvSpPr txBox="1"/>
          <p:nvPr/>
        </p:nvSpPr>
        <p:spPr>
          <a:xfrm>
            <a:off x="2334054" y="4450499"/>
            <a:ext cx="9703498" cy="1273197"/>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None/>
            </a:pPr>
            <a:r>
              <a:rPr b="1" i="0" lang="en-US" sz="5599" u="none" cap="none" strike="noStrike">
                <a:solidFill>
                  <a:srgbClr val="000000"/>
                </a:solidFill>
                <a:latin typeface="Arial"/>
                <a:ea typeface="Arial"/>
                <a:cs typeface="Arial"/>
                <a:sym typeface="Arial"/>
              </a:rPr>
              <a:t>Sistemas Operativos 2 [A]</a:t>
            </a:r>
            <a:endParaRPr/>
          </a:p>
        </p:txBody>
      </p:sp>
      <p:sp>
        <p:nvSpPr>
          <p:cNvPr id="96" name="Google Shape;96;p1"/>
          <p:cNvSpPr txBox="1"/>
          <p:nvPr/>
        </p:nvSpPr>
        <p:spPr>
          <a:xfrm>
            <a:off x="2334054" y="6070349"/>
            <a:ext cx="10633500" cy="119234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5200" u="none" cap="none" strike="noStrike">
                <a:solidFill>
                  <a:srgbClr val="000000"/>
                </a:solidFill>
                <a:latin typeface="Arial"/>
                <a:ea typeface="Arial"/>
                <a:cs typeface="Arial"/>
                <a:sym typeface="Arial"/>
              </a:rPr>
              <a:t>NOMBRE_ESTUDIANTE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104" name="Shape 104"/>
        <p:cNvGrpSpPr/>
        <p:nvPr/>
      </p:nvGrpSpPr>
      <p:grpSpPr>
        <a:xfrm>
          <a:off x="0" y="0"/>
          <a:ext cx="0" cy="0"/>
          <a:chOff x="0" y="0"/>
          <a:chExt cx="0" cy="0"/>
        </a:xfrm>
      </p:grpSpPr>
      <p:sp>
        <p:nvSpPr>
          <p:cNvPr id="105" name="Google Shape;105;p2"/>
          <p:cNvSpPr txBox="1"/>
          <p:nvPr/>
        </p:nvSpPr>
        <p:spPr>
          <a:xfrm>
            <a:off x="1294124" y="7744577"/>
            <a:ext cx="8274749" cy="1110301"/>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None/>
            </a:pPr>
            <a:r>
              <a:rPr b="1" i="0" lang="en-US" sz="2200" u="none" cap="none" strike="noStrike">
                <a:solidFill>
                  <a:srgbClr val="FFFFFF"/>
                </a:solidFill>
                <a:latin typeface="Archivo Narrow"/>
                <a:ea typeface="Archivo Narrow"/>
                <a:cs typeface="Archivo Narrow"/>
                <a:sym typeface="Archivo Narrow"/>
              </a:rPr>
              <a:t>Escuela de Ingeniería de Ciencias Y Sistemas</a:t>
            </a:r>
            <a:endParaRPr/>
          </a:p>
          <a:p>
            <a:pPr indent="0" lvl="0" marL="0" marR="0" rtl="0" algn="l">
              <a:lnSpc>
                <a:spcPct val="108000"/>
              </a:lnSpc>
              <a:spcBef>
                <a:spcPts val="0"/>
              </a:spcBef>
              <a:spcAft>
                <a:spcPts val="0"/>
              </a:spcAft>
              <a:buNone/>
            </a:pPr>
            <a:r>
              <a:rPr b="1" i="0" lang="en-US" sz="2200" u="none" cap="none" strike="noStrike">
                <a:solidFill>
                  <a:srgbClr val="FFFFFF"/>
                </a:solidFill>
                <a:latin typeface="Archivo Narrow"/>
                <a:ea typeface="Archivo Narrow"/>
                <a:cs typeface="Archivo Narrow"/>
                <a:sym typeface="Archivo Narrow"/>
              </a:rPr>
              <a:t>Facultad de Ingeniería</a:t>
            </a:r>
            <a:endParaRPr/>
          </a:p>
          <a:p>
            <a:pPr indent="0" lvl="0" marL="0" marR="0" rtl="0" algn="l">
              <a:lnSpc>
                <a:spcPct val="108000"/>
              </a:lnSpc>
              <a:spcBef>
                <a:spcPts val="0"/>
              </a:spcBef>
              <a:spcAft>
                <a:spcPts val="0"/>
              </a:spcAft>
              <a:buNone/>
            </a:pPr>
            <a:r>
              <a:rPr b="1" i="0" lang="en-US" sz="2200" u="none" cap="none" strike="noStrike">
                <a:solidFill>
                  <a:srgbClr val="FFFFFF"/>
                </a:solidFill>
                <a:latin typeface="Archivo Narrow"/>
                <a:ea typeface="Archivo Narrow"/>
                <a:cs typeface="Archivo Narrow"/>
                <a:sym typeface="Archivo Narrow"/>
              </a:rPr>
              <a:t>Universidad de San Carlos de Guatemala</a:t>
            </a:r>
            <a:endParaRPr/>
          </a:p>
        </p:txBody>
      </p:sp>
      <p:grpSp>
        <p:nvGrpSpPr>
          <p:cNvPr id="106" name="Google Shape;106;p2"/>
          <p:cNvGrpSpPr/>
          <p:nvPr/>
        </p:nvGrpSpPr>
        <p:grpSpPr>
          <a:xfrm>
            <a:off x="1132151" y="2299773"/>
            <a:ext cx="10850404" cy="4485380"/>
            <a:chOff x="0" y="-38100"/>
            <a:chExt cx="14467205" cy="5980506"/>
          </a:xfrm>
        </p:grpSpPr>
        <p:sp>
          <p:nvSpPr>
            <p:cNvPr id="107" name="Google Shape;107;p2"/>
            <p:cNvSpPr/>
            <p:nvPr/>
          </p:nvSpPr>
          <p:spPr>
            <a:xfrm>
              <a:off x="0" y="0"/>
              <a:ext cx="14467201" cy="5942400"/>
            </a:xfrm>
            <a:custGeom>
              <a:rect b="b" l="l" r="r" t="t"/>
              <a:pathLst>
                <a:path extrusionOk="0" h="5942400" w="14467201">
                  <a:moveTo>
                    <a:pt x="0" y="0"/>
                  </a:moveTo>
                  <a:lnTo>
                    <a:pt x="14467201" y="0"/>
                  </a:lnTo>
                  <a:lnTo>
                    <a:pt x="14467201" y="5942400"/>
                  </a:lnTo>
                  <a:lnTo>
                    <a:pt x="0" y="5942400"/>
                  </a:lnTo>
                  <a:close/>
                </a:path>
              </a:pathLst>
            </a:custGeom>
            <a:blipFill rotWithShape="1">
              <a:blip r:embed="rId3">
                <a:alphaModFix amt="0"/>
              </a:blip>
              <a:stretch>
                <a:fillRect b="0" l="-2700" r="-2700" t="0"/>
              </a:stretch>
            </a:blipFill>
            <a:ln>
              <a:noFill/>
            </a:ln>
          </p:spPr>
        </p:sp>
        <p:sp>
          <p:nvSpPr>
            <p:cNvPr id="108" name="Google Shape;108;p2"/>
            <p:cNvSpPr txBox="1"/>
            <p:nvPr/>
          </p:nvSpPr>
          <p:spPr>
            <a:xfrm>
              <a:off x="0" y="-38100"/>
              <a:ext cx="14467205" cy="5980506"/>
            </a:xfrm>
            <a:prstGeom prst="rect">
              <a:avLst/>
            </a:prstGeom>
            <a:noFill/>
            <a:ln>
              <a:noFill/>
            </a:ln>
          </p:spPr>
          <p:txBody>
            <a:bodyPr anchorCtr="0" anchor="b" bIns="0" lIns="0" spcFirstLastPara="1" rIns="0" wrap="square" tIns="0">
              <a:noAutofit/>
            </a:bodyPr>
            <a:lstStyle/>
            <a:p>
              <a:pPr indent="0" lvl="0" marL="0" marR="0" rtl="0" algn="l">
                <a:lnSpc>
                  <a:spcPct val="120000"/>
                </a:lnSpc>
                <a:spcBef>
                  <a:spcPts val="0"/>
                </a:spcBef>
                <a:spcAft>
                  <a:spcPts val="0"/>
                </a:spcAft>
                <a:buNone/>
              </a:pPr>
              <a:r>
                <a:rPr b="1" i="0" lang="en-US" sz="9000" u="none" cap="none" strike="noStrike">
                  <a:solidFill>
                    <a:srgbClr val="92F7FF"/>
                  </a:solidFill>
                  <a:latin typeface="Arimo"/>
                  <a:ea typeface="Arimo"/>
                  <a:cs typeface="Arimo"/>
                  <a:sym typeface="Arimo"/>
                </a:rPr>
                <a:t>SISTEMAS OPERATIVOS 2</a:t>
              </a:r>
              <a:endParaRPr/>
            </a:p>
          </p:txBody>
        </p:sp>
      </p:grpSp>
      <p:sp>
        <p:nvSpPr>
          <p:cNvPr id="109" name="Google Shape;109;p2"/>
          <p:cNvSpPr/>
          <p:nvPr/>
        </p:nvSpPr>
        <p:spPr>
          <a:xfrm>
            <a:off x="10161356" y="1359360"/>
            <a:ext cx="1718596" cy="1856899"/>
          </a:xfrm>
          <a:custGeom>
            <a:rect b="b" l="l" r="r" t="t"/>
            <a:pathLst>
              <a:path extrusionOk="0" h="2475865" w="2291461">
                <a:moveTo>
                  <a:pt x="176911" y="0"/>
                </a:moveTo>
                <a:cubicBezTo>
                  <a:pt x="81026" y="0"/>
                  <a:pt x="0" y="78613"/>
                  <a:pt x="0" y="176911"/>
                </a:cubicBezTo>
                <a:lnTo>
                  <a:pt x="0" y="2301494"/>
                </a:lnTo>
                <a:cubicBezTo>
                  <a:pt x="0" y="2397252"/>
                  <a:pt x="76073" y="2475865"/>
                  <a:pt x="176911" y="2475865"/>
                </a:cubicBezTo>
                <a:lnTo>
                  <a:pt x="2112137" y="2475865"/>
                </a:lnTo>
                <a:cubicBezTo>
                  <a:pt x="2210435" y="2475865"/>
                  <a:pt x="2291461" y="2397252"/>
                  <a:pt x="2291461" y="2301494"/>
                </a:cubicBezTo>
                <a:lnTo>
                  <a:pt x="2291461" y="176911"/>
                </a:lnTo>
                <a:cubicBezTo>
                  <a:pt x="2291461" y="81026"/>
                  <a:pt x="2215261" y="0"/>
                  <a:pt x="2117090" y="0"/>
                </a:cubicBezTo>
                <a:close/>
              </a:path>
            </a:pathLst>
          </a:custGeom>
          <a:solidFill>
            <a:srgbClr val="EDD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10249195" y="1282322"/>
            <a:ext cx="1717167" cy="1856899"/>
          </a:xfrm>
          <a:custGeom>
            <a:rect b="b" l="l" r="r" t="t"/>
            <a:pathLst>
              <a:path extrusionOk="0" h="2475865" w="2289556">
                <a:moveTo>
                  <a:pt x="174498" y="0"/>
                </a:moveTo>
                <a:cubicBezTo>
                  <a:pt x="78613" y="0"/>
                  <a:pt x="0" y="76200"/>
                  <a:pt x="0" y="174498"/>
                </a:cubicBezTo>
                <a:lnTo>
                  <a:pt x="0" y="2299081"/>
                </a:lnTo>
                <a:cubicBezTo>
                  <a:pt x="0" y="2394839"/>
                  <a:pt x="76200" y="2475865"/>
                  <a:pt x="174498" y="2475865"/>
                </a:cubicBezTo>
                <a:lnTo>
                  <a:pt x="2115185" y="2475865"/>
                </a:lnTo>
                <a:cubicBezTo>
                  <a:pt x="2210943" y="2475865"/>
                  <a:pt x="2289556" y="2394839"/>
                  <a:pt x="2289556" y="2299081"/>
                </a:cubicBezTo>
                <a:lnTo>
                  <a:pt x="2289556" y="174498"/>
                </a:lnTo>
                <a:cubicBezTo>
                  <a:pt x="2289556" y="78740"/>
                  <a:pt x="2213356" y="0"/>
                  <a:pt x="2115185" y="0"/>
                </a:cubicBezTo>
                <a:close/>
              </a:path>
            </a:pathLst>
          </a:custGeom>
          <a:solidFill>
            <a:srgbClr val="A6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10391851" y="1464573"/>
            <a:ext cx="634936" cy="1490281"/>
          </a:xfrm>
          <a:custGeom>
            <a:rect b="b" l="l" r="r" t="t"/>
            <a:pathLst>
              <a:path extrusionOk="0" h="1987042" w="846582">
                <a:moveTo>
                  <a:pt x="156972" y="0"/>
                </a:moveTo>
                <a:cubicBezTo>
                  <a:pt x="71120" y="0"/>
                  <a:pt x="0" y="71120"/>
                  <a:pt x="0" y="154686"/>
                </a:cubicBezTo>
                <a:lnTo>
                  <a:pt x="0" y="1829816"/>
                </a:lnTo>
                <a:cubicBezTo>
                  <a:pt x="0" y="1915795"/>
                  <a:pt x="71120" y="1987042"/>
                  <a:pt x="157099" y="1987042"/>
                </a:cubicBezTo>
                <a:lnTo>
                  <a:pt x="692023" y="1987042"/>
                </a:lnTo>
                <a:cubicBezTo>
                  <a:pt x="777875" y="1987042"/>
                  <a:pt x="844169" y="1915795"/>
                  <a:pt x="846582" y="1829816"/>
                </a:cubicBezTo>
                <a:lnTo>
                  <a:pt x="846582" y="154686"/>
                </a:lnTo>
                <a:cubicBezTo>
                  <a:pt x="846582" y="68707"/>
                  <a:pt x="777875" y="0"/>
                  <a:pt x="692023"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11172958" y="1556737"/>
            <a:ext cx="650081" cy="26574"/>
          </a:xfrm>
          <a:custGeom>
            <a:rect b="b" l="l" r="r" t="t"/>
            <a:pathLst>
              <a:path extrusionOk="0" h="35433" w="866775">
                <a:moveTo>
                  <a:pt x="19685" y="0"/>
                </a:moveTo>
                <a:cubicBezTo>
                  <a:pt x="9906" y="0"/>
                  <a:pt x="0" y="9398"/>
                  <a:pt x="0" y="16510"/>
                </a:cubicBezTo>
                <a:cubicBezTo>
                  <a:pt x="0" y="25908"/>
                  <a:pt x="9906" y="35433"/>
                  <a:pt x="19685" y="35433"/>
                </a:cubicBezTo>
                <a:lnTo>
                  <a:pt x="847090" y="35433"/>
                </a:lnTo>
                <a:cubicBezTo>
                  <a:pt x="856996" y="35433"/>
                  <a:pt x="866775" y="28321"/>
                  <a:pt x="866775" y="16510"/>
                </a:cubicBezTo>
                <a:cubicBezTo>
                  <a:pt x="866775" y="7112"/>
                  <a:pt x="856996" y="0"/>
                  <a:pt x="847090"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11172958" y="1735922"/>
            <a:ext cx="650081" cy="26669"/>
          </a:xfrm>
          <a:custGeom>
            <a:rect b="b" l="l" r="r" t="t"/>
            <a:pathLst>
              <a:path extrusionOk="0" h="35560" w="866775">
                <a:moveTo>
                  <a:pt x="19685" y="0"/>
                </a:moveTo>
                <a:cubicBezTo>
                  <a:pt x="9906" y="0"/>
                  <a:pt x="0" y="9525"/>
                  <a:pt x="0" y="18923"/>
                </a:cubicBezTo>
                <a:cubicBezTo>
                  <a:pt x="0" y="28321"/>
                  <a:pt x="9906" y="35560"/>
                  <a:pt x="19685" y="35560"/>
                </a:cubicBezTo>
                <a:lnTo>
                  <a:pt x="847090" y="35560"/>
                </a:lnTo>
                <a:cubicBezTo>
                  <a:pt x="856996" y="35560"/>
                  <a:pt x="866775" y="30861"/>
                  <a:pt x="866775" y="18923"/>
                </a:cubicBezTo>
                <a:cubicBezTo>
                  <a:pt x="866775" y="9525"/>
                  <a:pt x="856996" y="0"/>
                  <a:pt x="847090"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11172958" y="1915916"/>
            <a:ext cx="650081" cy="26669"/>
          </a:xfrm>
          <a:custGeom>
            <a:rect b="b" l="l" r="r" t="t"/>
            <a:pathLst>
              <a:path extrusionOk="0" h="35560" w="866775">
                <a:moveTo>
                  <a:pt x="19685" y="0"/>
                </a:moveTo>
                <a:cubicBezTo>
                  <a:pt x="9906" y="0"/>
                  <a:pt x="0" y="9525"/>
                  <a:pt x="0" y="16637"/>
                </a:cubicBezTo>
                <a:cubicBezTo>
                  <a:pt x="0" y="26035"/>
                  <a:pt x="9906" y="35560"/>
                  <a:pt x="19685" y="35560"/>
                </a:cubicBezTo>
                <a:lnTo>
                  <a:pt x="847090" y="35560"/>
                </a:lnTo>
                <a:cubicBezTo>
                  <a:pt x="856996" y="35560"/>
                  <a:pt x="866775" y="28448"/>
                  <a:pt x="866775" y="16637"/>
                </a:cubicBezTo>
                <a:cubicBezTo>
                  <a:pt x="866775" y="7112"/>
                  <a:pt x="856996" y="0"/>
                  <a:pt x="847090"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14882403" y="3191037"/>
            <a:ext cx="1543622" cy="1822132"/>
          </a:xfrm>
          <a:custGeom>
            <a:rect b="b" l="l" r="r" t="t"/>
            <a:pathLst>
              <a:path extrusionOk="0" h="2429510" w="2058162">
                <a:moveTo>
                  <a:pt x="167005" y="0"/>
                </a:moveTo>
                <a:cubicBezTo>
                  <a:pt x="76073" y="0"/>
                  <a:pt x="0" y="76200"/>
                  <a:pt x="0" y="169545"/>
                </a:cubicBezTo>
                <a:lnTo>
                  <a:pt x="0" y="2260092"/>
                </a:lnTo>
                <a:cubicBezTo>
                  <a:pt x="0" y="2353437"/>
                  <a:pt x="76073" y="2429510"/>
                  <a:pt x="167005" y="2429510"/>
                </a:cubicBezTo>
                <a:lnTo>
                  <a:pt x="1891157" y="2429510"/>
                </a:lnTo>
                <a:cubicBezTo>
                  <a:pt x="1981962" y="2429510"/>
                  <a:pt x="2058162" y="2353310"/>
                  <a:pt x="2058162" y="2260092"/>
                </a:cubicBezTo>
                <a:lnTo>
                  <a:pt x="2058162" y="169545"/>
                </a:lnTo>
                <a:cubicBezTo>
                  <a:pt x="2058035" y="76200"/>
                  <a:pt x="1981962" y="0"/>
                  <a:pt x="1891157"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15070417" y="3447364"/>
            <a:ext cx="480155" cy="878395"/>
          </a:xfrm>
          <a:custGeom>
            <a:rect b="b" l="l" r="r" t="t"/>
            <a:pathLst>
              <a:path extrusionOk="0" h="1171194" w="640207">
                <a:moveTo>
                  <a:pt x="122555" y="127"/>
                </a:moveTo>
                <a:cubicBezTo>
                  <a:pt x="56388" y="127"/>
                  <a:pt x="0" y="54102"/>
                  <a:pt x="0" y="122809"/>
                </a:cubicBezTo>
                <a:lnTo>
                  <a:pt x="0" y="1048385"/>
                </a:lnTo>
                <a:cubicBezTo>
                  <a:pt x="0" y="1117092"/>
                  <a:pt x="56388" y="1171194"/>
                  <a:pt x="122555" y="1171194"/>
                </a:cubicBezTo>
                <a:lnTo>
                  <a:pt x="517525" y="1171194"/>
                </a:lnTo>
                <a:cubicBezTo>
                  <a:pt x="586232" y="1171194"/>
                  <a:pt x="640207" y="1117219"/>
                  <a:pt x="640207" y="1048385"/>
                </a:cubicBezTo>
                <a:lnTo>
                  <a:pt x="640207" y="122809"/>
                </a:lnTo>
                <a:cubicBezTo>
                  <a:pt x="640207" y="54102"/>
                  <a:pt x="586232" y="0"/>
                  <a:pt x="517525"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15757293" y="3447364"/>
            <a:ext cx="480250" cy="878395"/>
          </a:xfrm>
          <a:custGeom>
            <a:rect b="b" l="l" r="r" t="t"/>
            <a:pathLst>
              <a:path extrusionOk="0" h="1171194" w="640334">
                <a:moveTo>
                  <a:pt x="122555" y="127"/>
                </a:moveTo>
                <a:cubicBezTo>
                  <a:pt x="53975" y="127"/>
                  <a:pt x="0" y="54102"/>
                  <a:pt x="0" y="122809"/>
                </a:cubicBezTo>
                <a:lnTo>
                  <a:pt x="0" y="1048385"/>
                </a:lnTo>
                <a:cubicBezTo>
                  <a:pt x="0" y="1117092"/>
                  <a:pt x="53975" y="1171194"/>
                  <a:pt x="122682" y="1171194"/>
                </a:cubicBezTo>
                <a:lnTo>
                  <a:pt x="517652" y="1171194"/>
                </a:lnTo>
                <a:cubicBezTo>
                  <a:pt x="583946" y="1171194"/>
                  <a:pt x="640334" y="1117219"/>
                  <a:pt x="640334" y="1048385"/>
                </a:cubicBezTo>
                <a:lnTo>
                  <a:pt x="640334" y="122809"/>
                </a:lnTo>
                <a:cubicBezTo>
                  <a:pt x="640334" y="54102"/>
                  <a:pt x="583946" y="0"/>
                  <a:pt x="517652" y="0"/>
                </a:cubicBezTo>
                <a:close/>
              </a:path>
            </a:pathLst>
          </a:custGeom>
          <a:solidFill>
            <a:srgbClr val="35CF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15153217" y="4451756"/>
            <a:ext cx="1000562" cy="54673"/>
          </a:xfrm>
          <a:custGeom>
            <a:rect b="b" l="l" r="r" t="t"/>
            <a:pathLst>
              <a:path extrusionOk="0" h="72898" w="1334082">
                <a:moveTo>
                  <a:pt x="36830" y="0"/>
                </a:moveTo>
                <a:cubicBezTo>
                  <a:pt x="14732" y="0"/>
                  <a:pt x="0" y="14605"/>
                  <a:pt x="0" y="36449"/>
                </a:cubicBezTo>
                <a:cubicBezTo>
                  <a:pt x="0" y="58293"/>
                  <a:pt x="14732" y="72898"/>
                  <a:pt x="36830" y="72898"/>
                </a:cubicBezTo>
                <a:lnTo>
                  <a:pt x="1296924" y="72898"/>
                </a:lnTo>
                <a:cubicBezTo>
                  <a:pt x="1316609" y="72898"/>
                  <a:pt x="1336294" y="53467"/>
                  <a:pt x="1333881" y="36449"/>
                </a:cubicBezTo>
                <a:cubicBezTo>
                  <a:pt x="1333881" y="14605"/>
                  <a:pt x="1316609" y="0"/>
                  <a:pt x="1296924"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15176878" y="4589907"/>
            <a:ext cx="957643" cy="54768"/>
          </a:xfrm>
          <a:custGeom>
            <a:rect b="b" l="l" r="r" t="t"/>
            <a:pathLst>
              <a:path extrusionOk="0" h="73025" w="1276858">
                <a:moveTo>
                  <a:pt x="36830" y="127"/>
                </a:moveTo>
                <a:cubicBezTo>
                  <a:pt x="14732" y="127"/>
                  <a:pt x="0" y="14732"/>
                  <a:pt x="0" y="36703"/>
                </a:cubicBezTo>
                <a:cubicBezTo>
                  <a:pt x="0" y="58674"/>
                  <a:pt x="14732" y="73025"/>
                  <a:pt x="36830" y="73025"/>
                </a:cubicBezTo>
                <a:lnTo>
                  <a:pt x="1235075" y="73025"/>
                </a:lnTo>
                <a:cubicBezTo>
                  <a:pt x="1257173" y="73025"/>
                  <a:pt x="1271905" y="53594"/>
                  <a:pt x="1276858" y="36576"/>
                </a:cubicBezTo>
                <a:cubicBezTo>
                  <a:pt x="1276858" y="14605"/>
                  <a:pt x="1259586" y="0"/>
                  <a:pt x="1240028"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10580399" y="9678962"/>
            <a:ext cx="7680864" cy="562928"/>
          </a:xfrm>
          <a:custGeom>
            <a:rect b="b" l="l" r="r" t="t"/>
            <a:pathLst>
              <a:path extrusionOk="0" h="750570" w="10241153">
                <a:moveTo>
                  <a:pt x="0" y="0"/>
                </a:moveTo>
                <a:lnTo>
                  <a:pt x="0" y="750570"/>
                </a:lnTo>
                <a:lnTo>
                  <a:pt x="10241153" y="750570"/>
                </a:lnTo>
                <a:lnTo>
                  <a:pt x="10241153" y="0"/>
                </a:lnTo>
                <a:close/>
              </a:path>
            </a:pathLst>
          </a:custGeom>
          <a:solidFill>
            <a:srgbClr val="09066A"/>
          </a:solidFill>
          <a:ln>
            <a:noFill/>
          </a:ln>
        </p:spPr>
      </p:sp>
      <p:sp>
        <p:nvSpPr>
          <p:cNvPr id="121" name="Google Shape;121;p2"/>
          <p:cNvSpPr/>
          <p:nvPr/>
        </p:nvSpPr>
        <p:spPr>
          <a:xfrm>
            <a:off x="10580399" y="9342091"/>
            <a:ext cx="7680864" cy="336804"/>
          </a:xfrm>
          <a:custGeom>
            <a:rect b="b" l="l" r="r" t="t"/>
            <a:pathLst>
              <a:path extrusionOk="0" h="449072" w="10241153">
                <a:moveTo>
                  <a:pt x="447167" y="0"/>
                </a:moveTo>
                <a:cubicBezTo>
                  <a:pt x="199009" y="0"/>
                  <a:pt x="0" y="203581"/>
                  <a:pt x="0" y="449072"/>
                </a:cubicBezTo>
                <a:lnTo>
                  <a:pt x="10241153" y="449072"/>
                </a:lnTo>
                <a:cubicBezTo>
                  <a:pt x="10241153" y="203581"/>
                  <a:pt x="10039731" y="2413"/>
                  <a:pt x="9796399" y="0"/>
                </a:cubicBezTo>
                <a:close/>
              </a:path>
            </a:pathLst>
          </a:custGeom>
          <a:solidFill>
            <a:srgbClr val="3333B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10833935" y="2238575"/>
            <a:ext cx="2356485" cy="1786794"/>
          </a:xfrm>
          <a:custGeom>
            <a:rect b="b" l="l" r="r" t="t"/>
            <a:pathLst>
              <a:path extrusionOk="0" h="2382393" w="3141980">
                <a:moveTo>
                  <a:pt x="292227" y="0"/>
                </a:moveTo>
                <a:cubicBezTo>
                  <a:pt x="130048" y="0"/>
                  <a:pt x="0" y="130175"/>
                  <a:pt x="0" y="292227"/>
                </a:cubicBezTo>
                <a:lnTo>
                  <a:pt x="0" y="2090166"/>
                </a:lnTo>
                <a:cubicBezTo>
                  <a:pt x="0" y="2252218"/>
                  <a:pt x="132588" y="2382393"/>
                  <a:pt x="292354" y="2382393"/>
                </a:cubicBezTo>
                <a:lnTo>
                  <a:pt x="2849626" y="2382393"/>
                </a:lnTo>
                <a:cubicBezTo>
                  <a:pt x="3009265" y="2382393"/>
                  <a:pt x="3141980" y="2252218"/>
                  <a:pt x="3141980" y="2090166"/>
                </a:cubicBezTo>
                <a:lnTo>
                  <a:pt x="3141980" y="292227"/>
                </a:lnTo>
                <a:cubicBezTo>
                  <a:pt x="3141980" y="127635"/>
                  <a:pt x="3009392" y="0"/>
                  <a:pt x="2849626" y="0"/>
                </a:cubicBezTo>
                <a:close/>
              </a:path>
            </a:pathLst>
          </a:custGeom>
          <a:solidFill>
            <a:srgbClr val="EDD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10935357" y="2122561"/>
            <a:ext cx="2356485" cy="1787080"/>
          </a:xfrm>
          <a:custGeom>
            <a:rect b="b" l="l" r="r" t="t"/>
            <a:pathLst>
              <a:path extrusionOk="0" h="2382774" w="3141980">
                <a:moveTo>
                  <a:pt x="292354" y="0"/>
                </a:moveTo>
                <a:cubicBezTo>
                  <a:pt x="130175" y="0"/>
                  <a:pt x="0" y="132588"/>
                  <a:pt x="0" y="292354"/>
                </a:cubicBezTo>
                <a:lnTo>
                  <a:pt x="0" y="2092960"/>
                </a:lnTo>
                <a:cubicBezTo>
                  <a:pt x="0" y="2255012"/>
                  <a:pt x="132588" y="2382774"/>
                  <a:pt x="292354" y="2382774"/>
                </a:cubicBezTo>
                <a:lnTo>
                  <a:pt x="2847213" y="2382774"/>
                </a:lnTo>
                <a:cubicBezTo>
                  <a:pt x="3009392" y="2382774"/>
                  <a:pt x="3139567" y="2255012"/>
                  <a:pt x="3141980" y="2092960"/>
                </a:cubicBezTo>
                <a:lnTo>
                  <a:pt x="3141980" y="292354"/>
                </a:lnTo>
                <a:cubicBezTo>
                  <a:pt x="3142107" y="130175"/>
                  <a:pt x="3009392" y="0"/>
                  <a:pt x="2849626" y="0"/>
                </a:cubicBezTo>
                <a:close/>
              </a:path>
            </a:pathLst>
          </a:custGeom>
          <a:solidFill>
            <a:srgbClr val="35CF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10935357" y="2126256"/>
            <a:ext cx="2354294" cy="256985"/>
          </a:xfrm>
          <a:custGeom>
            <a:rect b="b" l="l" r="r" t="t"/>
            <a:pathLst>
              <a:path extrusionOk="0" h="342646" w="3139059">
                <a:moveTo>
                  <a:pt x="292354" y="0"/>
                </a:moveTo>
                <a:cubicBezTo>
                  <a:pt x="132588" y="0"/>
                  <a:pt x="0" y="127127"/>
                  <a:pt x="0" y="288798"/>
                </a:cubicBezTo>
                <a:lnTo>
                  <a:pt x="0" y="342646"/>
                </a:lnTo>
                <a:lnTo>
                  <a:pt x="3139059" y="342646"/>
                </a:lnTo>
                <a:lnTo>
                  <a:pt x="3139059" y="288798"/>
                </a:lnTo>
                <a:cubicBezTo>
                  <a:pt x="3139059" y="127254"/>
                  <a:pt x="3008884" y="0"/>
                  <a:pt x="2846705" y="0"/>
                </a:cubicBezTo>
                <a:close/>
              </a:path>
            </a:pathLst>
          </a:custGeom>
          <a:solidFill>
            <a:srgbClr val="0F89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p:nvPr/>
        </p:nvSpPr>
        <p:spPr>
          <a:xfrm>
            <a:off x="11144974" y="2192493"/>
            <a:ext cx="124396" cy="123063"/>
          </a:xfrm>
          <a:custGeom>
            <a:rect b="b" l="l" r="r" t="t"/>
            <a:pathLst>
              <a:path extrusionOk="0" h="164084" w="165862">
                <a:moveTo>
                  <a:pt x="82931" y="0"/>
                </a:moveTo>
                <a:cubicBezTo>
                  <a:pt x="36576" y="0"/>
                  <a:pt x="0" y="36703"/>
                  <a:pt x="0" y="83185"/>
                </a:cubicBezTo>
                <a:cubicBezTo>
                  <a:pt x="0" y="127254"/>
                  <a:pt x="36576" y="164084"/>
                  <a:pt x="82931" y="164084"/>
                </a:cubicBezTo>
                <a:cubicBezTo>
                  <a:pt x="129286" y="164084"/>
                  <a:pt x="165862" y="127254"/>
                  <a:pt x="165862" y="83185"/>
                </a:cubicBezTo>
                <a:cubicBezTo>
                  <a:pt x="165862" y="36703"/>
                  <a:pt x="129286" y="0"/>
                  <a:pt x="82931"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11393996" y="2192493"/>
            <a:ext cx="124586" cy="123063"/>
          </a:xfrm>
          <a:custGeom>
            <a:rect b="b" l="l" r="r" t="t"/>
            <a:pathLst>
              <a:path extrusionOk="0" h="164084" w="166116">
                <a:moveTo>
                  <a:pt x="83058" y="0"/>
                </a:moveTo>
                <a:cubicBezTo>
                  <a:pt x="36576" y="0"/>
                  <a:pt x="0" y="36703"/>
                  <a:pt x="0" y="83185"/>
                </a:cubicBezTo>
                <a:cubicBezTo>
                  <a:pt x="0" y="127254"/>
                  <a:pt x="36576" y="164084"/>
                  <a:pt x="83058" y="164084"/>
                </a:cubicBezTo>
                <a:cubicBezTo>
                  <a:pt x="129540" y="164084"/>
                  <a:pt x="166116" y="127254"/>
                  <a:pt x="166116" y="83185"/>
                </a:cubicBezTo>
                <a:cubicBezTo>
                  <a:pt x="165989" y="36703"/>
                  <a:pt x="129413" y="0"/>
                  <a:pt x="83058"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11644655" y="2192493"/>
            <a:ext cx="124586" cy="123063"/>
          </a:xfrm>
          <a:custGeom>
            <a:rect b="b" l="l" r="r" t="t"/>
            <a:pathLst>
              <a:path extrusionOk="0" h="164084" w="166116">
                <a:moveTo>
                  <a:pt x="82931" y="0"/>
                </a:moveTo>
                <a:cubicBezTo>
                  <a:pt x="36576" y="0"/>
                  <a:pt x="0" y="36703"/>
                  <a:pt x="0" y="83185"/>
                </a:cubicBezTo>
                <a:cubicBezTo>
                  <a:pt x="0" y="127254"/>
                  <a:pt x="36576" y="164084"/>
                  <a:pt x="83058" y="164084"/>
                </a:cubicBezTo>
                <a:cubicBezTo>
                  <a:pt x="129540" y="164084"/>
                  <a:pt x="166116" y="127254"/>
                  <a:pt x="166116" y="83185"/>
                </a:cubicBezTo>
                <a:cubicBezTo>
                  <a:pt x="165989" y="36703"/>
                  <a:pt x="129413" y="0"/>
                  <a:pt x="82931"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15317276" y="2361600"/>
            <a:ext cx="1997297" cy="1914525"/>
          </a:xfrm>
          <a:custGeom>
            <a:rect b="b" l="l" r="r" t="t"/>
            <a:pathLst>
              <a:path extrusionOk="0" h="2552700" w="2663063">
                <a:moveTo>
                  <a:pt x="294767" y="0"/>
                </a:moveTo>
                <a:cubicBezTo>
                  <a:pt x="132715" y="0"/>
                  <a:pt x="0" y="132715"/>
                  <a:pt x="0" y="294894"/>
                </a:cubicBezTo>
                <a:lnTo>
                  <a:pt x="0" y="2257933"/>
                </a:lnTo>
                <a:cubicBezTo>
                  <a:pt x="0" y="2419985"/>
                  <a:pt x="132715" y="2552700"/>
                  <a:pt x="294767" y="2552700"/>
                </a:cubicBezTo>
                <a:lnTo>
                  <a:pt x="2368296" y="2552700"/>
                </a:lnTo>
                <a:cubicBezTo>
                  <a:pt x="2530348" y="2552700"/>
                  <a:pt x="2663063" y="2419985"/>
                  <a:pt x="2663063" y="2257806"/>
                </a:cubicBezTo>
                <a:lnTo>
                  <a:pt x="2663063" y="294894"/>
                </a:lnTo>
                <a:cubicBezTo>
                  <a:pt x="2663063" y="132715"/>
                  <a:pt x="2530348" y="0"/>
                  <a:pt x="2368296" y="0"/>
                </a:cubicBezTo>
                <a:close/>
              </a:path>
            </a:pathLst>
          </a:custGeom>
          <a:solidFill>
            <a:srgbClr val="EDD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p:nvPr/>
        </p:nvSpPr>
        <p:spPr>
          <a:xfrm>
            <a:off x="15427537" y="2258644"/>
            <a:ext cx="1996750" cy="1914525"/>
          </a:xfrm>
          <a:custGeom>
            <a:rect b="b" l="l" r="r" t="t"/>
            <a:pathLst>
              <a:path extrusionOk="0" h="2552700" w="2662333">
                <a:moveTo>
                  <a:pt x="294640" y="0"/>
                </a:moveTo>
                <a:cubicBezTo>
                  <a:pt x="132588" y="0"/>
                  <a:pt x="0" y="132715"/>
                  <a:pt x="0" y="294894"/>
                </a:cubicBezTo>
                <a:lnTo>
                  <a:pt x="0" y="2257933"/>
                </a:lnTo>
                <a:cubicBezTo>
                  <a:pt x="0" y="2419985"/>
                  <a:pt x="132588" y="2552700"/>
                  <a:pt x="294640" y="2552700"/>
                </a:cubicBezTo>
                <a:lnTo>
                  <a:pt x="2367534" y="2552700"/>
                </a:lnTo>
                <a:cubicBezTo>
                  <a:pt x="2532126" y="2552700"/>
                  <a:pt x="2664714" y="2419985"/>
                  <a:pt x="2662301" y="2257806"/>
                </a:cubicBezTo>
                <a:lnTo>
                  <a:pt x="2662301" y="294894"/>
                </a:lnTo>
                <a:cubicBezTo>
                  <a:pt x="2662174" y="130175"/>
                  <a:pt x="2529586" y="0"/>
                  <a:pt x="2367534"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15587996" y="2378164"/>
            <a:ext cx="1676105" cy="1676105"/>
          </a:xfrm>
          <a:custGeom>
            <a:rect b="b" l="l" r="r" t="t"/>
            <a:pathLst>
              <a:path extrusionOk="0" h="1676105" w="1676105">
                <a:moveTo>
                  <a:pt x="0" y="0"/>
                </a:moveTo>
                <a:lnTo>
                  <a:pt x="1676105" y="0"/>
                </a:lnTo>
                <a:lnTo>
                  <a:pt x="1676105" y="1676105"/>
                </a:lnTo>
                <a:lnTo>
                  <a:pt x="0" y="1676105"/>
                </a:lnTo>
                <a:lnTo>
                  <a:pt x="0" y="0"/>
                </a:lnTo>
                <a:close/>
              </a:path>
            </a:pathLst>
          </a:custGeom>
          <a:blipFill rotWithShape="1">
            <a:blip r:embed="rId4">
              <a:alphaModFix/>
            </a:blip>
            <a:stretch>
              <a:fillRect b="0" l="0" r="0" t="0"/>
            </a:stretch>
          </a:blipFill>
          <a:ln>
            <a:noFill/>
          </a:ln>
        </p:spPr>
      </p:sp>
      <p:sp>
        <p:nvSpPr>
          <p:cNvPr id="131" name="Google Shape;131;p2"/>
          <p:cNvSpPr/>
          <p:nvPr/>
        </p:nvSpPr>
        <p:spPr>
          <a:xfrm>
            <a:off x="16986799" y="3043276"/>
            <a:ext cx="20488" cy="24089"/>
          </a:xfrm>
          <a:custGeom>
            <a:rect b="b" l="l" r="r" t="t"/>
            <a:pathLst>
              <a:path extrusionOk="0" h="24089" w="20488">
                <a:moveTo>
                  <a:pt x="0" y="0"/>
                </a:moveTo>
                <a:lnTo>
                  <a:pt x="20489" y="0"/>
                </a:lnTo>
                <a:lnTo>
                  <a:pt x="20489" y="24088"/>
                </a:lnTo>
                <a:lnTo>
                  <a:pt x="0" y="24088"/>
                </a:lnTo>
                <a:lnTo>
                  <a:pt x="0" y="0"/>
                </a:lnTo>
                <a:close/>
              </a:path>
            </a:pathLst>
          </a:custGeom>
          <a:blipFill rotWithShape="1">
            <a:blip r:embed="rId5">
              <a:alphaModFix/>
            </a:blip>
            <a:stretch>
              <a:fillRect b="0" l="0" r="0" t="0"/>
            </a:stretch>
          </a:blipFill>
          <a:ln>
            <a:noFill/>
          </a:ln>
        </p:spPr>
      </p:sp>
      <p:sp>
        <p:nvSpPr>
          <p:cNvPr id="132" name="Google Shape;132;p2"/>
          <p:cNvSpPr/>
          <p:nvPr/>
        </p:nvSpPr>
        <p:spPr>
          <a:xfrm>
            <a:off x="16977436" y="3013865"/>
            <a:ext cx="20478" cy="25420"/>
          </a:xfrm>
          <a:custGeom>
            <a:rect b="b" l="l" r="r" t="t"/>
            <a:pathLst>
              <a:path extrusionOk="0" h="33893" w="27305">
                <a:moveTo>
                  <a:pt x="1905" y="21193"/>
                </a:moveTo>
                <a:cubicBezTo>
                  <a:pt x="1905" y="20939"/>
                  <a:pt x="1905" y="20939"/>
                  <a:pt x="1524" y="19669"/>
                </a:cubicBezTo>
                <a:cubicBezTo>
                  <a:pt x="1397" y="19288"/>
                  <a:pt x="1143" y="18780"/>
                  <a:pt x="1016" y="18145"/>
                </a:cubicBezTo>
                <a:cubicBezTo>
                  <a:pt x="635" y="17002"/>
                  <a:pt x="0" y="14970"/>
                  <a:pt x="0" y="12684"/>
                </a:cubicBezTo>
                <a:cubicBezTo>
                  <a:pt x="0" y="6588"/>
                  <a:pt x="4318" y="1381"/>
                  <a:pt x="10160" y="238"/>
                </a:cubicBezTo>
                <a:cubicBezTo>
                  <a:pt x="16002" y="-905"/>
                  <a:pt x="21971" y="2143"/>
                  <a:pt x="24384" y="7731"/>
                </a:cubicBezTo>
                <a:cubicBezTo>
                  <a:pt x="27178" y="14335"/>
                  <a:pt x="27178" y="20812"/>
                  <a:pt x="27178" y="21193"/>
                </a:cubicBezTo>
                <a:lnTo>
                  <a:pt x="14478" y="21193"/>
                </a:lnTo>
                <a:lnTo>
                  <a:pt x="1778" y="21193"/>
                </a:lnTo>
                <a:moveTo>
                  <a:pt x="27178" y="21193"/>
                </a:moveTo>
                <a:cubicBezTo>
                  <a:pt x="27178" y="28178"/>
                  <a:pt x="21463" y="33893"/>
                  <a:pt x="14478" y="33893"/>
                </a:cubicBezTo>
                <a:cubicBezTo>
                  <a:pt x="7493" y="33893"/>
                  <a:pt x="1778" y="28178"/>
                  <a:pt x="1778" y="21193"/>
                </a:cubicBezTo>
                <a:cubicBezTo>
                  <a:pt x="1778" y="22082"/>
                  <a:pt x="2159" y="20304"/>
                  <a:pt x="1016" y="17637"/>
                </a:cubicBezTo>
                <a:lnTo>
                  <a:pt x="12700" y="12684"/>
                </a:lnTo>
                <a:lnTo>
                  <a:pt x="25400" y="12684"/>
                </a:lnTo>
                <a:cubicBezTo>
                  <a:pt x="25400" y="11922"/>
                  <a:pt x="25273" y="10652"/>
                  <a:pt x="25146" y="10525"/>
                </a:cubicBezTo>
                <a:cubicBezTo>
                  <a:pt x="25146" y="10525"/>
                  <a:pt x="25146" y="10652"/>
                  <a:pt x="25400" y="11160"/>
                </a:cubicBezTo>
                <a:cubicBezTo>
                  <a:pt x="26035" y="12811"/>
                  <a:pt x="27305" y="16367"/>
                  <a:pt x="27305" y="21193"/>
                </a:cubicBez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16159677" y="2962799"/>
            <a:ext cx="1105224" cy="1090051"/>
          </a:xfrm>
          <a:custGeom>
            <a:rect b="b" l="l" r="r" t="t"/>
            <a:pathLst>
              <a:path extrusionOk="0" h="1090051" w="1105224">
                <a:moveTo>
                  <a:pt x="0" y="0"/>
                </a:moveTo>
                <a:lnTo>
                  <a:pt x="1105224" y="0"/>
                </a:lnTo>
                <a:lnTo>
                  <a:pt x="1105224" y="1090050"/>
                </a:lnTo>
                <a:lnTo>
                  <a:pt x="0" y="1090050"/>
                </a:lnTo>
                <a:lnTo>
                  <a:pt x="0" y="0"/>
                </a:lnTo>
                <a:close/>
              </a:path>
            </a:pathLst>
          </a:custGeom>
          <a:blipFill rotWithShape="1">
            <a:blip r:embed="rId6">
              <a:alphaModFix/>
            </a:blip>
            <a:stretch>
              <a:fillRect b="0" l="0" r="0" t="0"/>
            </a:stretch>
          </a:blipFill>
          <a:ln>
            <a:noFill/>
          </a:ln>
        </p:spPr>
      </p:sp>
      <p:sp>
        <p:nvSpPr>
          <p:cNvPr id="134" name="Google Shape;134;p2"/>
          <p:cNvSpPr/>
          <p:nvPr/>
        </p:nvSpPr>
        <p:spPr>
          <a:xfrm>
            <a:off x="16968073" y="2987831"/>
            <a:ext cx="20488" cy="25527"/>
          </a:xfrm>
          <a:custGeom>
            <a:rect b="b" l="l" r="r" t="t"/>
            <a:pathLst>
              <a:path extrusionOk="0" h="25527" w="20488">
                <a:moveTo>
                  <a:pt x="0" y="0"/>
                </a:moveTo>
                <a:lnTo>
                  <a:pt x="20488" y="0"/>
                </a:lnTo>
                <a:lnTo>
                  <a:pt x="20488" y="25527"/>
                </a:lnTo>
                <a:lnTo>
                  <a:pt x="0" y="25527"/>
                </a:lnTo>
                <a:lnTo>
                  <a:pt x="0" y="0"/>
                </a:lnTo>
                <a:close/>
              </a:path>
            </a:pathLst>
          </a:custGeom>
          <a:blipFill rotWithShape="1">
            <a:blip r:embed="rId7">
              <a:alphaModFix/>
            </a:blip>
            <a:stretch>
              <a:fillRect b="0" l="0" r="0" t="0"/>
            </a:stretch>
          </a:blipFill>
          <a:ln>
            <a:noFill/>
          </a:ln>
        </p:spPr>
      </p:sp>
      <p:sp>
        <p:nvSpPr>
          <p:cNvPr id="135" name="Google Shape;135;p2"/>
          <p:cNvSpPr/>
          <p:nvPr/>
        </p:nvSpPr>
        <p:spPr>
          <a:xfrm>
            <a:off x="17014317" y="3131839"/>
            <a:ext cx="0" cy="9525"/>
          </a:xfrm>
          <a:custGeom>
            <a:rect b="b" l="l" r="r" t="t"/>
            <a:pathLst>
              <a:path extrusionOk="0" h="12700" w="120000">
                <a:moveTo>
                  <a:pt x="0" y="0"/>
                </a:moveTo>
                <a:lnTo>
                  <a:pt x="0" y="12700"/>
                </a:lnTo>
                <a:lnTo>
                  <a:pt x="0" y="0"/>
                </a:lnTo>
              </a:path>
            </a:pathLst>
          </a:custGeom>
          <a:solidFill>
            <a:srgbClr val="000000"/>
          </a:solidFill>
          <a:ln>
            <a:noFill/>
          </a:ln>
        </p:spPr>
      </p:sp>
      <p:sp>
        <p:nvSpPr>
          <p:cNvPr id="136" name="Google Shape;136;p2"/>
          <p:cNvSpPr/>
          <p:nvPr/>
        </p:nvSpPr>
        <p:spPr>
          <a:xfrm>
            <a:off x="16994372" y="3072794"/>
            <a:ext cx="20097" cy="21946"/>
          </a:xfrm>
          <a:custGeom>
            <a:rect b="b" l="l" r="r" t="t"/>
            <a:pathLst>
              <a:path extrusionOk="0" h="29260" w="26797">
                <a:moveTo>
                  <a:pt x="1397" y="16510"/>
                </a:moveTo>
                <a:lnTo>
                  <a:pt x="1397" y="12700"/>
                </a:lnTo>
                <a:lnTo>
                  <a:pt x="14097" y="12700"/>
                </a:lnTo>
                <a:lnTo>
                  <a:pt x="14097" y="25400"/>
                </a:lnTo>
                <a:cubicBezTo>
                  <a:pt x="13970" y="25400"/>
                  <a:pt x="13843" y="25400"/>
                  <a:pt x="13843" y="25400"/>
                </a:cubicBezTo>
                <a:cubicBezTo>
                  <a:pt x="14478" y="25400"/>
                  <a:pt x="19939" y="24257"/>
                  <a:pt x="22733" y="20701"/>
                </a:cubicBezTo>
                <a:cubicBezTo>
                  <a:pt x="24892" y="17907"/>
                  <a:pt x="25273" y="15113"/>
                  <a:pt x="25273" y="13208"/>
                </a:cubicBezTo>
                <a:cubicBezTo>
                  <a:pt x="25273" y="11049"/>
                  <a:pt x="24511" y="9271"/>
                  <a:pt x="25400" y="10922"/>
                </a:cubicBezTo>
                <a:lnTo>
                  <a:pt x="14097" y="16637"/>
                </a:lnTo>
                <a:lnTo>
                  <a:pt x="1397" y="16637"/>
                </a:lnTo>
                <a:moveTo>
                  <a:pt x="26797" y="16637"/>
                </a:moveTo>
                <a:cubicBezTo>
                  <a:pt x="26797" y="22479"/>
                  <a:pt x="22733" y="27686"/>
                  <a:pt x="17018" y="28956"/>
                </a:cubicBezTo>
                <a:cubicBezTo>
                  <a:pt x="11303" y="30226"/>
                  <a:pt x="5334" y="27432"/>
                  <a:pt x="2794" y="22225"/>
                </a:cubicBezTo>
                <a:cubicBezTo>
                  <a:pt x="1651" y="20066"/>
                  <a:pt x="0" y="16383"/>
                  <a:pt x="0" y="13208"/>
                </a:cubicBezTo>
                <a:cubicBezTo>
                  <a:pt x="0" y="11049"/>
                  <a:pt x="508" y="8001"/>
                  <a:pt x="2667" y="5207"/>
                </a:cubicBezTo>
                <a:cubicBezTo>
                  <a:pt x="5715" y="1143"/>
                  <a:pt x="11938" y="0"/>
                  <a:pt x="13589" y="0"/>
                </a:cubicBezTo>
                <a:cubicBezTo>
                  <a:pt x="13843" y="0"/>
                  <a:pt x="14097" y="0"/>
                  <a:pt x="14097" y="0"/>
                </a:cubicBezTo>
                <a:cubicBezTo>
                  <a:pt x="21082" y="0"/>
                  <a:pt x="26797" y="5715"/>
                  <a:pt x="26797" y="12700"/>
                </a:cubicBezTo>
                <a:lnTo>
                  <a:pt x="26797" y="1651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
          <p:cNvSpPr/>
          <p:nvPr/>
        </p:nvSpPr>
        <p:spPr>
          <a:xfrm>
            <a:off x="17001954" y="3111304"/>
            <a:ext cx="19050" cy="10764"/>
          </a:xfrm>
          <a:custGeom>
            <a:rect b="b" l="l" r="r" t="t"/>
            <a:pathLst>
              <a:path extrusionOk="0" h="14351" w="25400">
                <a:moveTo>
                  <a:pt x="0" y="1651"/>
                </a:moveTo>
                <a:lnTo>
                  <a:pt x="0" y="0"/>
                </a:lnTo>
                <a:lnTo>
                  <a:pt x="25400" y="0"/>
                </a:lnTo>
                <a:lnTo>
                  <a:pt x="25400" y="1651"/>
                </a:lnTo>
                <a:lnTo>
                  <a:pt x="12700" y="1651"/>
                </a:lnTo>
                <a:lnTo>
                  <a:pt x="0" y="1651"/>
                </a:lnTo>
                <a:lnTo>
                  <a:pt x="0" y="0"/>
                </a:lnTo>
                <a:lnTo>
                  <a:pt x="25400" y="0"/>
                </a:lnTo>
                <a:lnTo>
                  <a:pt x="25400" y="1651"/>
                </a:lnTo>
                <a:lnTo>
                  <a:pt x="12700" y="1651"/>
                </a:lnTo>
                <a:lnTo>
                  <a:pt x="0" y="1651"/>
                </a:lnTo>
                <a:moveTo>
                  <a:pt x="25400" y="1651"/>
                </a:moveTo>
                <a:cubicBezTo>
                  <a:pt x="25400" y="8636"/>
                  <a:pt x="19685" y="14351"/>
                  <a:pt x="12700" y="14351"/>
                </a:cubicBezTo>
                <a:cubicBezTo>
                  <a:pt x="5715" y="14351"/>
                  <a:pt x="0" y="8636"/>
                  <a:pt x="0" y="1651"/>
                </a:cubicBezTo>
                <a:lnTo>
                  <a:pt x="0" y="0"/>
                </a:lnTo>
                <a:lnTo>
                  <a:pt x="25400" y="0"/>
                </a:lnTo>
                <a:lnTo>
                  <a:pt x="25400" y="1651"/>
                </a:lnTo>
                <a:cubicBezTo>
                  <a:pt x="25400" y="8636"/>
                  <a:pt x="19685" y="14351"/>
                  <a:pt x="12700" y="14351"/>
                </a:cubicBezTo>
                <a:cubicBezTo>
                  <a:pt x="5715" y="14351"/>
                  <a:pt x="0" y="8636"/>
                  <a:pt x="0" y="1651"/>
                </a:cubicBezTo>
                <a:lnTo>
                  <a:pt x="0" y="0"/>
                </a:lnTo>
                <a:lnTo>
                  <a:pt x="25400" y="0"/>
                </a:lnTo>
                <a:lnTo>
                  <a:pt x="25400" y="1651"/>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p:nvPr/>
        </p:nvSpPr>
        <p:spPr>
          <a:xfrm>
            <a:off x="16469372" y="2378259"/>
            <a:ext cx="788385" cy="821341"/>
          </a:xfrm>
          <a:custGeom>
            <a:rect b="b" l="l" r="r" t="t"/>
            <a:pathLst>
              <a:path extrusionOk="0" h="1095121" w="1051179">
                <a:moveTo>
                  <a:pt x="0" y="0"/>
                </a:moveTo>
                <a:lnTo>
                  <a:pt x="0" y="328930"/>
                </a:lnTo>
                <a:cubicBezTo>
                  <a:pt x="402717" y="355981"/>
                  <a:pt x="721995" y="687578"/>
                  <a:pt x="731901" y="1095121"/>
                </a:cubicBezTo>
                <a:lnTo>
                  <a:pt x="1051179" y="984631"/>
                </a:lnTo>
                <a:cubicBezTo>
                  <a:pt x="987171" y="446913"/>
                  <a:pt x="545211" y="26924"/>
                  <a:pt x="0"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
          <p:cNvSpPr/>
          <p:nvPr/>
        </p:nvSpPr>
        <p:spPr>
          <a:xfrm>
            <a:off x="15689618" y="2378259"/>
            <a:ext cx="778955" cy="620554"/>
          </a:xfrm>
          <a:custGeom>
            <a:rect b="b" l="l" r="r" t="t"/>
            <a:pathLst>
              <a:path extrusionOk="0" h="827405" w="1038606">
                <a:moveTo>
                  <a:pt x="982091" y="0"/>
                </a:moveTo>
                <a:cubicBezTo>
                  <a:pt x="559816" y="0"/>
                  <a:pt x="191389" y="235585"/>
                  <a:pt x="0" y="581787"/>
                </a:cubicBezTo>
                <a:lnTo>
                  <a:pt x="245491" y="827405"/>
                </a:lnTo>
                <a:cubicBezTo>
                  <a:pt x="358521" y="532765"/>
                  <a:pt x="648208" y="324104"/>
                  <a:pt x="982091" y="324104"/>
                </a:cubicBezTo>
                <a:cubicBezTo>
                  <a:pt x="1001776" y="324104"/>
                  <a:pt x="1018921" y="324104"/>
                  <a:pt x="1038606" y="328930"/>
                </a:cubicBezTo>
                <a:lnTo>
                  <a:pt x="1038606" y="2413"/>
                </a:lnTo>
                <a:cubicBezTo>
                  <a:pt x="1018921" y="2413"/>
                  <a:pt x="1001776" y="0"/>
                  <a:pt x="982091" y="0"/>
                </a:cubicBezTo>
                <a:close/>
              </a:path>
            </a:pathLst>
          </a:custGeom>
          <a:solidFill>
            <a:srgbClr val="A6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
          <p:cNvSpPr/>
          <p:nvPr/>
        </p:nvSpPr>
        <p:spPr>
          <a:xfrm>
            <a:off x="11479082" y="3304175"/>
            <a:ext cx="251783" cy="252603"/>
          </a:xfrm>
          <a:custGeom>
            <a:rect b="b" l="l" r="r" t="t"/>
            <a:pathLst>
              <a:path extrusionOk="0" h="336804" w="335711">
                <a:moveTo>
                  <a:pt x="168617" y="0"/>
                </a:moveTo>
                <a:cubicBezTo>
                  <a:pt x="155790" y="0"/>
                  <a:pt x="142836" y="1524"/>
                  <a:pt x="129755" y="4826"/>
                </a:cubicBezTo>
                <a:cubicBezTo>
                  <a:pt x="41490" y="26797"/>
                  <a:pt x="-17438" y="114935"/>
                  <a:pt x="4660" y="205486"/>
                </a:cubicBezTo>
                <a:cubicBezTo>
                  <a:pt x="21678" y="283972"/>
                  <a:pt x="92036" y="336804"/>
                  <a:pt x="169633" y="336804"/>
                </a:cubicBezTo>
                <a:cubicBezTo>
                  <a:pt x="181571" y="336804"/>
                  <a:pt x="193763" y="335534"/>
                  <a:pt x="205955" y="332867"/>
                </a:cubicBezTo>
                <a:cubicBezTo>
                  <a:pt x="294220" y="310896"/>
                  <a:pt x="353148" y="222631"/>
                  <a:pt x="331050" y="129540"/>
                </a:cubicBezTo>
                <a:cubicBezTo>
                  <a:pt x="312254" y="52324"/>
                  <a:pt x="243293" y="0"/>
                  <a:pt x="168617"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
          <p:cNvSpPr/>
          <p:nvPr/>
        </p:nvSpPr>
        <p:spPr>
          <a:xfrm>
            <a:off x="10423316" y="2424960"/>
            <a:ext cx="86937" cy="78391"/>
          </a:xfrm>
          <a:custGeom>
            <a:rect b="b" l="l" r="r" t="t"/>
            <a:pathLst>
              <a:path extrusionOk="0" h="104521" w="115916">
                <a:moveTo>
                  <a:pt x="19566" y="0"/>
                </a:moveTo>
                <a:cubicBezTo>
                  <a:pt x="14105" y="0"/>
                  <a:pt x="8390" y="2667"/>
                  <a:pt x="3691" y="7366"/>
                </a:cubicBezTo>
                <a:cubicBezTo>
                  <a:pt x="-3548" y="12319"/>
                  <a:pt x="1278" y="24384"/>
                  <a:pt x="6104" y="31623"/>
                </a:cubicBezTo>
                <a:lnTo>
                  <a:pt x="88908" y="99695"/>
                </a:lnTo>
                <a:cubicBezTo>
                  <a:pt x="91321" y="104521"/>
                  <a:pt x="98687" y="104521"/>
                  <a:pt x="101100" y="104521"/>
                </a:cubicBezTo>
                <a:cubicBezTo>
                  <a:pt x="108466" y="104521"/>
                  <a:pt x="110752" y="99695"/>
                  <a:pt x="113292" y="97282"/>
                </a:cubicBezTo>
                <a:cubicBezTo>
                  <a:pt x="118118" y="92456"/>
                  <a:pt x="115705" y="80264"/>
                  <a:pt x="110752" y="72898"/>
                </a:cubicBezTo>
                <a:lnTo>
                  <a:pt x="28075" y="2540"/>
                </a:lnTo>
                <a:cubicBezTo>
                  <a:pt x="25408" y="762"/>
                  <a:pt x="22487" y="0"/>
                  <a:pt x="19566" y="0"/>
                </a:cubicBezTo>
                <a:close/>
              </a:path>
            </a:pathLst>
          </a:custGeom>
          <a:solidFill>
            <a:srgbClr val="F5F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
          <p:cNvSpPr/>
          <p:nvPr/>
        </p:nvSpPr>
        <p:spPr>
          <a:xfrm>
            <a:off x="10609202" y="2583361"/>
            <a:ext cx="663131" cy="564461"/>
          </a:xfrm>
          <a:custGeom>
            <a:rect b="b" l="l" r="r" t="t"/>
            <a:pathLst>
              <a:path extrusionOk="0" h="564461" w="663131">
                <a:moveTo>
                  <a:pt x="0" y="0"/>
                </a:moveTo>
                <a:lnTo>
                  <a:pt x="663131" y="0"/>
                </a:lnTo>
                <a:lnTo>
                  <a:pt x="663131" y="564461"/>
                </a:lnTo>
                <a:lnTo>
                  <a:pt x="0" y="564461"/>
                </a:lnTo>
                <a:lnTo>
                  <a:pt x="0" y="0"/>
                </a:lnTo>
                <a:close/>
              </a:path>
            </a:pathLst>
          </a:custGeom>
          <a:blipFill rotWithShape="1">
            <a:blip r:embed="rId8">
              <a:alphaModFix/>
            </a:blip>
            <a:stretch>
              <a:fillRect b="0" l="0" r="0" t="0"/>
            </a:stretch>
          </a:blipFill>
          <a:ln>
            <a:noFill/>
          </a:ln>
        </p:spPr>
      </p:sp>
      <p:sp>
        <p:nvSpPr>
          <p:cNvPr id="143" name="Google Shape;143;p2"/>
          <p:cNvSpPr/>
          <p:nvPr/>
        </p:nvSpPr>
        <p:spPr>
          <a:xfrm>
            <a:off x="11368886" y="3231451"/>
            <a:ext cx="87400" cy="77629"/>
          </a:xfrm>
          <a:custGeom>
            <a:rect b="b" l="l" r="r" t="t"/>
            <a:pathLst>
              <a:path extrusionOk="0" h="103505" w="116533">
                <a:moveTo>
                  <a:pt x="19230" y="0"/>
                </a:moveTo>
                <a:cubicBezTo>
                  <a:pt x="13388" y="0"/>
                  <a:pt x="7419" y="3048"/>
                  <a:pt x="4371" y="6096"/>
                </a:cubicBezTo>
                <a:cubicBezTo>
                  <a:pt x="-2868" y="13335"/>
                  <a:pt x="-455" y="25527"/>
                  <a:pt x="6784" y="30353"/>
                </a:cubicBezTo>
                <a:lnTo>
                  <a:pt x="87175" y="101092"/>
                </a:lnTo>
                <a:cubicBezTo>
                  <a:pt x="92128" y="103505"/>
                  <a:pt x="96827" y="103505"/>
                  <a:pt x="101780" y="103505"/>
                </a:cubicBezTo>
                <a:cubicBezTo>
                  <a:pt x="106733" y="103505"/>
                  <a:pt x="113972" y="101092"/>
                  <a:pt x="113972" y="96266"/>
                </a:cubicBezTo>
                <a:cubicBezTo>
                  <a:pt x="118925" y="91313"/>
                  <a:pt x="116385" y="79248"/>
                  <a:pt x="109019" y="74422"/>
                </a:cubicBezTo>
                <a:lnTo>
                  <a:pt x="28755" y="3683"/>
                </a:lnTo>
                <a:cubicBezTo>
                  <a:pt x="26088" y="1016"/>
                  <a:pt x="22659" y="0"/>
                  <a:pt x="19230" y="0"/>
                </a:cubicBezTo>
                <a:close/>
              </a:path>
            </a:pathLst>
          </a:custGeom>
          <a:solidFill>
            <a:srgbClr val="F5FD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p:nvPr/>
        </p:nvSpPr>
        <p:spPr>
          <a:xfrm>
            <a:off x="10139561" y="2150640"/>
            <a:ext cx="272899" cy="272892"/>
          </a:xfrm>
          <a:custGeom>
            <a:rect b="b" l="l" r="r" t="t"/>
            <a:pathLst>
              <a:path extrusionOk="0" h="363855" w="363865">
                <a:moveTo>
                  <a:pt x="183466" y="0"/>
                </a:moveTo>
                <a:cubicBezTo>
                  <a:pt x="170258" y="0"/>
                  <a:pt x="156923" y="1524"/>
                  <a:pt x="143334" y="4445"/>
                </a:cubicBezTo>
                <a:cubicBezTo>
                  <a:pt x="45290" y="24130"/>
                  <a:pt x="-15924" y="122174"/>
                  <a:pt x="3634" y="220345"/>
                </a:cubicBezTo>
                <a:cubicBezTo>
                  <a:pt x="22938" y="306070"/>
                  <a:pt x="100281" y="363855"/>
                  <a:pt x="185117" y="363855"/>
                </a:cubicBezTo>
                <a:cubicBezTo>
                  <a:pt x="197309" y="363855"/>
                  <a:pt x="209628" y="362712"/>
                  <a:pt x="221947" y="360172"/>
                </a:cubicBezTo>
                <a:cubicBezTo>
                  <a:pt x="320118" y="338074"/>
                  <a:pt x="381459" y="240030"/>
                  <a:pt x="359361" y="141859"/>
                </a:cubicBezTo>
                <a:cubicBezTo>
                  <a:pt x="338152" y="57277"/>
                  <a:pt x="265889" y="0"/>
                  <a:pt x="183466" y="0"/>
                </a:cubicBezTo>
                <a:close/>
              </a:path>
            </a:pathLst>
          </a:custGeom>
          <a:solidFill>
            <a:srgbClr val="35CF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10311120" y="383762"/>
            <a:ext cx="690370" cy="690372"/>
          </a:xfrm>
          <a:custGeom>
            <a:rect b="b" l="l" r="r" t="t"/>
            <a:pathLst>
              <a:path extrusionOk="0" h="920496" w="920493">
                <a:moveTo>
                  <a:pt x="462061" y="0"/>
                </a:moveTo>
                <a:cubicBezTo>
                  <a:pt x="437296" y="0"/>
                  <a:pt x="412150" y="2032"/>
                  <a:pt x="386877" y="6223"/>
                </a:cubicBezTo>
                <a:cubicBezTo>
                  <a:pt x="136433" y="45593"/>
                  <a:pt x="-35525" y="283591"/>
                  <a:pt x="6258" y="533908"/>
                </a:cubicBezTo>
                <a:cubicBezTo>
                  <a:pt x="41564" y="758952"/>
                  <a:pt x="235747" y="920496"/>
                  <a:pt x="458378" y="920496"/>
                </a:cubicBezTo>
                <a:cubicBezTo>
                  <a:pt x="483397" y="920496"/>
                  <a:pt x="508797" y="918464"/>
                  <a:pt x="534324" y="914273"/>
                </a:cubicBezTo>
                <a:cubicBezTo>
                  <a:pt x="784641" y="875030"/>
                  <a:pt x="954186" y="637032"/>
                  <a:pt x="914816" y="386588"/>
                </a:cubicBezTo>
                <a:cubicBezTo>
                  <a:pt x="877351" y="161544"/>
                  <a:pt x="682914" y="0"/>
                  <a:pt x="462061" y="0"/>
                </a:cubicBezTo>
                <a:close/>
              </a:path>
            </a:pathLst>
          </a:custGeom>
          <a:solidFill>
            <a:srgbClr val="A6A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10374573" y="447123"/>
            <a:ext cx="562928" cy="563023"/>
          </a:xfrm>
          <a:custGeom>
            <a:rect b="b" l="l" r="r" t="t"/>
            <a:pathLst>
              <a:path extrusionOk="0" h="750697" w="750570">
                <a:moveTo>
                  <a:pt x="375158" y="0"/>
                </a:moveTo>
                <a:cubicBezTo>
                  <a:pt x="169164" y="0"/>
                  <a:pt x="0" y="169291"/>
                  <a:pt x="0" y="375285"/>
                </a:cubicBezTo>
                <a:cubicBezTo>
                  <a:pt x="0" y="581279"/>
                  <a:pt x="169164" y="750697"/>
                  <a:pt x="375158" y="750697"/>
                </a:cubicBezTo>
                <a:cubicBezTo>
                  <a:pt x="581152" y="750697"/>
                  <a:pt x="750570" y="581406"/>
                  <a:pt x="750570" y="375285"/>
                </a:cubicBezTo>
                <a:cubicBezTo>
                  <a:pt x="750570" y="166878"/>
                  <a:pt x="581279" y="2540"/>
                  <a:pt x="375158" y="0"/>
                </a:cubicBezTo>
                <a:close/>
              </a:path>
            </a:pathLst>
          </a:custGeom>
          <a:solidFill>
            <a:srgbClr val="7789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16054559" y="1136161"/>
            <a:ext cx="137445" cy="137445"/>
          </a:xfrm>
          <a:custGeom>
            <a:rect b="b" l="l" r="r" t="t"/>
            <a:pathLst>
              <a:path extrusionOk="0" h="183261" w="183261">
                <a:moveTo>
                  <a:pt x="90424" y="127"/>
                </a:moveTo>
                <a:cubicBezTo>
                  <a:pt x="39116" y="127"/>
                  <a:pt x="0" y="39243"/>
                  <a:pt x="0" y="92837"/>
                </a:cubicBezTo>
                <a:cubicBezTo>
                  <a:pt x="0" y="144145"/>
                  <a:pt x="39116" y="183261"/>
                  <a:pt x="90424" y="183261"/>
                </a:cubicBezTo>
                <a:cubicBezTo>
                  <a:pt x="144145" y="183261"/>
                  <a:pt x="183261" y="144145"/>
                  <a:pt x="183261" y="92837"/>
                </a:cubicBezTo>
                <a:cubicBezTo>
                  <a:pt x="183261" y="43942"/>
                  <a:pt x="139319" y="0"/>
                  <a:pt x="90424" y="0"/>
                </a:cubicBezTo>
                <a:close/>
              </a:path>
            </a:pathLst>
          </a:custGeom>
          <a:solidFill>
            <a:srgbClr val="B6F2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
          <p:cNvSpPr/>
          <p:nvPr/>
        </p:nvSpPr>
        <p:spPr>
          <a:xfrm>
            <a:off x="16038004" y="1119597"/>
            <a:ext cx="170593" cy="170593"/>
          </a:xfrm>
          <a:custGeom>
            <a:rect b="b" l="l" r="r" t="t"/>
            <a:pathLst>
              <a:path extrusionOk="0" h="227457" w="227457">
                <a:moveTo>
                  <a:pt x="112522" y="44069"/>
                </a:moveTo>
                <a:cubicBezTo>
                  <a:pt x="149225" y="44069"/>
                  <a:pt x="183515" y="73406"/>
                  <a:pt x="183515" y="114935"/>
                </a:cubicBezTo>
                <a:cubicBezTo>
                  <a:pt x="183515" y="154051"/>
                  <a:pt x="154178" y="183388"/>
                  <a:pt x="112522" y="183388"/>
                </a:cubicBezTo>
                <a:cubicBezTo>
                  <a:pt x="73406" y="183388"/>
                  <a:pt x="44069" y="154051"/>
                  <a:pt x="44069" y="114935"/>
                </a:cubicBezTo>
                <a:cubicBezTo>
                  <a:pt x="44069" y="73406"/>
                  <a:pt x="73533" y="44069"/>
                  <a:pt x="112522" y="44069"/>
                </a:cubicBezTo>
                <a:close/>
                <a:moveTo>
                  <a:pt x="112522" y="127"/>
                </a:moveTo>
                <a:cubicBezTo>
                  <a:pt x="51435" y="127"/>
                  <a:pt x="0" y="53848"/>
                  <a:pt x="0" y="114935"/>
                </a:cubicBezTo>
                <a:cubicBezTo>
                  <a:pt x="0" y="176022"/>
                  <a:pt x="51435" y="227457"/>
                  <a:pt x="112522" y="227457"/>
                </a:cubicBezTo>
                <a:cubicBezTo>
                  <a:pt x="173609" y="227457"/>
                  <a:pt x="222631" y="178562"/>
                  <a:pt x="227457" y="114935"/>
                </a:cubicBezTo>
                <a:cubicBezTo>
                  <a:pt x="227457" y="53848"/>
                  <a:pt x="173609" y="0"/>
                  <a:pt x="112522"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
          <p:cNvSpPr/>
          <p:nvPr/>
        </p:nvSpPr>
        <p:spPr>
          <a:xfrm>
            <a:off x="15720574" y="1477537"/>
            <a:ext cx="169164" cy="170498"/>
          </a:xfrm>
          <a:custGeom>
            <a:rect b="b" l="l" r="r" t="t"/>
            <a:pathLst>
              <a:path extrusionOk="0" h="227330" w="225552">
                <a:moveTo>
                  <a:pt x="112649" y="43942"/>
                </a:moveTo>
                <a:cubicBezTo>
                  <a:pt x="151892" y="43942"/>
                  <a:pt x="186182" y="75692"/>
                  <a:pt x="183769" y="112395"/>
                </a:cubicBezTo>
                <a:cubicBezTo>
                  <a:pt x="183769" y="151511"/>
                  <a:pt x="151892" y="183388"/>
                  <a:pt x="112649" y="183388"/>
                </a:cubicBezTo>
                <a:cubicBezTo>
                  <a:pt x="73406" y="183388"/>
                  <a:pt x="41529" y="151638"/>
                  <a:pt x="41529" y="112395"/>
                </a:cubicBezTo>
                <a:cubicBezTo>
                  <a:pt x="41529" y="73152"/>
                  <a:pt x="73406" y="43942"/>
                  <a:pt x="112649" y="43942"/>
                </a:cubicBezTo>
                <a:close/>
                <a:moveTo>
                  <a:pt x="112649" y="0"/>
                </a:moveTo>
                <a:cubicBezTo>
                  <a:pt x="51435" y="0"/>
                  <a:pt x="0" y="51308"/>
                  <a:pt x="0" y="112395"/>
                </a:cubicBezTo>
                <a:cubicBezTo>
                  <a:pt x="0" y="173482"/>
                  <a:pt x="51435" y="227330"/>
                  <a:pt x="112776" y="227330"/>
                </a:cubicBezTo>
                <a:cubicBezTo>
                  <a:pt x="176530" y="227330"/>
                  <a:pt x="225552" y="173482"/>
                  <a:pt x="225552" y="112395"/>
                </a:cubicBezTo>
                <a:cubicBezTo>
                  <a:pt x="225552" y="51308"/>
                  <a:pt x="173990" y="0"/>
                  <a:pt x="112649"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
          <p:cNvSpPr/>
          <p:nvPr/>
        </p:nvSpPr>
        <p:spPr>
          <a:xfrm>
            <a:off x="15676559" y="992257"/>
            <a:ext cx="30956" cy="426910"/>
          </a:xfrm>
          <a:custGeom>
            <a:rect b="b" l="l" r="r" t="t"/>
            <a:pathLst>
              <a:path extrusionOk="0" h="569214" w="41275">
                <a:moveTo>
                  <a:pt x="21844" y="0"/>
                </a:moveTo>
                <a:cubicBezTo>
                  <a:pt x="9652" y="0"/>
                  <a:pt x="0" y="9779"/>
                  <a:pt x="0" y="21971"/>
                </a:cubicBezTo>
                <a:lnTo>
                  <a:pt x="0" y="547116"/>
                </a:lnTo>
                <a:cubicBezTo>
                  <a:pt x="0" y="559308"/>
                  <a:pt x="9652" y="569214"/>
                  <a:pt x="21844" y="569214"/>
                </a:cubicBezTo>
                <a:cubicBezTo>
                  <a:pt x="29083" y="569214"/>
                  <a:pt x="38862" y="559308"/>
                  <a:pt x="41275" y="547116"/>
                </a:cubicBezTo>
                <a:lnTo>
                  <a:pt x="41275" y="21971"/>
                </a:lnTo>
                <a:cubicBezTo>
                  <a:pt x="41148" y="9779"/>
                  <a:pt x="33909" y="0"/>
                  <a:pt x="21844" y="0"/>
                </a:cubicBezTo>
                <a:close/>
              </a:path>
            </a:pathLst>
          </a:custGeom>
          <a:solidFill>
            <a:srgbClr val="B6F2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
          <p:cNvSpPr/>
          <p:nvPr/>
        </p:nvSpPr>
        <p:spPr>
          <a:xfrm>
            <a:off x="15477115" y="1189444"/>
            <a:ext cx="426910" cy="30861"/>
          </a:xfrm>
          <a:custGeom>
            <a:rect b="b" l="l" r="r" t="t"/>
            <a:pathLst>
              <a:path extrusionOk="0" h="41148" w="569214">
                <a:moveTo>
                  <a:pt x="22098" y="0"/>
                </a:moveTo>
                <a:cubicBezTo>
                  <a:pt x="9906" y="0"/>
                  <a:pt x="0" y="9779"/>
                  <a:pt x="0" y="21844"/>
                </a:cubicBezTo>
                <a:cubicBezTo>
                  <a:pt x="0" y="33909"/>
                  <a:pt x="9906" y="41148"/>
                  <a:pt x="22098" y="41148"/>
                </a:cubicBezTo>
                <a:lnTo>
                  <a:pt x="547116" y="41148"/>
                </a:lnTo>
                <a:cubicBezTo>
                  <a:pt x="559435" y="41148"/>
                  <a:pt x="569214" y="33909"/>
                  <a:pt x="569214" y="21717"/>
                </a:cubicBezTo>
                <a:cubicBezTo>
                  <a:pt x="569214" y="7239"/>
                  <a:pt x="559435" y="0"/>
                  <a:pt x="547116"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
          <p:cNvSpPr/>
          <p:nvPr/>
        </p:nvSpPr>
        <p:spPr>
          <a:xfrm>
            <a:off x="16822798" y="1414796"/>
            <a:ext cx="1095804" cy="1095861"/>
          </a:xfrm>
          <a:custGeom>
            <a:rect b="b" l="l" r="r" t="t"/>
            <a:pathLst>
              <a:path extrusionOk="0" h="1095861" w="1095804">
                <a:moveTo>
                  <a:pt x="0" y="0"/>
                </a:moveTo>
                <a:lnTo>
                  <a:pt x="1095803" y="0"/>
                </a:lnTo>
                <a:lnTo>
                  <a:pt x="1095803" y="1095861"/>
                </a:lnTo>
                <a:lnTo>
                  <a:pt x="0" y="1095861"/>
                </a:lnTo>
                <a:lnTo>
                  <a:pt x="0" y="0"/>
                </a:lnTo>
                <a:close/>
              </a:path>
            </a:pathLst>
          </a:custGeom>
          <a:blipFill rotWithShape="1">
            <a:blip r:embed="rId9">
              <a:alphaModFix/>
            </a:blip>
            <a:stretch>
              <a:fillRect b="0" l="0" r="0" t="0"/>
            </a:stretch>
          </a:blipFill>
          <a:ln>
            <a:noFill/>
          </a:ln>
        </p:spPr>
      </p:sp>
      <p:sp>
        <p:nvSpPr>
          <p:cNvPr id="153" name="Google Shape;153;p2"/>
          <p:cNvSpPr/>
          <p:nvPr/>
        </p:nvSpPr>
        <p:spPr>
          <a:xfrm>
            <a:off x="13252323" y="3972963"/>
            <a:ext cx="169164" cy="170593"/>
          </a:xfrm>
          <a:custGeom>
            <a:rect b="b" l="l" r="r" t="t"/>
            <a:pathLst>
              <a:path extrusionOk="0" h="227457" w="225552">
                <a:moveTo>
                  <a:pt x="112776" y="44069"/>
                </a:moveTo>
                <a:cubicBezTo>
                  <a:pt x="151892" y="44069"/>
                  <a:pt x="183896" y="75819"/>
                  <a:pt x="183896" y="114935"/>
                </a:cubicBezTo>
                <a:cubicBezTo>
                  <a:pt x="183896" y="154051"/>
                  <a:pt x="152019" y="185801"/>
                  <a:pt x="112776" y="185801"/>
                </a:cubicBezTo>
                <a:cubicBezTo>
                  <a:pt x="73533" y="185801"/>
                  <a:pt x="41656" y="154051"/>
                  <a:pt x="41656" y="114935"/>
                </a:cubicBezTo>
                <a:cubicBezTo>
                  <a:pt x="41656" y="75819"/>
                  <a:pt x="73533" y="44069"/>
                  <a:pt x="112776" y="44069"/>
                </a:cubicBezTo>
                <a:close/>
                <a:moveTo>
                  <a:pt x="112776" y="0"/>
                </a:moveTo>
                <a:cubicBezTo>
                  <a:pt x="51562" y="0"/>
                  <a:pt x="0" y="53848"/>
                  <a:pt x="0" y="114935"/>
                </a:cubicBezTo>
                <a:cubicBezTo>
                  <a:pt x="0" y="176022"/>
                  <a:pt x="51562" y="227457"/>
                  <a:pt x="112776" y="227457"/>
                </a:cubicBezTo>
                <a:cubicBezTo>
                  <a:pt x="173990" y="227457"/>
                  <a:pt x="225552" y="176149"/>
                  <a:pt x="225552" y="114935"/>
                </a:cubicBezTo>
                <a:cubicBezTo>
                  <a:pt x="225552" y="53721"/>
                  <a:pt x="174117" y="0"/>
                  <a:pt x="112776" y="0"/>
                </a:cubicBezTo>
                <a:close/>
              </a:path>
            </a:pathLst>
          </a:custGeom>
          <a:solidFill>
            <a:srgbClr val="EDDE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
          <p:cNvSpPr/>
          <p:nvPr/>
        </p:nvSpPr>
        <p:spPr>
          <a:xfrm>
            <a:off x="11106722" y="584016"/>
            <a:ext cx="896969" cy="898397"/>
          </a:xfrm>
          <a:custGeom>
            <a:rect b="b" l="l" r="r" t="t"/>
            <a:pathLst>
              <a:path extrusionOk="0" h="1197864" w="1195959">
                <a:moveTo>
                  <a:pt x="596773" y="0"/>
                </a:moveTo>
                <a:cubicBezTo>
                  <a:pt x="267716" y="0"/>
                  <a:pt x="0" y="267589"/>
                  <a:pt x="0" y="598932"/>
                </a:cubicBezTo>
                <a:cubicBezTo>
                  <a:pt x="0" y="930275"/>
                  <a:pt x="267716" y="1197864"/>
                  <a:pt x="596773" y="1197864"/>
                </a:cubicBezTo>
                <a:cubicBezTo>
                  <a:pt x="928370" y="1197864"/>
                  <a:pt x="1195959" y="930275"/>
                  <a:pt x="1195959" y="598932"/>
                </a:cubicBezTo>
                <a:cubicBezTo>
                  <a:pt x="1195959" y="267589"/>
                  <a:pt x="928370" y="0"/>
                  <a:pt x="596773" y="0"/>
                </a:cubicBezTo>
                <a:close/>
              </a:path>
            </a:pathLst>
          </a:custGeom>
          <a:solidFill>
            <a:srgbClr val="92F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
          <p:cNvSpPr/>
          <p:nvPr/>
        </p:nvSpPr>
        <p:spPr>
          <a:xfrm>
            <a:off x="11191056" y="668160"/>
            <a:ext cx="727139" cy="729424"/>
          </a:xfrm>
          <a:custGeom>
            <a:rect b="b" l="l" r="r" t="t"/>
            <a:pathLst>
              <a:path extrusionOk="0" h="972566" w="969518">
                <a:moveTo>
                  <a:pt x="483489" y="0"/>
                </a:moveTo>
                <a:cubicBezTo>
                  <a:pt x="215900" y="0"/>
                  <a:pt x="0" y="218567"/>
                  <a:pt x="0" y="486283"/>
                </a:cubicBezTo>
                <a:cubicBezTo>
                  <a:pt x="0" y="753999"/>
                  <a:pt x="215900" y="972566"/>
                  <a:pt x="483489" y="972566"/>
                </a:cubicBezTo>
                <a:cubicBezTo>
                  <a:pt x="753491" y="972566"/>
                  <a:pt x="969518" y="753999"/>
                  <a:pt x="969518" y="486283"/>
                </a:cubicBezTo>
                <a:cubicBezTo>
                  <a:pt x="969518" y="218567"/>
                  <a:pt x="753364" y="0"/>
                  <a:pt x="483489" y="0"/>
                </a:cubicBezTo>
                <a:close/>
              </a:path>
            </a:pathLst>
          </a:custGeom>
          <a:solidFill>
            <a:srgbClr val="35CF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
          <p:cNvSpPr/>
          <p:nvPr/>
        </p:nvSpPr>
        <p:spPr>
          <a:xfrm>
            <a:off x="16168316" y="9378820"/>
            <a:ext cx="760380" cy="216599"/>
          </a:xfrm>
          <a:custGeom>
            <a:rect b="b" l="l" r="r" t="t"/>
            <a:pathLst>
              <a:path extrusionOk="0" h="288798" w="1013841">
                <a:moveTo>
                  <a:pt x="505714" y="0"/>
                </a:moveTo>
                <a:cubicBezTo>
                  <a:pt x="225806" y="0"/>
                  <a:pt x="0" y="63627"/>
                  <a:pt x="0" y="144399"/>
                </a:cubicBezTo>
                <a:cubicBezTo>
                  <a:pt x="0" y="222758"/>
                  <a:pt x="225806" y="288798"/>
                  <a:pt x="505714" y="288798"/>
                </a:cubicBezTo>
                <a:cubicBezTo>
                  <a:pt x="785622" y="288798"/>
                  <a:pt x="1013841" y="222631"/>
                  <a:pt x="1013841" y="144399"/>
                </a:cubicBezTo>
                <a:cubicBezTo>
                  <a:pt x="1013841" y="63627"/>
                  <a:pt x="785495" y="0"/>
                  <a:pt x="505714" y="0"/>
                </a:cubicBezTo>
                <a:close/>
              </a:path>
            </a:pathLst>
          </a:custGeom>
          <a:solidFill>
            <a:srgbClr val="3737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
          <p:cNvSpPr/>
          <p:nvPr/>
        </p:nvSpPr>
        <p:spPr>
          <a:xfrm>
            <a:off x="12410017" y="9417596"/>
            <a:ext cx="1621346" cy="261271"/>
          </a:xfrm>
          <a:custGeom>
            <a:rect b="b" l="l" r="r" t="t"/>
            <a:pathLst>
              <a:path extrusionOk="0" h="348361" w="2161794">
                <a:moveTo>
                  <a:pt x="0" y="0"/>
                </a:moveTo>
                <a:lnTo>
                  <a:pt x="0" y="348361"/>
                </a:lnTo>
                <a:lnTo>
                  <a:pt x="1989836" y="348361"/>
                </a:lnTo>
                <a:cubicBezTo>
                  <a:pt x="2085594" y="348361"/>
                  <a:pt x="2161794" y="269875"/>
                  <a:pt x="2161794" y="171704"/>
                </a:cubicBezTo>
                <a:cubicBezTo>
                  <a:pt x="2161794" y="78486"/>
                  <a:pt x="2085594" y="0"/>
                  <a:pt x="1989836" y="0"/>
                </a:cubicBezTo>
                <a:close/>
              </a:path>
            </a:pathLst>
          </a:custGeom>
          <a:solidFill>
            <a:srgbClr val="0906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
          <p:cNvSpPr/>
          <p:nvPr/>
        </p:nvSpPr>
        <p:spPr>
          <a:xfrm>
            <a:off x="10885533" y="8033042"/>
            <a:ext cx="2269359" cy="1645254"/>
          </a:xfrm>
          <a:custGeom>
            <a:rect b="b" l="l" r="r" t="t"/>
            <a:pathLst>
              <a:path extrusionOk="0" h="2193671" w="3025811">
                <a:moveTo>
                  <a:pt x="245985" y="0"/>
                </a:moveTo>
                <a:cubicBezTo>
                  <a:pt x="88759" y="0"/>
                  <a:pt x="-26557" y="147447"/>
                  <a:pt x="5320" y="302133"/>
                </a:cubicBezTo>
                <a:lnTo>
                  <a:pt x="390892" y="2002028"/>
                </a:lnTo>
                <a:cubicBezTo>
                  <a:pt x="415530" y="2112518"/>
                  <a:pt x="516241" y="2193671"/>
                  <a:pt x="629144" y="2193671"/>
                </a:cubicBezTo>
                <a:lnTo>
                  <a:pt x="2778365" y="2193671"/>
                </a:lnTo>
                <a:cubicBezTo>
                  <a:pt x="2938004" y="2193671"/>
                  <a:pt x="3055860" y="2048764"/>
                  <a:pt x="3019030" y="1891538"/>
                </a:cubicBezTo>
                <a:lnTo>
                  <a:pt x="2633331" y="191643"/>
                </a:lnTo>
                <a:cubicBezTo>
                  <a:pt x="2608820" y="81026"/>
                  <a:pt x="2508109" y="0"/>
                  <a:pt x="2395206" y="0"/>
                </a:cubicBezTo>
                <a:close/>
              </a:path>
            </a:pathLst>
          </a:custGeom>
          <a:solidFill>
            <a:srgbClr val="3F3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
          <p:cNvSpPr/>
          <p:nvPr/>
        </p:nvSpPr>
        <p:spPr>
          <a:xfrm>
            <a:off x="12684957" y="8035299"/>
            <a:ext cx="656203" cy="1645158"/>
          </a:xfrm>
          <a:custGeom>
            <a:rect b="b" l="l" r="r" t="t"/>
            <a:pathLst>
              <a:path extrusionOk="0" h="2193544" w="874938">
                <a:moveTo>
                  <a:pt x="0" y="0"/>
                </a:moveTo>
                <a:cubicBezTo>
                  <a:pt x="112903" y="0"/>
                  <a:pt x="216027" y="81026"/>
                  <a:pt x="240538" y="191516"/>
                </a:cubicBezTo>
                <a:lnTo>
                  <a:pt x="623443" y="1891411"/>
                </a:lnTo>
                <a:cubicBezTo>
                  <a:pt x="657860" y="2046097"/>
                  <a:pt x="540004" y="2193544"/>
                  <a:pt x="382905" y="2193544"/>
                </a:cubicBezTo>
                <a:lnTo>
                  <a:pt x="628396" y="2193544"/>
                </a:lnTo>
                <a:cubicBezTo>
                  <a:pt x="785368" y="2191131"/>
                  <a:pt x="903351" y="2046224"/>
                  <a:pt x="868934" y="1891411"/>
                </a:cubicBezTo>
                <a:lnTo>
                  <a:pt x="486029" y="191516"/>
                </a:lnTo>
                <a:cubicBezTo>
                  <a:pt x="461518" y="78486"/>
                  <a:pt x="358394" y="0"/>
                  <a:pt x="245491" y="0"/>
                </a:cubicBezTo>
                <a:close/>
              </a:path>
            </a:pathLst>
          </a:custGeom>
          <a:solidFill>
            <a:srgbClr val="0906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
          <p:cNvSpPr/>
          <p:nvPr/>
        </p:nvSpPr>
        <p:spPr>
          <a:xfrm>
            <a:off x="10885666" y="8035299"/>
            <a:ext cx="2238555" cy="1645063"/>
          </a:xfrm>
          <a:custGeom>
            <a:rect b="b" l="l" r="r" t="t"/>
            <a:pathLst>
              <a:path extrusionOk="0" h="2193417" w="2984740">
                <a:moveTo>
                  <a:pt x="245985" y="0"/>
                </a:moveTo>
                <a:cubicBezTo>
                  <a:pt x="88759" y="0"/>
                  <a:pt x="-26557" y="147320"/>
                  <a:pt x="5320" y="302006"/>
                </a:cubicBezTo>
                <a:lnTo>
                  <a:pt x="390892" y="2001901"/>
                </a:lnTo>
                <a:cubicBezTo>
                  <a:pt x="415530" y="2117344"/>
                  <a:pt x="516241" y="2193417"/>
                  <a:pt x="629144" y="2193417"/>
                </a:cubicBezTo>
                <a:lnTo>
                  <a:pt x="2778365" y="2193417"/>
                </a:lnTo>
                <a:cubicBezTo>
                  <a:pt x="2864344" y="2191004"/>
                  <a:pt x="2938004" y="2146808"/>
                  <a:pt x="2984740" y="2082927"/>
                </a:cubicBezTo>
                <a:cubicBezTo>
                  <a:pt x="-36463" y="2082927"/>
                  <a:pt x="710297" y="157099"/>
                  <a:pt x="828153" y="0"/>
                </a:cubicBezTo>
                <a:close/>
              </a:path>
            </a:pathLst>
          </a:custGeom>
          <a:solidFill>
            <a:srgbClr val="FFFFFF">
              <a:alpha val="941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
          <p:cNvSpPr/>
          <p:nvPr/>
        </p:nvSpPr>
        <p:spPr>
          <a:xfrm>
            <a:off x="11606403" y="8547116"/>
            <a:ext cx="635070" cy="607695"/>
          </a:xfrm>
          <a:custGeom>
            <a:rect b="b" l="l" r="r" t="t"/>
            <a:pathLst>
              <a:path extrusionOk="0" h="607695" w="635070">
                <a:moveTo>
                  <a:pt x="0" y="0"/>
                </a:moveTo>
                <a:lnTo>
                  <a:pt x="635070" y="0"/>
                </a:lnTo>
                <a:lnTo>
                  <a:pt x="635070" y="607695"/>
                </a:lnTo>
                <a:lnTo>
                  <a:pt x="0" y="607695"/>
                </a:lnTo>
                <a:lnTo>
                  <a:pt x="0" y="0"/>
                </a:lnTo>
                <a:close/>
              </a:path>
            </a:pathLst>
          </a:custGeom>
          <a:blipFill rotWithShape="1">
            <a:blip r:embed="rId10">
              <a:alphaModFix/>
            </a:blip>
            <a:stretch>
              <a:fillRect b="0" l="0" r="0" t="0"/>
            </a:stretch>
          </a:blipFill>
          <a:ln>
            <a:noFill/>
          </a:ln>
        </p:spPr>
      </p:sp>
      <p:sp>
        <p:nvSpPr>
          <p:cNvPr id="162" name="Google Shape;162;p2"/>
          <p:cNvSpPr/>
          <p:nvPr/>
        </p:nvSpPr>
        <p:spPr>
          <a:xfrm>
            <a:off x="11859120" y="8521922"/>
            <a:ext cx="408261" cy="373666"/>
          </a:xfrm>
          <a:custGeom>
            <a:rect b="b" l="l" r="r" t="t"/>
            <a:pathLst>
              <a:path extrusionOk="0" h="373666" w="408261">
                <a:moveTo>
                  <a:pt x="0" y="0"/>
                </a:moveTo>
                <a:lnTo>
                  <a:pt x="408261" y="0"/>
                </a:lnTo>
                <a:lnTo>
                  <a:pt x="408261" y="373666"/>
                </a:lnTo>
                <a:lnTo>
                  <a:pt x="0" y="373666"/>
                </a:lnTo>
                <a:lnTo>
                  <a:pt x="0" y="0"/>
                </a:lnTo>
                <a:close/>
              </a:path>
            </a:pathLst>
          </a:custGeom>
          <a:blipFill rotWithShape="1">
            <a:blip r:embed="rId11">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170" name="Shape 170"/>
        <p:cNvGrpSpPr/>
        <p:nvPr/>
      </p:nvGrpSpPr>
      <p:grpSpPr>
        <a:xfrm>
          <a:off x="0" y="0"/>
          <a:ext cx="0" cy="0"/>
          <a:chOff x="0" y="0"/>
          <a:chExt cx="0" cy="0"/>
        </a:xfrm>
      </p:grpSpPr>
      <p:grpSp>
        <p:nvGrpSpPr>
          <p:cNvPr id="171" name="Google Shape;171;p3"/>
          <p:cNvGrpSpPr/>
          <p:nvPr/>
        </p:nvGrpSpPr>
        <p:grpSpPr>
          <a:xfrm>
            <a:off x="1238402" y="1216971"/>
            <a:ext cx="15810481" cy="1639995"/>
            <a:chOff x="0" y="-28575"/>
            <a:chExt cx="21080641" cy="2186661"/>
          </a:xfrm>
        </p:grpSpPr>
        <p:sp>
          <p:nvSpPr>
            <p:cNvPr id="172" name="Google Shape;172;p3"/>
            <p:cNvSpPr/>
            <p:nvPr/>
          </p:nvSpPr>
          <p:spPr>
            <a:xfrm>
              <a:off x="0" y="0"/>
              <a:ext cx="21080640" cy="2158080"/>
            </a:xfrm>
            <a:custGeom>
              <a:rect b="b" l="l" r="r" t="t"/>
              <a:pathLst>
                <a:path extrusionOk="0" h="2158080" w="21080640">
                  <a:moveTo>
                    <a:pt x="0" y="0"/>
                  </a:moveTo>
                  <a:lnTo>
                    <a:pt x="21080640" y="0"/>
                  </a:lnTo>
                  <a:lnTo>
                    <a:pt x="21080640" y="2158080"/>
                  </a:lnTo>
                  <a:lnTo>
                    <a:pt x="0" y="2158080"/>
                  </a:lnTo>
                  <a:close/>
                </a:path>
              </a:pathLst>
            </a:custGeom>
            <a:blipFill rotWithShape="1">
              <a:blip r:embed="rId3">
                <a:alphaModFix amt="0"/>
              </a:blip>
              <a:stretch>
                <a:fillRect b="-140331" l="0" r="0" t="-140331"/>
              </a:stretch>
            </a:blipFill>
            <a:ln>
              <a:noFill/>
            </a:ln>
          </p:spPr>
        </p:sp>
        <p:sp>
          <p:nvSpPr>
            <p:cNvPr id="173" name="Google Shape;173;p3"/>
            <p:cNvSpPr txBox="1"/>
            <p:nvPr/>
          </p:nvSpPr>
          <p:spPr>
            <a:xfrm>
              <a:off x="0" y="-28575"/>
              <a:ext cx="21080641" cy="218666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6400" u="none" cap="none" strike="noStrike">
                  <a:solidFill>
                    <a:srgbClr val="92F7FF"/>
                  </a:solidFill>
                  <a:latin typeface="Arimo"/>
                  <a:ea typeface="Arimo"/>
                  <a:cs typeface="Arimo"/>
                  <a:sym typeface="Arimo"/>
                </a:rPr>
                <a:t>Anuncios Importantes</a:t>
              </a:r>
              <a:endParaRPr/>
            </a:p>
          </p:txBody>
        </p:sp>
      </p:grpSp>
      <p:sp>
        <p:nvSpPr>
          <p:cNvPr id="174" name="Google Shape;174;p3"/>
          <p:cNvSpPr txBox="1"/>
          <p:nvPr/>
        </p:nvSpPr>
        <p:spPr>
          <a:xfrm>
            <a:off x="8262871" y="3246472"/>
            <a:ext cx="7774953" cy="4839624"/>
          </a:xfrm>
          <a:prstGeom prst="rect">
            <a:avLst/>
          </a:prstGeom>
          <a:noFill/>
          <a:ln>
            <a:noFill/>
          </a:ln>
        </p:spPr>
        <p:txBody>
          <a:bodyPr anchorCtr="0" anchor="t" bIns="0" lIns="0" spcFirstLastPara="1" rIns="0" wrap="square" tIns="0">
            <a:spAutoFit/>
          </a:bodyPr>
          <a:lstStyle/>
          <a:p>
            <a:pPr indent="-548640" lvl="1" marL="1097280" marR="0" rtl="0" algn="l">
              <a:lnSpc>
                <a:spcPct val="180000"/>
              </a:lnSpc>
              <a:spcBef>
                <a:spcPts val="0"/>
              </a:spcBef>
              <a:spcAft>
                <a:spcPts val="0"/>
              </a:spcAft>
              <a:buClr>
                <a:srgbClr val="FFFFFF"/>
              </a:buClr>
              <a:buSzPts val="3600"/>
              <a:buFont typeface="Arial"/>
              <a:buChar char="•"/>
            </a:pPr>
            <a:r>
              <a:rPr b="1" i="0" lang="en-US" sz="3600" u="none" cap="none" strike="noStrike">
                <a:solidFill>
                  <a:srgbClr val="FFFFFF"/>
                </a:solidFill>
                <a:latin typeface="Noto Sans"/>
                <a:ea typeface="Noto Sans"/>
                <a:cs typeface="Noto Sans"/>
                <a:sym typeface="Noto Sans"/>
              </a:rPr>
              <a:t>Anuncio 1</a:t>
            </a:r>
            <a:endParaRPr/>
          </a:p>
          <a:p>
            <a:pPr indent="-548640" lvl="1" marL="1097280" marR="0" rtl="0" algn="l">
              <a:lnSpc>
                <a:spcPct val="180000"/>
              </a:lnSpc>
              <a:spcBef>
                <a:spcPts val="0"/>
              </a:spcBef>
              <a:spcAft>
                <a:spcPts val="0"/>
              </a:spcAft>
              <a:buClr>
                <a:srgbClr val="FFFFFF"/>
              </a:buClr>
              <a:buSzPts val="3600"/>
              <a:buFont typeface="Arial"/>
              <a:buChar char="•"/>
            </a:pPr>
            <a:r>
              <a:rPr b="1" i="0" lang="en-US" sz="3600" u="none" cap="none" strike="noStrike">
                <a:solidFill>
                  <a:srgbClr val="FFFFFF"/>
                </a:solidFill>
                <a:latin typeface="Noto Sans"/>
                <a:ea typeface="Noto Sans"/>
                <a:cs typeface="Noto Sans"/>
                <a:sym typeface="Noto Sans"/>
              </a:rPr>
              <a:t>Anuncio 2</a:t>
            </a:r>
            <a:endParaRPr/>
          </a:p>
          <a:p>
            <a:pPr indent="-548640" lvl="1" marL="1097280" marR="0" rtl="0" algn="l">
              <a:lnSpc>
                <a:spcPct val="180000"/>
              </a:lnSpc>
              <a:spcBef>
                <a:spcPts val="0"/>
              </a:spcBef>
              <a:spcAft>
                <a:spcPts val="0"/>
              </a:spcAft>
              <a:buClr>
                <a:srgbClr val="FFFFFF"/>
              </a:buClr>
              <a:buSzPts val="3600"/>
              <a:buFont typeface="Arial"/>
              <a:buChar char="•"/>
            </a:pPr>
            <a:r>
              <a:rPr b="1" i="0" lang="en-US" sz="3600" u="none" cap="none" strike="noStrike">
                <a:solidFill>
                  <a:srgbClr val="FFFFFF"/>
                </a:solidFill>
                <a:latin typeface="Noto Sans"/>
                <a:ea typeface="Noto Sans"/>
                <a:cs typeface="Noto Sans"/>
                <a:sym typeface="Noto Sans"/>
              </a:rPr>
              <a:t>Anuncio 3</a:t>
            </a:r>
            <a:endParaRPr/>
          </a:p>
        </p:txBody>
      </p:sp>
      <p:sp>
        <p:nvSpPr>
          <p:cNvPr id="175" name="Google Shape;175;p3"/>
          <p:cNvSpPr/>
          <p:nvPr/>
        </p:nvSpPr>
        <p:spPr>
          <a:xfrm>
            <a:off x="1870300" y="3255007"/>
            <a:ext cx="4876800" cy="4876800"/>
          </a:xfrm>
          <a:custGeom>
            <a:rect b="b" l="l" r="r" t="t"/>
            <a:pathLst>
              <a:path extrusionOk="0" h="6502400" w="6502400">
                <a:moveTo>
                  <a:pt x="0" y="0"/>
                </a:moveTo>
                <a:lnTo>
                  <a:pt x="6502400" y="0"/>
                </a:lnTo>
                <a:lnTo>
                  <a:pt x="6502400" y="6502400"/>
                </a:lnTo>
                <a:lnTo>
                  <a:pt x="0" y="650240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183" name="Shape 183"/>
        <p:cNvGrpSpPr/>
        <p:nvPr/>
      </p:nvGrpSpPr>
      <p:grpSpPr>
        <a:xfrm>
          <a:off x="0" y="0"/>
          <a:ext cx="0" cy="0"/>
          <a:chOff x="0" y="0"/>
          <a:chExt cx="0" cy="0"/>
        </a:xfrm>
      </p:grpSpPr>
      <p:grpSp>
        <p:nvGrpSpPr>
          <p:cNvPr id="184" name="Google Shape;184;p4"/>
          <p:cNvGrpSpPr/>
          <p:nvPr/>
        </p:nvGrpSpPr>
        <p:grpSpPr>
          <a:xfrm>
            <a:off x="1238402" y="1216971"/>
            <a:ext cx="15810605" cy="1640233"/>
            <a:chOff x="0" y="-28575"/>
            <a:chExt cx="21080806" cy="2186978"/>
          </a:xfrm>
        </p:grpSpPr>
        <p:sp>
          <p:nvSpPr>
            <p:cNvPr id="185" name="Google Shape;185;p4"/>
            <p:cNvSpPr/>
            <p:nvPr/>
          </p:nvSpPr>
          <p:spPr>
            <a:xfrm>
              <a:off x="0" y="0"/>
              <a:ext cx="21080800" cy="2158400"/>
            </a:xfrm>
            <a:custGeom>
              <a:rect b="b" l="l" r="r" t="t"/>
              <a:pathLst>
                <a:path extrusionOk="0" h="2158400" w="21080800">
                  <a:moveTo>
                    <a:pt x="0" y="0"/>
                  </a:moveTo>
                  <a:lnTo>
                    <a:pt x="21080800" y="0"/>
                  </a:lnTo>
                  <a:lnTo>
                    <a:pt x="21080800" y="2158400"/>
                  </a:lnTo>
                  <a:lnTo>
                    <a:pt x="0" y="2158400"/>
                  </a:lnTo>
                  <a:close/>
                </a:path>
              </a:pathLst>
            </a:custGeom>
            <a:blipFill rotWithShape="1">
              <a:blip r:embed="rId3">
                <a:alphaModFix amt="0"/>
              </a:blip>
              <a:stretch>
                <a:fillRect b="-140302" l="0" r="0" t="-140302"/>
              </a:stretch>
            </a:blipFill>
            <a:ln>
              <a:noFill/>
            </a:ln>
          </p:spPr>
        </p:sp>
        <p:sp>
          <p:nvSpPr>
            <p:cNvPr id="186" name="Google Shape;186;p4"/>
            <p:cNvSpPr txBox="1"/>
            <p:nvPr/>
          </p:nvSpPr>
          <p:spPr>
            <a:xfrm>
              <a:off x="0" y="-28575"/>
              <a:ext cx="21080806" cy="218697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6400" u="none" cap="none" strike="noStrike">
                  <a:solidFill>
                    <a:srgbClr val="92F7FF"/>
                  </a:solidFill>
                  <a:latin typeface="Arimo"/>
                  <a:ea typeface="Arimo"/>
                  <a:cs typeface="Arimo"/>
                  <a:sym typeface="Arimo"/>
                </a:rPr>
                <a:t>Anuncios Importantes</a:t>
              </a:r>
              <a:endParaRPr/>
            </a:p>
          </p:txBody>
        </p:sp>
      </p:grpSp>
      <p:sp>
        <p:nvSpPr>
          <p:cNvPr id="187" name="Google Shape;187;p4"/>
          <p:cNvSpPr txBox="1"/>
          <p:nvPr/>
        </p:nvSpPr>
        <p:spPr>
          <a:xfrm>
            <a:off x="8488470" y="3246472"/>
            <a:ext cx="7549353" cy="4839624"/>
          </a:xfrm>
          <a:prstGeom prst="rect">
            <a:avLst/>
          </a:prstGeom>
          <a:noFill/>
          <a:ln>
            <a:noFill/>
          </a:ln>
        </p:spPr>
        <p:txBody>
          <a:bodyPr anchorCtr="0" anchor="t" bIns="0" lIns="0" spcFirstLastPara="1" rIns="0" wrap="square" tIns="0">
            <a:spAutoFit/>
          </a:bodyPr>
          <a:lstStyle/>
          <a:p>
            <a:pPr indent="-548640" lvl="1" marL="1097280" marR="0" rtl="0" algn="l">
              <a:lnSpc>
                <a:spcPct val="180000"/>
              </a:lnSpc>
              <a:spcBef>
                <a:spcPts val="0"/>
              </a:spcBef>
              <a:spcAft>
                <a:spcPts val="0"/>
              </a:spcAft>
              <a:buClr>
                <a:srgbClr val="FFFFFF"/>
              </a:buClr>
              <a:buSzPts val="3600"/>
              <a:buFont typeface="Noto Sans"/>
              <a:buAutoNum type="arabicPeriod"/>
            </a:pPr>
            <a:r>
              <a:rPr b="1" i="0" lang="en-US" sz="3600" u="none" cap="none" strike="noStrike">
                <a:solidFill>
                  <a:srgbClr val="FFFFFF"/>
                </a:solidFill>
                <a:latin typeface="Noto Sans"/>
                <a:ea typeface="Noto Sans"/>
                <a:cs typeface="Noto Sans"/>
                <a:sym typeface="Noto Sans"/>
              </a:rPr>
              <a:t>Actividad</a:t>
            </a:r>
            <a:endParaRPr/>
          </a:p>
          <a:p>
            <a:pPr indent="-548640" lvl="1" marL="1097280" marR="0" rtl="0" algn="l">
              <a:lnSpc>
                <a:spcPct val="180000"/>
              </a:lnSpc>
              <a:spcBef>
                <a:spcPts val="0"/>
              </a:spcBef>
              <a:spcAft>
                <a:spcPts val="0"/>
              </a:spcAft>
              <a:buClr>
                <a:srgbClr val="FFFFFF"/>
              </a:buClr>
              <a:buSzPts val="3600"/>
              <a:buFont typeface="Noto Sans"/>
              <a:buAutoNum type="arabicPeriod"/>
            </a:pPr>
            <a:r>
              <a:rPr b="1" i="0" lang="en-US" sz="3600" u="none" cap="none" strike="noStrike">
                <a:solidFill>
                  <a:srgbClr val="FFFFFF"/>
                </a:solidFill>
                <a:latin typeface="Noto Sans"/>
                <a:ea typeface="Noto Sans"/>
                <a:cs typeface="Noto Sans"/>
                <a:sym typeface="Noto Sans"/>
              </a:rPr>
              <a:t>Actividad</a:t>
            </a:r>
            <a:endParaRPr/>
          </a:p>
          <a:p>
            <a:pPr indent="-548640" lvl="1" marL="1097280" marR="0" rtl="0" algn="l">
              <a:lnSpc>
                <a:spcPct val="180000"/>
              </a:lnSpc>
              <a:spcBef>
                <a:spcPts val="0"/>
              </a:spcBef>
              <a:spcAft>
                <a:spcPts val="0"/>
              </a:spcAft>
              <a:buClr>
                <a:srgbClr val="FFFFFF"/>
              </a:buClr>
              <a:buSzPts val="3600"/>
              <a:buFont typeface="Noto Sans"/>
              <a:buAutoNum type="arabicPeriod"/>
            </a:pPr>
            <a:r>
              <a:rPr b="1" i="0" lang="en-US" sz="3600" u="none" cap="none" strike="noStrike">
                <a:solidFill>
                  <a:srgbClr val="FFFFFF"/>
                </a:solidFill>
                <a:latin typeface="Noto Sans"/>
                <a:ea typeface="Noto Sans"/>
                <a:cs typeface="Noto Sans"/>
                <a:sym typeface="Noto Sans"/>
              </a:rPr>
              <a:t>Actividad</a:t>
            </a:r>
            <a:endParaRPr/>
          </a:p>
        </p:txBody>
      </p:sp>
      <p:sp>
        <p:nvSpPr>
          <p:cNvPr id="188" name="Google Shape;188;p4"/>
          <p:cNvSpPr/>
          <p:nvPr/>
        </p:nvSpPr>
        <p:spPr>
          <a:xfrm>
            <a:off x="1625098" y="3327902"/>
            <a:ext cx="4876800" cy="4876800"/>
          </a:xfrm>
          <a:custGeom>
            <a:rect b="b" l="l" r="r" t="t"/>
            <a:pathLst>
              <a:path extrusionOk="0" h="6502400" w="6502400">
                <a:moveTo>
                  <a:pt x="0" y="0"/>
                </a:moveTo>
                <a:lnTo>
                  <a:pt x="6502400" y="0"/>
                </a:lnTo>
                <a:lnTo>
                  <a:pt x="6502400" y="6502400"/>
                </a:lnTo>
                <a:lnTo>
                  <a:pt x="0" y="650240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196" name="Shape 196"/>
        <p:cNvGrpSpPr/>
        <p:nvPr/>
      </p:nvGrpSpPr>
      <p:grpSpPr>
        <a:xfrm>
          <a:off x="0" y="0"/>
          <a:ext cx="0" cy="0"/>
          <a:chOff x="0" y="0"/>
          <a:chExt cx="0" cy="0"/>
        </a:xfrm>
      </p:grpSpPr>
      <p:grpSp>
        <p:nvGrpSpPr>
          <p:cNvPr id="197" name="Google Shape;197;p5"/>
          <p:cNvGrpSpPr/>
          <p:nvPr/>
        </p:nvGrpSpPr>
        <p:grpSpPr>
          <a:xfrm>
            <a:off x="1238402" y="1238402"/>
            <a:ext cx="7482002" cy="1618802"/>
            <a:chOff x="0" y="0"/>
            <a:chExt cx="9976002" cy="2158403"/>
          </a:xfrm>
        </p:grpSpPr>
        <p:sp>
          <p:nvSpPr>
            <p:cNvPr id="198" name="Google Shape;198;p5"/>
            <p:cNvSpPr/>
            <p:nvPr/>
          </p:nvSpPr>
          <p:spPr>
            <a:xfrm>
              <a:off x="0" y="0"/>
              <a:ext cx="9976000" cy="2158400"/>
            </a:xfrm>
            <a:custGeom>
              <a:rect b="b" l="l" r="r" t="t"/>
              <a:pathLst>
                <a:path extrusionOk="0" h="2158400" w="9976000">
                  <a:moveTo>
                    <a:pt x="0" y="0"/>
                  </a:moveTo>
                  <a:lnTo>
                    <a:pt x="9976000" y="0"/>
                  </a:lnTo>
                  <a:lnTo>
                    <a:pt x="9976000" y="2158400"/>
                  </a:lnTo>
                  <a:lnTo>
                    <a:pt x="0" y="2158400"/>
                  </a:lnTo>
                  <a:close/>
                </a:path>
              </a:pathLst>
            </a:custGeom>
            <a:blipFill rotWithShape="1">
              <a:blip r:embed="rId3">
                <a:alphaModFix amt="0"/>
              </a:blip>
              <a:stretch>
                <a:fillRect b="-40058" l="0" r="0" t="-40058"/>
              </a:stretch>
            </a:blipFill>
            <a:ln>
              <a:noFill/>
            </a:ln>
          </p:spPr>
        </p:sp>
        <p:sp>
          <p:nvSpPr>
            <p:cNvPr id="199" name="Google Shape;199;p5"/>
            <p:cNvSpPr txBox="1"/>
            <p:nvPr/>
          </p:nvSpPr>
          <p:spPr>
            <a:xfrm>
              <a:off x="0" y="28575"/>
              <a:ext cx="9976002" cy="2129828"/>
            </a:xfrm>
            <a:prstGeom prst="rect">
              <a:avLst/>
            </a:prstGeom>
            <a:noFill/>
            <a:ln>
              <a:noFill/>
            </a:ln>
          </p:spPr>
          <p:txBody>
            <a:bodyPr anchorCtr="0" anchor="ctr" bIns="0" lIns="0" spcFirstLastPara="1" rIns="0" wrap="square" tIns="0">
              <a:noAutofit/>
            </a:bodyPr>
            <a:lstStyle/>
            <a:p>
              <a:pPr indent="0" lvl="0" marL="0" marR="0" rtl="0" algn="l">
                <a:lnSpc>
                  <a:spcPct val="108021"/>
                </a:lnSpc>
                <a:spcBef>
                  <a:spcPts val="0"/>
                </a:spcBef>
                <a:spcAft>
                  <a:spcPts val="0"/>
                </a:spcAft>
                <a:buNone/>
              </a:pPr>
              <a:r>
                <a:rPr b="1" i="0" lang="en-US" sz="4999" u="none" cap="none" strike="noStrike">
                  <a:solidFill>
                    <a:srgbClr val="92F7FF"/>
                  </a:solidFill>
                  <a:latin typeface="Arimo"/>
                  <a:ea typeface="Arimo"/>
                  <a:cs typeface="Arimo"/>
                  <a:sym typeface="Arimo"/>
                </a:rPr>
                <a:t>Competencia(s) que desarrollaremos</a:t>
              </a:r>
              <a:endParaRPr/>
            </a:p>
          </p:txBody>
        </p:sp>
      </p:grpSp>
      <p:sp>
        <p:nvSpPr>
          <p:cNvPr descr="image69fbd2aa5b56c" id="200" name="Google Shape;200;p5"/>
          <p:cNvSpPr/>
          <p:nvPr/>
        </p:nvSpPr>
        <p:spPr>
          <a:xfrm>
            <a:off x="10540994" y="514102"/>
            <a:ext cx="7289387" cy="9258015"/>
          </a:xfrm>
          <a:custGeom>
            <a:rect b="b" l="l" r="r" t="t"/>
            <a:pathLst>
              <a:path extrusionOk="0" h="12344019" w="9719183">
                <a:moveTo>
                  <a:pt x="0" y="1619885"/>
                </a:moveTo>
                <a:cubicBezTo>
                  <a:pt x="0" y="725297"/>
                  <a:pt x="725297" y="0"/>
                  <a:pt x="1619885" y="0"/>
                </a:cubicBezTo>
                <a:lnTo>
                  <a:pt x="8099298" y="0"/>
                </a:lnTo>
                <a:cubicBezTo>
                  <a:pt x="8993886" y="0"/>
                  <a:pt x="9719183" y="725297"/>
                  <a:pt x="9719183" y="1619885"/>
                </a:cubicBezTo>
                <a:lnTo>
                  <a:pt x="9719183" y="10724134"/>
                </a:lnTo>
                <a:cubicBezTo>
                  <a:pt x="9719183" y="11618722"/>
                  <a:pt x="8993886" y="12344019"/>
                  <a:pt x="8099298" y="12344019"/>
                </a:cubicBezTo>
                <a:lnTo>
                  <a:pt x="1619885" y="12344019"/>
                </a:lnTo>
                <a:cubicBezTo>
                  <a:pt x="725297" y="12344019"/>
                  <a:pt x="0" y="11618722"/>
                  <a:pt x="0" y="10724134"/>
                </a:cubicBezTo>
                <a:close/>
              </a:path>
            </a:pathLst>
          </a:custGeom>
          <a:blipFill rotWithShape="1">
            <a:blip r:embed="rId4">
              <a:alphaModFix/>
            </a:blip>
            <a:stretch>
              <a:fillRect b="0" l="-6447" r="-644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428549" y="4423400"/>
            <a:ext cx="3294316" cy="3294316"/>
          </a:xfrm>
          <a:custGeom>
            <a:rect b="b" l="l" r="r" t="t"/>
            <a:pathLst>
              <a:path extrusionOk="0" h="4392422" w="4392422">
                <a:moveTo>
                  <a:pt x="0" y="0"/>
                </a:moveTo>
                <a:lnTo>
                  <a:pt x="4392422" y="0"/>
                </a:lnTo>
                <a:lnTo>
                  <a:pt x="4392422" y="4392422"/>
                </a:lnTo>
                <a:lnTo>
                  <a:pt x="0" y="4392422"/>
                </a:lnTo>
                <a:lnTo>
                  <a:pt x="0" y="0"/>
                </a:lnTo>
                <a:close/>
              </a:path>
            </a:pathLst>
          </a:custGeom>
          <a:blipFill rotWithShape="1">
            <a:blip r:embed="rId5">
              <a:alphaModFix/>
            </a:blip>
            <a:stretch>
              <a:fillRect b="0" l="0" r="0" t="0"/>
            </a:stretch>
          </a:blipFill>
          <a:ln>
            <a:noFill/>
          </a:ln>
        </p:spPr>
      </p:sp>
      <p:sp>
        <p:nvSpPr>
          <p:cNvPr id="202" name="Google Shape;202;p5"/>
          <p:cNvSpPr txBox="1"/>
          <p:nvPr/>
        </p:nvSpPr>
        <p:spPr>
          <a:xfrm>
            <a:off x="3722846" y="4029205"/>
            <a:ext cx="5723215" cy="4487253"/>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2330" u="none" cap="none" strike="noStrike">
                <a:solidFill>
                  <a:srgbClr val="FFFFFF"/>
                </a:solidFill>
                <a:latin typeface="Open Sans"/>
                <a:ea typeface="Open Sans"/>
                <a:cs typeface="Open Sans"/>
                <a:sym typeface="Open Sans"/>
              </a:rPr>
              <a:t>EL ESTUDIANTE DESARROLLA APLICACIONES MULTIHILO QUE GESTIONAN DE FORMA SEGURA EL ACCESO A RECUrsos compartidos mediante la implementación de la API de PThreads y el uso de primitivas de sincronización como mutexes y semáforos para evitar condiciones de carrera, asegurar la consistencia de datos y prevenir interbloqueos (deadlocks).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210" name="Shape 210"/>
        <p:cNvGrpSpPr/>
        <p:nvPr/>
      </p:nvGrpSpPr>
      <p:grpSpPr>
        <a:xfrm>
          <a:off x="0" y="0"/>
          <a:ext cx="0" cy="0"/>
          <a:chOff x="0" y="0"/>
          <a:chExt cx="0" cy="0"/>
        </a:xfrm>
      </p:grpSpPr>
      <p:grpSp>
        <p:nvGrpSpPr>
          <p:cNvPr id="211" name="Google Shape;211;p6"/>
          <p:cNvGrpSpPr/>
          <p:nvPr/>
        </p:nvGrpSpPr>
        <p:grpSpPr>
          <a:xfrm>
            <a:off x="1238402" y="1238402"/>
            <a:ext cx="7482002" cy="1618802"/>
            <a:chOff x="0" y="0"/>
            <a:chExt cx="9976002" cy="2158403"/>
          </a:xfrm>
        </p:grpSpPr>
        <p:sp>
          <p:nvSpPr>
            <p:cNvPr id="212" name="Google Shape;212;p6"/>
            <p:cNvSpPr/>
            <p:nvPr/>
          </p:nvSpPr>
          <p:spPr>
            <a:xfrm>
              <a:off x="0" y="0"/>
              <a:ext cx="9976000" cy="2158400"/>
            </a:xfrm>
            <a:custGeom>
              <a:rect b="b" l="l" r="r" t="t"/>
              <a:pathLst>
                <a:path extrusionOk="0" h="2158400" w="9976000">
                  <a:moveTo>
                    <a:pt x="0" y="0"/>
                  </a:moveTo>
                  <a:lnTo>
                    <a:pt x="9976000" y="0"/>
                  </a:lnTo>
                  <a:lnTo>
                    <a:pt x="9976000" y="2158400"/>
                  </a:lnTo>
                  <a:lnTo>
                    <a:pt x="0" y="2158400"/>
                  </a:lnTo>
                  <a:close/>
                </a:path>
              </a:pathLst>
            </a:custGeom>
            <a:blipFill rotWithShape="1">
              <a:blip r:embed="rId3">
                <a:alphaModFix amt="0"/>
              </a:blip>
              <a:stretch>
                <a:fillRect b="-40058" l="0" r="0" t="-40058"/>
              </a:stretch>
            </a:blipFill>
            <a:ln>
              <a:noFill/>
            </a:ln>
          </p:spPr>
        </p:sp>
        <p:sp>
          <p:nvSpPr>
            <p:cNvPr id="213" name="Google Shape;213;p6"/>
            <p:cNvSpPr txBox="1"/>
            <p:nvPr/>
          </p:nvSpPr>
          <p:spPr>
            <a:xfrm>
              <a:off x="0" y="28575"/>
              <a:ext cx="9976002" cy="2129828"/>
            </a:xfrm>
            <a:prstGeom prst="rect">
              <a:avLst/>
            </a:prstGeom>
            <a:noFill/>
            <a:ln>
              <a:noFill/>
            </a:ln>
          </p:spPr>
          <p:txBody>
            <a:bodyPr anchorCtr="0" anchor="ctr" bIns="0" lIns="0" spcFirstLastPara="1" rIns="0" wrap="square" tIns="0">
              <a:noAutofit/>
            </a:bodyPr>
            <a:lstStyle/>
            <a:p>
              <a:pPr indent="0" lvl="0" marL="0" marR="0" rtl="0" algn="l">
                <a:lnSpc>
                  <a:spcPct val="108021"/>
                </a:lnSpc>
                <a:spcBef>
                  <a:spcPts val="0"/>
                </a:spcBef>
                <a:spcAft>
                  <a:spcPts val="0"/>
                </a:spcAft>
                <a:buNone/>
              </a:pPr>
              <a:r>
                <a:rPr b="1" i="0" lang="en-US" sz="4999" u="none" cap="none" strike="noStrike">
                  <a:solidFill>
                    <a:srgbClr val="92F7FF"/>
                  </a:solidFill>
                  <a:latin typeface="Arimo"/>
                  <a:ea typeface="Arimo"/>
                  <a:cs typeface="Arimo"/>
                  <a:sym typeface="Arimo"/>
                </a:rPr>
                <a:t>Valor(es) de la Semana</a:t>
              </a:r>
              <a:endParaRPr/>
            </a:p>
          </p:txBody>
        </p:sp>
      </p:grpSp>
      <p:sp>
        <p:nvSpPr>
          <p:cNvPr id="214" name="Google Shape;214;p6"/>
          <p:cNvSpPr/>
          <p:nvPr/>
        </p:nvSpPr>
        <p:spPr>
          <a:xfrm>
            <a:off x="10540994" y="514102"/>
            <a:ext cx="7289387" cy="9258015"/>
          </a:xfrm>
          <a:custGeom>
            <a:rect b="b" l="l" r="r" t="t"/>
            <a:pathLst>
              <a:path extrusionOk="0" h="12344019" w="9719183">
                <a:moveTo>
                  <a:pt x="0" y="1619885"/>
                </a:moveTo>
                <a:cubicBezTo>
                  <a:pt x="0" y="725297"/>
                  <a:pt x="725297" y="0"/>
                  <a:pt x="1619885" y="0"/>
                </a:cubicBezTo>
                <a:lnTo>
                  <a:pt x="8099298" y="0"/>
                </a:lnTo>
                <a:cubicBezTo>
                  <a:pt x="8993886" y="0"/>
                  <a:pt x="9719183" y="725297"/>
                  <a:pt x="9719183" y="1619885"/>
                </a:cubicBezTo>
                <a:lnTo>
                  <a:pt x="9719183" y="10724134"/>
                </a:lnTo>
                <a:cubicBezTo>
                  <a:pt x="9719183" y="11618722"/>
                  <a:pt x="8993886" y="12344019"/>
                  <a:pt x="8099298" y="12344019"/>
                </a:cubicBezTo>
                <a:lnTo>
                  <a:pt x="1619885" y="12344019"/>
                </a:lnTo>
                <a:cubicBezTo>
                  <a:pt x="725297" y="12344019"/>
                  <a:pt x="0" y="11618722"/>
                  <a:pt x="0" y="10724134"/>
                </a:cubicBezTo>
                <a:close/>
              </a:path>
            </a:pathLst>
          </a:custGeom>
          <a:blipFill rotWithShape="1">
            <a:blip r:embed="rId4">
              <a:alphaModFix/>
            </a:blip>
            <a:stretch>
              <a:fillRect b="0" l="-62892" r="-62892"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6"/>
          <p:cNvSpPr/>
          <p:nvPr/>
        </p:nvSpPr>
        <p:spPr>
          <a:xfrm>
            <a:off x="2804893" y="5382407"/>
            <a:ext cx="4695920" cy="4114800"/>
          </a:xfrm>
          <a:custGeom>
            <a:rect b="b" l="l" r="r" t="t"/>
            <a:pathLst>
              <a:path extrusionOk="0" h="4114800" w="4695920">
                <a:moveTo>
                  <a:pt x="0" y="0"/>
                </a:moveTo>
                <a:lnTo>
                  <a:pt x="4695920" y="0"/>
                </a:lnTo>
                <a:lnTo>
                  <a:pt x="4695920" y="4114800"/>
                </a:lnTo>
                <a:lnTo>
                  <a:pt x="0" y="4114800"/>
                </a:lnTo>
                <a:lnTo>
                  <a:pt x="0" y="0"/>
                </a:lnTo>
                <a:close/>
              </a:path>
            </a:pathLst>
          </a:custGeom>
          <a:blipFill rotWithShape="1">
            <a:blip r:embed="rId5">
              <a:alphaModFix/>
            </a:blip>
            <a:stretch>
              <a:fillRect b="0" l="0" r="0" t="0"/>
            </a:stretch>
          </a:blipFill>
          <a:ln>
            <a:noFill/>
          </a:ln>
        </p:spPr>
      </p:sp>
      <p:sp>
        <p:nvSpPr>
          <p:cNvPr id="216" name="Google Shape;216;p6"/>
          <p:cNvSpPr txBox="1"/>
          <p:nvPr/>
        </p:nvSpPr>
        <p:spPr>
          <a:xfrm>
            <a:off x="1238402" y="3114986"/>
            <a:ext cx="7482002" cy="2150849"/>
          </a:xfrm>
          <a:prstGeom prst="rect">
            <a:avLst/>
          </a:prstGeom>
          <a:noFill/>
          <a:ln>
            <a:noFill/>
          </a:ln>
        </p:spPr>
        <p:txBody>
          <a:bodyPr anchorCtr="0" anchor="t" bIns="0" lIns="0" spcFirstLastPara="1" rIns="0" wrap="square" tIns="0">
            <a:spAutoFit/>
          </a:bodyPr>
          <a:lstStyle/>
          <a:p>
            <a:pPr indent="0" lvl="0" marL="0" marR="0" rtl="0" algn="ctr">
              <a:lnSpc>
                <a:spcPct val="140032"/>
              </a:lnSpc>
              <a:spcBef>
                <a:spcPts val="0"/>
              </a:spcBef>
              <a:spcAft>
                <a:spcPts val="0"/>
              </a:spcAft>
              <a:buNone/>
            </a:pPr>
            <a:r>
              <a:rPr b="1" i="0" lang="en-US" sz="3070" u="none" cap="none" strike="noStrike">
                <a:solidFill>
                  <a:srgbClr val="FFFFFF"/>
                </a:solidFill>
                <a:latin typeface="Open Sans"/>
                <a:ea typeface="Open Sans"/>
                <a:cs typeface="Open Sans"/>
                <a:sym typeface="Open Sans"/>
              </a:rPr>
              <a:t>DISCIPLINA</a:t>
            </a:r>
            <a:endParaRPr/>
          </a:p>
          <a:p>
            <a:pPr indent="0" lvl="0" marL="0" marR="0" rtl="0" algn="ctr">
              <a:lnSpc>
                <a:spcPct val="140032"/>
              </a:lnSpc>
              <a:spcBef>
                <a:spcPts val="0"/>
              </a:spcBef>
              <a:spcAft>
                <a:spcPts val="0"/>
              </a:spcAft>
              <a:buNone/>
            </a:pPr>
            <a:r>
              <a:t/>
            </a:r>
            <a:endParaRPr b="1" i="0" sz="3070" u="none" cap="none" strike="noStrike">
              <a:solidFill>
                <a:srgbClr val="FFFFFF"/>
              </a:solidFill>
              <a:latin typeface="Open Sans"/>
              <a:ea typeface="Open Sans"/>
              <a:cs typeface="Open Sans"/>
              <a:sym typeface="Open Sans"/>
            </a:endParaRPr>
          </a:p>
          <a:p>
            <a:pPr indent="0" lvl="0" marL="0" marR="0" rtl="0" algn="ctr">
              <a:lnSpc>
                <a:spcPct val="140032"/>
              </a:lnSpc>
              <a:spcBef>
                <a:spcPts val="0"/>
              </a:spcBef>
              <a:spcAft>
                <a:spcPts val="0"/>
              </a:spcAft>
              <a:buNone/>
            </a:pPr>
            <a:r>
              <a:rPr b="0" i="1" lang="en-US" sz="3070" u="none" cap="none" strike="noStrike">
                <a:solidFill>
                  <a:srgbClr val="FFFFFF"/>
                </a:solidFill>
                <a:latin typeface="Open Sans"/>
                <a:ea typeface="Open Sans"/>
                <a:cs typeface="Open Sans"/>
                <a:sym typeface="Open Sans"/>
              </a:rPr>
              <a:t>Orden y rigor en el diseño de algoritmos</a:t>
            </a:r>
            <a:endParaRPr/>
          </a:p>
          <a:p>
            <a:pPr indent="0" lvl="0" marL="0" marR="0" rtl="0" algn="ctr">
              <a:lnSpc>
                <a:spcPct val="140032"/>
              </a:lnSpc>
              <a:spcBef>
                <a:spcPts val="0"/>
              </a:spcBef>
              <a:spcAft>
                <a:spcPts val="0"/>
              </a:spcAft>
              <a:buNone/>
            </a:pPr>
            <a:r>
              <a:t/>
            </a:r>
            <a:endParaRPr b="0" i="1" sz="3070" u="none" cap="none" strike="noStrike">
              <a:solidFill>
                <a:srgbClr val="FFFFFF"/>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224" name="Shape 224"/>
        <p:cNvGrpSpPr/>
        <p:nvPr/>
      </p:nvGrpSpPr>
      <p:grpSpPr>
        <a:xfrm>
          <a:off x="0" y="0"/>
          <a:ext cx="0" cy="0"/>
          <a:chOff x="0" y="0"/>
          <a:chExt cx="0" cy="0"/>
        </a:xfrm>
      </p:grpSpPr>
      <p:sp>
        <p:nvSpPr>
          <p:cNvPr id="225" name="Google Shape;225;p7"/>
          <p:cNvSpPr/>
          <p:nvPr/>
        </p:nvSpPr>
        <p:spPr>
          <a:xfrm>
            <a:off x="-228089" y="6324437"/>
            <a:ext cx="18744142" cy="16121509"/>
          </a:xfrm>
          <a:custGeom>
            <a:rect b="b" l="l" r="r" t="t"/>
            <a:pathLst>
              <a:path extrusionOk="0" h="35812044" w="41637917">
                <a:moveTo>
                  <a:pt x="0" y="0"/>
                </a:moveTo>
                <a:lnTo>
                  <a:pt x="41637917" y="0"/>
                </a:lnTo>
                <a:lnTo>
                  <a:pt x="41637917" y="35812044"/>
                </a:lnTo>
                <a:lnTo>
                  <a:pt x="0" y="35812044"/>
                </a:lnTo>
                <a:lnTo>
                  <a:pt x="0" y="0"/>
                </a:lnTo>
                <a:close/>
              </a:path>
            </a:pathLst>
          </a:custGeom>
          <a:blipFill rotWithShape="1">
            <a:blip r:embed="rId3">
              <a:alphaModFix/>
            </a:blip>
            <a:stretch>
              <a:fillRect b="0" l="-2159" r="-2159" t="0"/>
            </a:stretch>
          </a:blipFill>
          <a:ln>
            <a:noFill/>
          </a:ln>
        </p:spPr>
      </p:sp>
      <p:grpSp>
        <p:nvGrpSpPr>
          <p:cNvPr id="226" name="Google Shape;226;p7"/>
          <p:cNvGrpSpPr/>
          <p:nvPr/>
        </p:nvGrpSpPr>
        <p:grpSpPr>
          <a:xfrm>
            <a:off x="1238345" y="3577380"/>
            <a:ext cx="6952202" cy="2857200"/>
            <a:chOff x="0" y="0"/>
            <a:chExt cx="9269603" cy="3809600"/>
          </a:xfrm>
        </p:grpSpPr>
        <p:sp>
          <p:nvSpPr>
            <p:cNvPr id="227" name="Google Shape;227;p7"/>
            <p:cNvSpPr/>
            <p:nvPr/>
          </p:nvSpPr>
          <p:spPr>
            <a:xfrm>
              <a:off x="0" y="0"/>
              <a:ext cx="9269600" cy="3809594"/>
            </a:xfrm>
            <a:custGeom>
              <a:rect b="b" l="l" r="r" t="t"/>
              <a:pathLst>
                <a:path extrusionOk="0" h="3809594" w="9269600">
                  <a:moveTo>
                    <a:pt x="0" y="0"/>
                  </a:moveTo>
                  <a:lnTo>
                    <a:pt x="9269600" y="0"/>
                  </a:lnTo>
                  <a:lnTo>
                    <a:pt x="9269600" y="3809594"/>
                  </a:lnTo>
                  <a:lnTo>
                    <a:pt x="0" y="3809594"/>
                  </a:lnTo>
                  <a:close/>
                </a:path>
              </a:pathLst>
            </a:custGeom>
            <a:blipFill rotWithShape="1">
              <a:blip r:embed="rId4">
                <a:alphaModFix amt="0"/>
              </a:blip>
              <a:stretch>
                <a:fillRect b="0" l="-2729" r="-2730" t="0"/>
              </a:stretch>
            </a:blipFill>
            <a:ln>
              <a:noFill/>
            </a:ln>
          </p:spPr>
        </p:sp>
        <p:sp>
          <p:nvSpPr>
            <p:cNvPr id="228" name="Google Shape;228;p7"/>
            <p:cNvSpPr txBox="1"/>
            <p:nvPr/>
          </p:nvSpPr>
          <p:spPr>
            <a:xfrm>
              <a:off x="0" y="0"/>
              <a:ext cx="9269603" cy="38096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300" u="none" cap="none" strike="noStrike">
                  <a:solidFill>
                    <a:srgbClr val="92F7FF"/>
                  </a:solidFill>
                  <a:latin typeface="Archivo Black"/>
                  <a:ea typeface="Archivo Black"/>
                  <a:cs typeface="Archivo Black"/>
                  <a:sym typeface="Archivo Black"/>
                </a:rPr>
                <a:t>Hilos (Threads) y Concurrencia</a:t>
              </a:r>
              <a:endParaRPr/>
            </a:p>
          </p:txBody>
        </p:sp>
      </p:grpSp>
      <p:sp>
        <p:nvSpPr>
          <p:cNvPr id="229" name="Google Shape;229;p7"/>
          <p:cNvSpPr/>
          <p:nvPr/>
        </p:nvSpPr>
        <p:spPr>
          <a:xfrm>
            <a:off x="9601200" y="514083"/>
            <a:ext cx="8228933" cy="9258015"/>
          </a:xfrm>
          <a:custGeom>
            <a:rect b="b" l="l" r="r" t="t"/>
            <a:pathLst>
              <a:path extrusionOk="0" h="12344019" w="10971911">
                <a:moveTo>
                  <a:pt x="0" y="1828673"/>
                </a:moveTo>
                <a:cubicBezTo>
                  <a:pt x="0" y="818769"/>
                  <a:pt x="818769" y="0"/>
                  <a:pt x="1828673" y="0"/>
                </a:cubicBezTo>
                <a:lnTo>
                  <a:pt x="9143238" y="0"/>
                </a:lnTo>
                <a:cubicBezTo>
                  <a:pt x="10153142" y="0"/>
                  <a:pt x="10971911" y="818769"/>
                  <a:pt x="10971911" y="1828673"/>
                </a:cubicBezTo>
                <a:lnTo>
                  <a:pt x="10971911" y="10515346"/>
                </a:lnTo>
                <a:cubicBezTo>
                  <a:pt x="10971911" y="11525250"/>
                  <a:pt x="10153142" y="12344019"/>
                  <a:pt x="9143238" y="12344019"/>
                </a:cubicBezTo>
                <a:lnTo>
                  <a:pt x="1828673" y="12344019"/>
                </a:lnTo>
                <a:cubicBezTo>
                  <a:pt x="818769" y="12344019"/>
                  <a:pt x="0" y="11525250"/>
                  <a:pt x="0" y="10515346"/>
                </a:cubicBezTo>
                <a:close/>
              </a:path>
            </a:pathLst>
          </a:custGeom>
          <a:blipFill rotWithShape="1">
            <a:blip r:embed="rId5">
              <a:alphaModFix/>
            </a:blip>
            <a:stretch>
              <a:fillRect b="0" l="-60297" r="-6029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7"/>
          <p:cNvSpPr txBox="1"/>
          <p:nvPr/>
        </p:nvSpPr>
        <p:spPr>
          <a:xfrm>
            <a:off x="1329823" y="1274578"/>
            <a:ext cx="6986141" cy="1524000"/>
          </a:xfrm>
          <a:prstGeom prst="rect">
            <a:avLst/>
          </a:prstGeom>
          <a:noFill/>
          <a:ln>
            <a:noFill/>
          </a:ln>
        </p:spPr>
        <p:txBody>
          <a:bodyPr anchorCtr="0" anchor="t" bIns="0" lIns="0" spcFirstLastPara="1" rIns="0" wrap="square" tIns="0">
            <a:spAutoFit/>
          </a:bodyPr>
          <a:lstStyle/>
          <a:p>
            <a:pPr indent="0" lvl="0" marL="0" marR="0" rtl="0" algn="l">
              <a:lnSpc>
                <a:spcPct val="120002"/>
              </a:lnSpc>
              <a:spcBef>
                <a:spcPts val="0"/>
              </a:spcBef>
              <a:spcAft>
                <a:spcPts val="0"/>
              </a:spcAft>
              <a:buNone/>
            </a:pPr>
            <a:r>
              <a:rPr b="0" i="0" lang="en-US" sz="9999" u="none" cap="none" strike="noStrike">
                <a:solidFill>
                  <a:srgbClr val="92F7FF"/>
                </a:solidFill>
                <a:latin typeface="Archivo Black"/>
                <a:ea typeface="Archivo Black"/>
                <a:cs typeface="Archivo Black"/>
                <a:sym typeface="Archivo Black"/>
              </a:rPr>
              <a:t>Unidad 04</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238" name="Shape 238"/>
        <p:cNvGrpSpPr/>
        <p:nvPr/>
      </p:nvGrpSpPr>
      <p:grpSpPr>
        <a:xfrm>
          <a:off x="0" y="0"/>
          <a:ext cx="0" cy="0"/>
          <a:chOff x="0" y="0"/>
          <a:chExt cx="0" cy="0"/>
        </a:xfrm>
      </p:grpSpPr>
      <p:grpSp>
        <p:nvGrpSpPr>
          <p:cNvPr id="239" name="Google Shape;239;p8"/>
          <p:cNvGrpSpPr/>
          <p:nvPr/>
        </p:nvGrpSpPr>
        <p:grpSpPr>
          <a:xfrm>
            <a:off x="9861970" y="831786"/>
            <a:ext cx="7186914" cy="2225142"/>
            <a:chOff x="0" y="0"/>
            <a:chExt cx="9582551" cy="2966855"/>
          </a:xfrm>
        </p:grpSpPr>
        <p:sp>
          <p:nvSpPr>
            <p:cNvPr id="240" name="Google Shape;240;p8"/>
            <p:cNvSpPr/>
            <p:nvPr/>
          </p:nvSpPr>
          <p:spPr>
            <a:xfrm>
              <a:off x="0" y="0"/>
              <a:ext cx="9582551" cy="2966848"/>
            </a:xfrm>
            <a:custGeom>
              <a:rect b="b" l="l" r="r" t="t"/>
              <a:pathLst>
                <a:path extrusionOk="0" h="2966848" w="9582551">
                  <a:moveTo>
                    <a:pt x="0" y="0"/>
                  </a:moveTo>
                  <a:lnTo>
                    <a:pt x="9582551" y="0"/>
                  </a:lnTo>
                  <a:lnTo>
                    <a:pt x="9582551" y="2966848"/>
                  </a:lnTo>
                  <a:lnTo>
                    <a:pt x="0" y="2966848"/>
                  </a:lnTo>
                  <a:close/>
                </a:path>
              </a:pathLst>
            </a:custGeom>
            <a:blipFill rotWithShape="1">
              <a:blip r:embed="rId3">
                <a:alphaModFix amt="0"/>
              </a:blip>
              <a:stretch>
                <a:fillRect b="-74817" l="0" r="-119988" t="-102077"/>
              </a:stretch>
            </a:blipFill>
            <a:ln>
              <a:noFill/>
            </a:ln>
          </p:spPr>
        </p:sp>
        <p:sp>
          <p:nvSpPr>
            <p:cNvPr id="241" name="Google Shape;241;p8"/>
            <p:cNvSpPr txBox="1"/>
            <p:nvPr/>
          </p:nvSpPr>
          <p:spPr>
            <a:xfrm>
              <a:off x="0" y="0"/>
              <a:ext cx="9582551" cy="2966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Fundamentos de Hilos</a:t>
              </a:r>
              <a:endParaRPr/>
            </a:p>
          </p:txBody>
        </p:sp>
      </p:grpSp>
      <p:sp>
        <p:nvSpPr>
          <p:cNvPr id="242" name="Google Shape;242;p8"/>
          <p:cNvSpPr/>
          <p:nvPr/>
        </p:nvSpPr>
        <p:spPr>
          <a:xfrm>
            <a:off x="0" y="0"/>
            <a:ext cx="8996102" cy="10287000"/>
          </a:xfrm>
          <a:custGeom>
            <a:rect b="b" l="l" r="r" t="t"/>
            <a:pathLst>
              <a:path extrusionOk="0" h="10287000" w="8996102">
                <a:moveTo>
                  <a:pt x="0" y="0"/>
                </a:moveTo>
                <a:lnTo>
                  <a:pt x="8996102" y="0"/>
                </a:lnTo>
                <a:lnTo>
                  <a:pt x="8996102" y="10287000"/>
                </a:lnTo>
                <a:lnTo>
                  <a:pt x="0" y="10287000"/>
                </a:lnTo>
                <a:lnTo>
                  <a:pt x="0" y="0"/>
                </a:lnTo>
                <a:close/>
              </a:path>
            </a:pathLst>
          </a:custGeom>
          <a:blipFill rotWithShape="1">
            <a:blip r:embed="rId4">
              <a:alphaModFix/>
            </a:blip>
            <a:stretch>
              <a:fillRect b="0" l="0" r="-29993" t="0"/>
            </a:stretch>
          </a:blipFill>
          <a:ln>
            <a:noFill/>
          </a:ln>
        </p:spPr>
      </p:sp>
      <p:sp>
        <p:nvSpPr>
          <p:cNvPr id="243" name="Google Shape;243;p8"/>
          <p:cNvSpPr txBox="1"/>
          <p:nvPr/>
        </p:nvSpPr>
        <p:spPr>
          <a:xfrm>
            <a:off x="9861970" y="4620093"/>
            <a:ext cx="7095483" cy="2647951"/>
          </a:xfrm>
          <a:prstGeom prst="rect">
            <a:avLst/>
          </a:prstGeom>
          <a:noFill/>
          <a:ln>
            <a:noFill/>
          </a:ln>
        </p:spPr>
        <p:txBody>
          <a:bodyPr anchorCtr="0" anchor="t" bIns="0" lIns="0" spcFirstLastPara="1" rIns="0" wrap="square" tIns="0">
            <a:spAutoFit/>
          </a:bodyPr>
          <a:lstStyle/>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Definición de hilos como unidades mínimas de ejecución</a:t>
            </a:r>
            <a:endParaRPr/>
          </a:p>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Compartición de recursos dentro de un mismo proceso (memoria y archivos)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251" name="Shape 251"/>
        <p:cNvGrpSpPr/>
        <p:nvPr/>
      </p:nvGrpSpPr>
      <p:grpSpPr>
        <a:xfrm>
          <a:off x="0" y="0"/>
          <a:ext cx="0" cy="0"/>
          <a:chOff x="0" y="0"/>
          <a:chExt cx="0" cy="0"/>
        </a:xfrm>
      </p:grpSpPr>
      <p:grpSp>
        <p:nvGrpSpPr>
          <p:cNvPr id="252" name="Google Shape;252;p9"/>
          <p:cNvGrpSpPr/>
          <p:nvPr/>
        </p:nvGrpSpPr>
        <p:grpSpPr>
          <a:xfrm>
            <a:off x="1351927" y="860060"/>
            <a:ext cx="15478873" cy="2225142"/>
            <a:chOff x="0" y="0"/>
            <a:chExt cx="20638498" cy="2966855"/>
          </a:xfrm>
        </p:grpSpPr>
        <p:sp>
          <p:nvSpPr>
            <p:cNvPr id="253" name="Google Shape;253;p9"/>
            <p:cNvSpPr/>
            <p:nvPr/>
          </p:nvSpPr>
          <p:spPr>
            <a:xfrm>
              <a:off x="0" y="0"/>
              <a:ext cx="20638497" cy="2966848"/>
            </a:xfrm>
            <a:custGeom>
              <a:rect b="b" l="l" r="r" t="t"/>
              <a:pathLst>
                <a:path extrusionOk="0" h="2966848" w="20638497">
                  <a:moveTo>
                    <a:pt x="0" y="0"/>
                  </a:moveTo>
                  <a:lnTo>
                    <a:pt x="20638497" y="0"/>
                  </a:lnTo>
                  <a:lnTo>
                    <a:pt x="20638497" y="2966848"/>
                  </a:lnTo>
                  <a:lnTo>
                    <a:pt x="0" y="2966848"/>
                  </a:lnTo>
                  <a:close/>
                </a:path>
              </a:pathLst>
            </a:custGeom>
            <a:blipFill rotWithShape="1">
              <a:blip r:embed="rId3">
                <a:alphaModFix amt="0"/>
              </a:blip>
              <a:stretch>
                <a:fillRect b="-74817" l="0" r="-2142" t="-102077"/>
              </a:stretch>
            </a:blipFill>
            <a:ln>
              <a:noFill/>
            </a:ln>
          </p:spPr>
        </p:sp>
        <p:sp>
          <p:nvSpPr>
            <p:cNvPr id="254" name="Google Shape;254;p9"/>
            <p:cNvSpPr txBox="1"/>
            <p:nvPr/>
          </p:nvSpPr>
          <p:spPr>
            <a:xfrm>
              <a:off x="0" y="0"/>
              <a:ext cx="20638498" cy="2966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Definición de hilos como unidades mínimas de ejecución</a:t>
              </a:r>
              <a:endParaRPr/>
            </a:p>
          </p:txBody>
        </p:sp>
      </p:grpSp>
      <p:sp>
        <p:nvSpPr>
          <p:cNvPr id="255" name="Google Shape;255;p9"/>
          <p:cNvSpPr/>
          <p:nvPr/>
        </p:nvSpPr>
        <p:spPr>
          <a:xfrm>
            <a:off x="10191913" y="3451709"/>
            <a:ext cx="6638887" cy="5504744"/>
          </a:xfrm>
          <a:custGeom>
            <a:rect b="b" l="l" r="r" t="t"/>
            <a:pathLst>
              <a:path extrusionOk="0" h="5504744" w="6638887">
                <a:moveTo>
                  <a:pt x="0" y="0"/>
                </a:moveTo>
                <a:lnTo>
                  <a:pt x="6638887" y="0"/>
                </a:lnTo>
                <a:lnTo>
                  <a:pt x="6638887" y="5504744"/>
                </a:lnTo>
                <a:lnTo>
                  <a:pt x="0" y="5504744"/>
                </a:lnTo>
                <a:lnTo>
                  <a:pt x="0" y="0"/>
                </a:lnTo>
                <a:close/>
              </a:path>
            </a:pathLst>
          </a:custGeom>
          <a:blipFill rotWithShape="1">
            <a:blip r:embed="rId4">
              <a:alphaModFix/>
            </a:blip>
            <a:stretch>
              <a:fillRect b="0" l="0" r="0" t="0"/>
            </a:stretch>
          </a:blipFill>
          <a:ln>
            <a:noFill/>
          </a:ln>
        </p:spPr>
      </p:sp>
      <p:sp>
        <p:nvSpPr>
          <p:cNvPr id="256" name="Google Shape;256;p9"/>
          <p:cNvSpPr txBox="1"/>
          <p:nvPr/>
        </p:nvSpPr>
        <p:spPr>
          <a:xfrm>
            <a:off x="1351927" y="3280259"/>
            <a:ext cx="7792073" cy="5701666"/>
          </a:xfrm>
          <a:prstGeom prst="rect">
            <a:avLst/>
          </a:prstGeom>
          <a:noFill/>
          <a:ln>
            <a:noFill/>
          </a:ln>
        </p:spPr>
        <p:txBody>
          <a:bodyPr anchorCtr="0" anchor="t" bIns="0" lIns="0" spcFirstLastPara="1" rIns="0" wrap="square" tIns="0">
            <a:spAutoFit/>
          </a:bodyPr>
          <a:lstStyle/>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Un hilo de ejecución es la secuencia más pequeña de instrucciones que un programador puede gestionar de forma independiente. </a:t>
            </a:r>
            <a:endParaRPr/>
          </a:p>
          <a:p>
            <a:pPr indent="0" lvl="0" marL="0" marR="0" rtl="0" algn="l">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El sistema operativo crea y administra hilos, estos comparten la misma memoria y recursos que el programa que los creó, permitiendo que múltiples threads colaboren y trabajen de manera eficiente dentro de un solo programa.</a:t>
            </a:r>
            <a:endParaRPr/>
          </a:p>
          <a:p>
            <a:pPr indent="0" lvl="0" marL="0" marR="0" rtl="0" algn="l">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264" name="Shape 264"/>
        <p:cNvGrpSpPr/>
        <p:nvPr/>
      </p:nvGrpSpPr>
      <p:grpSpPr>
        <a:xfrm>
          <a:off x="0" y="0"/>
          <a:ext cx="0" cy="0"/>
          <a:chOff x="0" y="0"/>
          <a:chExt cx="0" cy="0"/>
        </a:xfrm>
      </p:grpSpPr>
      <p:grpSp>
        <p:nvGrpSpPr>
          <p:cNvPr id="265" name="Google Shape;265;p10"/>
          <p:cNvGrpSpPr/>
          <p:nvPr/>
        </p:nvGrpSpPr>
        <p:grpSpPr>
          <a:xfrm>
            <a:off x="1351927" y="860060"/>
            <a:ext cx="15478873" cy="1618560"/>
            <a:chOff x="0" y="0"/>
            <a:chExt cx="20638498" cy="2158080"/>
          </a:xfrm>
        </p:grpSpPr>
        <p:sp>
          <p:nvSpPr>
            <p:cNvPr id="266" name="Google Shape;266;p10"/>
            <p:cNvSpPr/>
            <p:nvPr/>
          </p:nvSpPr>
          <p:spPr>
            <a:xfrm>
              <a:off x="0" y="0"/>
              <a:ext cx="20638497" cy="2158074"/>
            </a:xfrm>
            <a:custGeom>
              <a:rect b="b" l="l" r="r" t="t"/>
              <a:pathLst>
                <a:path extrusionOk="0" h="2158074" w="20638497">
                  <a:moveTo>
                    <a:pt x="0" y="0"/>
                  </a:moveTo>
                  <a:lnTo>
                    <a:pt x="20638497" y="0"/>
                  </a:lnTo>
                  <a:lnTo>
                    <a:pt x="20638497" y="2158074"/>
                  </a:lnTo>
                  <a:lnTo>
                    <a:pt x="0" y="2158074"/>
                  </a:lnTo>
                  <a:close/>
                </a:path>
              </a:pathLst>
            </a:custGeom>
            <a:blipFill rotWithShape="1">
              <a:blip r:embed="rId3">
                <a:alphaModFix amt="0"/>
              </a:blip>
              <a:stretch>
                <a:fillRect b="-140331" l="0" r="-2142" t="-140331"/>
              </a:stretch>
            </a:blipFill>
            <a:ln>
              <a:noFill/>
            </a:ln>
          </p:spPr>
        </p:sp>
        <p:sp>
          <p:nvSpPr>
            <p:cNvPr id="267" name="Google Shape;267;p10"/>
            <p:cNvSpPr txBox="1"/>
            <p:nvPr/>
          </p:nvSpPr>
          <p:spPr>
            <a:xfrm>
              <a:off x="0" y="0"/>
              <a:ext cx="20638498" cy="2158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Proceso vs Hilo</a:t>
              </a:r>
              <a:endParaRPr/>
            </a:p>
          </p:txBody>
        </p:sp>
      </p:grpSp>
      <p:sp>
        <p:nvSpPr>
          <p:cNvPr id="268" name="Google Shape;268;p10"/>
          <p:cNvSpPr/>
          <p:nvPr/>
        </p:nvSpPr>
        <p:spPr>
          <a:xfrm>
            <a:off x="13725993" y="5299052"/>
            <a:ext cx="3717131" cy="4404170"/>
          </a:xfrm>
          <a:custGeom>
            <a:rect b="b" l="l" r="r" t="t"/>
            <a:pathLst>
              <a:path extrusionOk="0" h="4404170" w="3717131">
                <a:moveTo>
                  <a:pt x="0" y="0"/>
                </a:moveTo>
                <a:lnTo>
                  <a:pt x="3717131" y="0"/>
                </a:lnTo>
                <a:lnTo>
                  <a:pt x="3717131" y="4404170"/>
                </a:lnTo>
                <a:lnTo>
                  <a:pt x="0" y="4404170"/>
                </a:lnTo>
                <a:lnTo>
                  <a:pt x="0" y="0"/>
                </a:lnTo>
                <a:close/>
              </a:path>
            </a:pathLst>
          </a:custGeom>
          <a:blipFill rotWithShape="1">
            <a:blip r:embed="rId4">
              <a:alphaModFix/>
            </a:blip>
            <a:stretch>
              <a:fillRect b="0" l="-119065" r="-3990" t="0"/>
            </a:stretch>
          </a:blipFill>
          <a:ln>
            <a:noFill/>
          </a:ln>
        </p:spPr>
      </p:sp>
      <p:sp>
        <p:nvSpPr>
          <p:cNvPr id="269" name="Google Shape;269;p10"/>
          <p:cNvSpPr txBox="1"/>
          <p:nvPr/>
        </p:nvSpPr>
        <p:spPr>
          <a:xfrm>
            <a:off x="761100" y="2270267"/>
            <a:ext cx="8115300" cy="7683900"/>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b="0" i="0" lang="en-US" sz="2400" u="none" cap="none" strike="noStrike">
                <a:solidFill>
                  <a:srgbClr val="FFFFFF"/>
                </a:solidFill>
                <a:latin typeface="Archivo Narrow"/>
                <a:ea typeface="Archivo Narrow"/>
                <a:cs typeface="Archivo Narrow"/>
                <a:sym typeface="Archivo Narrow"/>
              </a:rPr>
              <a:t>En sistemas operativos modernos, tanto los procesos como los hilos son unidades de ejecución, pero se diferencian en el nivel de aislamiento, recursos que manejan y su costo de creación y cambio de contexto.</a:t>
            </a:r>
            <a:endParaRPr/>
          </a:p>
          <a:p>
            <a:pPr indent="0" lvl="0" marL="0" marR="0" rtl="0" algn="l">
              <a:lnSpc>
                <a:spcPct val="180000"/>
              </a:lnSpc>
              <a:spcBef>
                <a:spcPts val="0"/>
              </a:spcBef>
              <a:spcAft>
                <a:spcPts val="0"/>
              </a:spcAft>
              <a:buNone/>
            </a:pPr>
            <a:r>
              <a:t/>
            </a:r>
            <a:endParaRPr b="0" i="0" sz="2400" u="none" cap="none" strike="noStrike">
              <a:solidFill>
                <a:srgbClr val="FFFFFF"/>
              </a:solidFill>
              <a:latin typeface="Archivo Narrow"/>
              <a:ea typeface="Archivo Narrow"/>
              <a:cs typeface="Archivo Narrow"/>
              <a:sym typeface="Archivo Narrow"/>
            </a:endParaRPr>
          </a:p>
          <a:p>
            <a:pPr indent="-259080" lvl="1" marL="518160" marR="0" rtl="0" algn="l">
              <a:lnSpc>
                <a:spcPct val="180000"/>
              </a:lnSpc>
              <a:spcBef>
                <a:spcPts val="0"/>
              </a:spcBef>
              <a:spcAft>
                <a:spcPts val="0"/>
              </a:spcAft>
              <a:buClr>
                <a:srgbClr val="FFFFFF"/>
              </a:buClr>
              <a:buSzPts val="2400"/>
              <a:buFont typeface="Arial"/>
              <a:buChar char="•"/>
            </a:pPr>
            <a:r>
              <a:rPr b="0" i="0" lang="en-US" sz="2400" u="none" cap="none" strike="noStrike">
                <a:solidFill>
                  <a:srgbClr val="FFFFFF"/>
                </a:solidFill>
                <a:latin typeface="Archivo Narrow"/>
                <a:ea typeface="Archivo Narrow"/>
                <a:cs typeface="Archivo Narrow"/>
                <a:sym typeface="Archivo Narrow"/>
              </a:rPr>
              <a:t>Comparten los recursos del proceso: memoria, archivos abiertos, variables globales, etc.</a:t>
            </a:r>
            <a:endParaRPr/>
          </a:p>
          <a:p>
            <a:pPr indent="-259080" lvl="1" marL="518160" marR="0" rtl="0" algn="l">
              <a:lnSpc>
                <a:spcPct val="180000"/>
              </a:lnSpc>
              <a:spcBef>
                <a:spcPts val="0"/>
              </a:spcBef>
              <a:spcAft>
                <a:spcPts val="0"/>
              </a:spcAft>
              <a:buClr>
                <a:srgbClr val="FFFFFF"/>
              </a:buClr>
              <a:buSzPts val="2400"/>
              <a:buFont typeface="Arial"/>
              <a:buChar char="•"/>
            </a:pPr>
            <a:r>
              <a:rPr b="0" i="0" lang="en-US" sz="2400" u="none" cap="none" strike="noStrike">
                <a:solidFill>
                  <a:srgbClr val="FFFFFF"/>
                </a:solidFill>
                <a:latin typeface="Archivo Narrow"/>
                <a:ea typeface="Archivo Narrow"/>
                <a:cs typeface="Archivo Narrow"/>
                <a:sym typeface="Archivo Narrow"/>
              </a:rPr>
              <a:t>Se comunican fácilmente entre sí, pero también pueden interferirse si no se sincronizan.</a:t>
            </a:r>
            <a:endParaRPr/>
          </a:p>
          <a:p>
            <a:pPr indent="-259080" lvl="1" marL="518160" marR="0" rtl="0" algn="l">
              <a:lnSpc>
                <a:spcPct val="180000"/>
              </a:lnSpc>
              <a:spcBef>
                <a:spcPts val="0"/>
              </a:spcBef>
              <a:spcAft>
                <a:spcPts val="0"/>
              </a:spcAft>
              <a:buClr>
                <a:srgbClr val="FFFFFF"/>
              </a:buClr>
              <a:buSzPts val="2400"/>
              <a:buFont typeface="Arial"/>
              <a:buChar char="•"/>
            </a:pPr>
            <a:r>
              <a:rPr b="0" i="0" lang="en-US" sz="2400" u="none" cap="none" strike="noStrike">
                <a:solidFill>
                  <a:srgbClr val="FFFFFF"/>
                </a:solidFill>
                <a:latin typeface="Archivo Narrow"/>
                <a:ea typeface="Archivo Narrow"/>
                <a:cs typeface="Archivo Narrow"/>
                <a:sym typeface="Archivo Narrow"/>
              </a:rPr>
              <a:t>Crear un hilo requiere menos recursos del sistema que crear un proceso.</a:t>
            </a:r>
            <a:endParaRPr/>
          </a:p>
          <a:p>
            <a:pPr indent="-259080" lvl="1" marL="518160" marR="0" rtl="0" algn="l">
              <a:lnSpc>
                <a:spcPct val="180000"/>
              </a:lnSpc>
              <a:spcBef>
                <a:spcPts val="0"/>
              </a:spcBef>
              <a:spcAft>
                <a:spcPts val="0"/>
              </a:spcAft>
              <a:buClr>
                <a:srgbClr val="FFFFFF"/>
              </a:buClr>
              <a:buSzPts val="2400"/>
              <a:buFont typeface="Arial"/>
              <a:buChar char="•"/>
            </a:pPr>
            <a:r>
              <a:rPr b="0" i="0" lang="en-US" sz="2400" u="none" cap="none" strike="noStrike">
                <a:solidFill>
                  <a:srgbClr val="FFFFFF"/>
                </a:solidFill>
                <a:latin typeface="Archivo Narrow"/>
                <a:ea typeface="Archivo Narrow"/>
                <a:cs typeface="Archivo Narrow"/>
                <a:sym typeface="Archivo Narrow"/>
              </a:rPr>
              <a:t>El cambio de contexto entre hilos es más rápido.</a:t>
            </a:r>
            <a:endParaRPr/>
          </a:p>
          <a:p>
            <a:pPr indent="-259080" lvl="1" marL="518160" marR="0" rtl="0" algn="l">
              <a:lnSpc>
                <a:spcPct val="180000"/>
              </a:lnSpc>
              <a:spcBef>
                <a:spcPts val="0"/>
              </a:spcBef>
              <a:spcAft>
                <a:spcPts val="0"/>
              </a:spcAft>
              <a:buClr>
                <a:srgbClr val="FFFFFF"/>
              </a:buClr>
              <a:buSzPts val="2400"/>
              <a:buFont typeface="Arial"/>
              <a:buChar char="•"/>
            </a:pPr>
            <a:r>
              <a:rPr b="0" i="0" lang="en-US" sz="2400" u="none" cap="none" strike="noStrike">
                <a:solidFill>
                  <a:srgbClr val="FFFFFF"/>
                </a:solidFill>
                <a:latin typeface="Archivo Narrow"/>
                <a:ea typeface="Archivo Narrow"/>
                <a:cs typeface="Archivo Narrow"/>
                <a:sym typeface="Archivo Narrow"/>
              </a:rPr>
              <a:t>Existen hilos a nivel de usuario y a nivel de kernel</a:t>
            </a:r>
            <a:endParaRPr/>
          </a:p>
        </p:txBody>
      </p:sp>
      <p:sp>
        <p:nvSpPr>
          <p:cNvPr id="270" name="Google Shape;270;p10"/>
          <p:cNvSpPr/>
          <p:nvPr/>
        </p:nvSpPr>
        <p:spPr>
          <a:xfrm>
            <a:off x="9571494" y="3096967"/>
            <a:ext cx="3725874" cy="4404170"/>
          </a:xfrm>
          <a:custGeom>
            <a:rect b="b" l="l" r="r" t="t"/>
            <a:pathLst>
              <a:path extrusionOk="0" h="4404170" w="3725874">
                <a:moveTo>
                  <a:pt x="0" y="0"/>
                </a:moveTo>
                <a:lnTo>
                  <a:pt x="3725874" y="0"/>
                </a:lnTo>
                <a:lnTo>
                  <a:pt x="3725874" y="4404170"/>
                </a:lnTo>
                <a:lnTo>
                  <a:pt x="0" y="4404170"/>
                </a:lnTo>
                <a:lnTo>
                  <a:pt x="0" y="0"/>
                </a:lnTo>
                <a:close/>
              </a:path>
            </a:pathLst>
          </a:custGeom>
          <a:blipFill rotWithShape="1">
            <a:blip r:embed="rId4">
              <a:alphaModFix/>
            </a:blip>
            <a:stretch>
              <a:fillRect b="0" l="-3578" r="-118951"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278" name="Shape 278"/>
        <p:cNvGrpSpPr/>
        <p:nvPr/>
      </p:nvGrpSpPr>
      <p:grpSpPr>
        <a:xfrm>
          <a:off x="0" y="0"/>
          <a:ext cx="0" cy="0"/>
          <a:chOff x="0" y="0"/>
          <a:chExt cx="0" cy="0"/>
        </a:xfrm>
      </p:grpSpPr>
      <p:grpSp>
        <p:nvGrpSpPr>
          <p:cNvPr id="279" name="Google Shape;279;p11"/>
          <p:cNvGrpSpPr/>
          <p:nvPr/>
        </p:nvGrpSpPr>
        <p:grpSpPr>
          <a:xfrm>
            <a:off x="1351927" y="860060"/>
            <a:ext cx="15478873" cy="2225142"/>
            <a:chOff x="0" y="0"/>
            <a:chExt cx="20638498" cy="2966855"/>
          </a:xfrm>
        </p:grpSpPr>
        <p:sp>
          <p:nvSpPr>
            <p:cNvPr id="280" name="Google Shape;280;p11"/>
            <p:cNvSpPr/>
            <p:nvPr/>
          </p:nvSpPr>
          <p:spPr>
            <a:xfrm>
              <a:off x="0" y="0"/>
              <a:ext cx="20638497" cy="2966848"/>
            </a:xfrm>
            <a:custGeom>
              <a:rect b="b" l="l" r="r" t="t"/>
              <a:pathLst>
                <a:path extrusionOk="0" h="2966848" w="20638497">
                  <a:moveTo>
                    <a:pt x="0" y="0"/>
                  </a:moveTo>
                  <a:lnTo>
                    <a:pt x="20638497" y="0"/>
                  </a:lnTo>
                  <a:lnTo>
                    <a:pt x="20638497" y="2966848"/>
                  </a:lnTo>
                  <a:lnTo>
                    <a:pt x="0" y="2966848"/>
                  </a:lnTo>
                  <a:close/>
                </a:path>
              </a:pathLst>
            </a:custGeom>
            <a:blipFill rotWithShape="1">
              <a:blip r:embed="rId3">
                <a:alphaModFix amt="0"/>
              </a:blip>
              <a:stretch>
                <a:fillRect b="-74817" l="0" r="-2142" t="-102077"/>
              </a:stretch>
            </a:blipFill>
            <a:ln>
              <a:noFill/>
            </a:ln>
          </p:spPr>
        </p:sp>
        <p:sp>
          <p:nvSpPr>
            <p:cNvPr id="281" name="Google Shape;281;p11"/>
            <p:cNvSpPr txBox="1"/>
            <p:nvPr/>
          </p:nvSpPr>
          <p:spPr>
            <a:xfrm>
              <a:off x="0" y="0"/>
              <a:ext cx="20638498" cy="2966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Compartición de recursos dentro de un mismo proceso</a:t>
              </a:r>
              <a:endParaRPr/>
            </a:p>
          </p:txBody>
        </p:sp>
      </p:grpSp>
      <p:sp>
        <p:nvSpPr>
          <p:cNvPr id="282" name="Google Shape;282;p11"/>
          <p:cNvSpPr/>
          <p:nvPr/>
        </p:nvSpPr>
        <p:spPr>
          <a:xfrm>
            <a:off x="11463307" y="3429004"/>
            <a:ext cx="5115217" cy="5226275"/>
          </a:xfrm>
          <a:custGeom>
            <a:rect b="b" l="l" r="r" t="t"/>
            <a:pathLst>
              <a:path extrusionOk="0" h="5226275" w="5115217">
                <a:moveTo>
                  <a:pt x="0" y="0"/>
                </a:moveTo>
                <a:lnTo>
                  <a:pt x="5115217" y="0"/>
                </a:lnTo>
                <a:lnTo>
                  <a:pt x="5115217" y="5226276"/>
                </a:lnTo>
                <a:lnTo>
                  <a:pt x="0" y="5226276"/>
                </a:lnTo>
                <a:lnTo>
                  <a:pt x="0" y="0"/>
                </a:lnTo>
                <a:close/>
              </a:path>
            </a:pathLst>
          </a:custGeom>
          <a:blipFill rotWithShape="1">
            <a:blip r:embed="rId4">
              <a:alphaModFix/>
            </a:blip>
            <a:stretch>
              <a:fillRect b="0" l="0" r="0" t="0"/>
            </a:stretch>
          </a:blipFill>
          <a:ln>
            <a:noFill/>
          </a:ln>
        </p:spPr>
      </p:sp>
      <p:sp>
        <p:nvSpPr>
          <p:cNvPr id="283" name="Google Shape;283;p11"/>
          <p:cNvSpPr txBox="1"/>
          <p:nvPr/>
        </p:nvSpPr>
        <p:spPr>
          <a:xfrm>
            <a:off x="1351927" y="3786179"/>
            <a:ext cx="8438153" cy="3699511"/>
          </a:xfrm>
          <a:prstGeom prst="rect">
            <a:avLst/>
          </a:prstGeom>
          <a:noFill/>
          <a:ln>
            <a:noFill/>
          </a:ln>
        </p:spPr>
        <p:txBody>
          <a:bodyPr anchorCtr="0" anchor="t" bIns="0" lIns="0" spcFirstLastPara="1" rIns="0" wrap="square" tIns="0">
            <a:spAutoFit/>
          </a:bodyPr>
          <a:lstStyle/>
          <a:p>
            <a:pPr indent="0" lvl="0" marL="0" marR="0" rtl="0" algn="l">
              <a:lnSpc>
                <a:spcPct val="180028"/>
              </a:lnSpc>
              <a:spcBef>
                <a:spcPts val="0"/>
              </a:spcBef>
              <a:spcAft>
                <a:spcPts val="0"/>
              </a:spcAft>
              <a:buNone/>
            </a:pPr>
            <a:r>
              <a:rPr b="1" i="0" lang="en-US" sz="2799" u="none" cap="none" strike="noStrike">
                <a:solidFill>
                  <a:srgbClr val="FFFFFF"/>
                </a:solidFill>
                <a:latin typeface="Archivo Narrow"/>
                <a:ea typeface="Archivo Narrow"/>
                <a:cs typeface="Archivo Narrow"/>
                <a:sym typeface="Archivo Narrow"/>
              </a:rPr>
              <a:t>Pila (Stack):</a:t>
            </a:r>
            <a:r>
              <a:rPr b="0" i="0" lang="en-US" sz="2799" u="none" cap="none" strike="noStrike">
                <a:solidFill>
                  <a:srgbClr val="FFFFFF"/>
                </a:solidFill>
                <a:latin typeface="Archivo Narrow"/>
                <a:ea typeface="Archivo Narrow"/>
                <a:cs typeface="Archivo Narrow"/>
                <a:sym typeface="Archivo Narrow"/>
              </a:rPr>
              <a:t> Para almacenar variables locales y llamadas.</a:t>
            </a:r>
            <a:endParaRPr/>
          </a:p>
          <a:p>
            <a:pPr indent="0" lvl="0" marL="0" marR="0" rtl="0" algn="l">
              <a:lnSpc>
                <a:spcPct val="180028"/>
              </a:lnSpc>
              <a:spcBef>
                <a:spcPts val="0"/>
              </a:spcBef>
              <a:spcAft>
                <a:spcPts val="0"/>
              </a:spcAft>
              <a:buNone/>
            </a:pPr>
            <a:r>
              <a:rPr b="1" i="0" lang="en-US" sz="2799" u="none" cap="none" strike="noStrike">
                <a:solidFill>
                  <a:srgbClr val="FFFFFF"/>
                </a:solidFill>
                <a:latin typeface="Archivo Narrow"/>
                <a:ea typeface="Archivo Narrow"/>
                <a:cs typeface="Archivo Narrow"/>
                <a:sym typeface="Archivo Narrow"/>
              </a:rPr>
              <a:t>Registros:</a:t>
            </a:r>
            <a:r>
              <a:rPr b="0" i="0" lang="en-US" sz="2799" u="none" cap="none" strike="noStrike">
                <a:solidFill>
                  <a:srgbClr val="FFFFFF"/>
                </a:solidFill>
                <a:latin typeface="Archivo Narrow"/>
                <a:ea typeface="Archivo Narrow"/>
                <a:cs typeface="Archivo Narrow"/>
                <a:sym typeface="Archivo Narrow"/>
              </a:rPr>
              <a:t> Incluyendo el Program Counter (PC).</a:t>
            </a:r>
            <a:endParaRPr/>
          </a:p>
          <a:p>
            <a:pPr indent="0" lvl="0" marL="0" marR="0" rtl="0" algn="l">
              <a:lnSpc>
                <a:spcPct val="180028"/>
              </a:lnSpc>
              <a:spcBef>
                <a:spcPts val="0"/>
              </a:spcBef>
              <a:spcAft>
                <a:spcPts val="0"/>
              </a:spcAft>
              <a:buNone/>
            </a:pPr>
            <a:r>
              <a:rPr b="1" i="0" lang="en-US" sz="2799" u="none" cap="none" strike="noStrike">
                <a:solidFill>
                  <a:srgbClr val="FFFFFF"/>
                </a:solidFill>
                <a:latin typeface="Archivo Narrow"/>
                <a:ea typeface="Archivo Narrow"/>
                <a:cs typeface="Archivo Narrow"/>
                <a:sym typeface="Archivo Narrow"/>
              </a:rPr>
              <a:t>Estado:</a:t>
            </a:r>
            <a:r>
              <a:rPr b="0" i="0" lang="en-US" sz="2799" u="none" cap="none" strike="noStrike">
                <a:solidFill>
                  <a:srgbClr val="FFFFFF"/>
                </a:solidFill>
                <a:latin typeface="Archivo Narrow"/>
                <a:ea typeface="Archivo Narrow"/>
                <a:cs typeface="Archivo Narrow"/>
                <a:sym typeface="Archivo Narrow"/>
              </a:rPr>
              <a:t> Prioridad y señales pendientes.</a:t>
            </a:r>
            <a:endParaRPr/>
          </a:p>
          <a:p>
            <a:pPr indent="0" lvl="0" marL="0" marR="0" rtl="0" algn="l">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a:p>
            <a:pPr indent="0" lvl="0" marL="0" marR="0" rtl="0" algn="ctr">
              <a:lnSpc>
                <a:spcPct val="180030"/>
              </a:lnSpc>
              <a:spcBef>
                <a:spcPts val="0"/>
              </a:spcBef>
              <a:spcAft>
                <a:spcPts val="0"/>
              </a:spcAft>
              <a:buNone/>
            </a:pPr>
            <a:r>
              <a:rPr b="0" i="1" lang="en-US" sz="2599" u="none" cap="none" strike="noStrike">
                <a:solidFill>
                  <a:srgbClr val="FFFFFF"/>
                </a:solidFill>
                <a:latin typeface="Archivo Narrow"/>
                <a:ea typeface="Archivo Narrow"/>
                <a:cs typeface="Archivo Narrow"/>
                <a:sym typeface="Archivo Narrow"/>
              </a:rPr>
              <a:t>"Los hilos comparten el montón (heap), pero tienen su propia pila de ejecución."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291" name="Shape 291"/>
        <p:cNvGrpSpPr/>
        <p:nvPr/>
      </p:nvGrpSpPr>
      <p:grpSpPr>
        <a:xfrm>
          <a:off x="0" y="0"/>
          <a:ext cx="0" cy="0"/>
          <a:chOff x="0" y="0"/>
          <a:chExt cx="0" cy="0"/>
        </a:xfrm>
      </p:grpSpPr>
      <p:grpSp>
        <p:nvGrpSpPr>
          <p:cNvPr id="292" name="Google Shape;292;p12"/>
          <p:cNvGrpSpPr/>
          <p:nvPr/>
        </p:nvGrpSpPr>
        <p:grpSpPr>
          <a:xfrm>
            <a:off x="9861970" y="831786"/>
            <a:ext cx="7186914" cy="2225142"/>
            <a:chOff x="0" y="0"/>
            <a:chExt cx="9582551" cy="2966855"/>
          </a:xfrm>
        </p:grpSpPr>
        <p:sp>
          <p:nvSpPr>
            <p:cNvPr id="293" name="Google Shape;293;p12"/>
            <p:cNvSpPr/>
            <p:nvPr/>
          </p:nvSpPr>
          <p:spPr>
            <a:xfrm>
              <a:off x="0" y="0"/>
              <a:ext cx="9582551" cy="2966848"/>
            </a:xfrm>
            <a:custGeom>
              <a:rect b="b" l="l" r="r" t="t"/>
              <a:pathLst>
                <a:path extrusionOk="0" h="2966848" w="9582551">
                  <a:moveTo>
                    <a:pt x="0" y="0"/>
                  </a:moveTo>
                  <a:lnTo>
                    <a:pt x="9582551" y="0"/>
                  </a:lnTo>
                  <a:lnTo>
                    <a:pt x="9582551" y="2966848"/>
                  </a:lnTo>
                  <a:lnTo>
                    <a:pt x="0" y="2966848"/>
                  </a:lnTo>
                  <a:close/>
                </a:path>
              </a:pathLst>
            </a:custGeom>
            <a:blipFill rotWithShape="1">
              <a:blip r:embed="rId3">
                <a:alphaModFix amt="0"/>
              </a:blip>
              <a:stretch>
                <a:fillRect b="-74817" l="0" r="-119988" t="-102077"/>
              </a:stretch>
            </a:blipFill>
            <a:ln>
              <a:noFill/>
            </a:ln>
          </p:spPr>
        </p:sp>
        <p:sp>
          <p:nvSpPr>
            <p:cNvPr id="294" name="Google Shape;294;p12"/>
            <p:cNvSpPr txBox="1"/>
            <p:nvPr/>
          </p:nvSpPr>
          <p:spPr>
            <a:xfrm>
              <a:off x="0" y="0"/>
              <a:ext cx="9582551" cy="2966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Ejecución Multitarea</a:t>
              </a:r>
              <a:endParaRPr/>
            </a:p>
          </p:txBody>
        </p:sp>
      </p:grpSp>
      <p:sp>
        <p:nvSpPr>
          <p:cNvPr id="295" name="Google Shape;295;p12"/>
          <p:cNvSpPr/>
          <p:nvPr/>
        </p:nvSpPr>
        <p:spPr>
          <a:xfrm>
            <a:off x="0" y="0"/>
            <a:ext cx="8558430" cy="10287000"/>
          </a:xfrm>
          <a:custGeom>
            <a:rect b="b" l="l" r="r" t="t"/>
            <a:pathLst>
              <a:path extrusionOk="0" h="10287000" w="8558430">
                <a:moveTo>
                  <a:pt x="0" y="0"/>
                </a:moveTo>
                <a:lnTo>
                  <a:pt x="8558430" y="0"/>
                </a:lnTo>
                <a:lnTo>
                  <a:pt x="8558430" y="10287000"/>
                </a:lnTo>
                <a:lnTo>
                  <a:pt x="0" y="10287000"/>
                </a:lnTo>
                <a:lnTo>
                  <a:pt x="0" y="0"/>
                </a:lnTo>
                <a:close/>
              </a:path>
            </a:pathLst>
          </a:custGeom>
          <a:blipFill rotWithShape="1">
            <a:blip r:embed="rId4">
              <a:alphaModFix/>
            </a:blip>
            <a:stretch>
              <a:fillRect b="0" l="-36452" r="-13792" t="0"/>
            </a:stretch>
          </a:blipFill>
          <a:ln>
            <a:noFill/>
          </a:ln>
        </p:spPr>
      </p:sp>
      <p:sp>
        <p:nvSpPr>
          <p:cNvPr id="296" name="Google Shape;296;p12"/>
          <p:cNvSpPr txBox="1"/>
          <p:nvPr/>
        </p:nvSpPr>
        <p:spPr>
          <a:xfrm>
            <a:off x="9861970" y="4620093"/>
            <a:ext cx="7095483" cy="2647951"/>
          </a:xfrm>
          <a:prstGeom prst="rect">
            <a:avLst/>
          </a:prstGeom>
          <a:noFill/>
          <a:ln>
            <a:noFill/>
          </a:ln>
        </p:spPr>
        <p:txBody>
          <a:bodyPr anchorCtr="0" anchor="t" bIns="0" lIns="0" spcFirstLastPara="1" rIns="0" wrap="square" tIns="0">
            <a:spAutoFit/>
          </a:bodyPr>
          <a:lstStyle/>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Concurrencia: Intercalación de tareas para simular simultaneidad</a:t>
            </a:r>
            <a:endParaRPr/>
          </a:p>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Paralelismo: Ejecución física simultánea en múltiples núcleos o procesadores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304" name="Shape 304"/>
        <p:cNvGrpSpPr/>
        <p:nvPr/>
      </p:nvGrpSpPr>
      <p:grpSpPr>
        <a:xfrm>
          <a:off x="0" y="0"/>
          <a:ext cx="0" cy="0"/>
          <a:chOff x="0" y="0"/>
          <a:chExt cx="0" cy="0"/>
        </a:xfrm>
      </p:grpSpPr>
      <p:grpSp>
        <p:nvGrpSpPr>
          <p:cNvPr id="305" name="Google Shape;305;p13"/>
          <p:cNvGrpSpPr/>
          <p:nvPr/>
        </p:nvGrpSpPr>
        <p:grpSpPr>
          <a:xfrm>
            <a:off x="1351927" y="860060"/>
            <a:ext cx="15478873" cy="1618560"/>
            <a:chOff x="0" y="0"/>
            <a:chExt cx="20638498" cy="2158080"/>
          </a:xfrm>
        </p:grpSpPr>
        <p:sp>
          <p:nvSpPr>
            <p:cNvPr id="306" name="Google Shape;306;p13"/>
            <p:cNvSpPr/>
            <p:nvPr/>
          </p:nvSpPr>
          <p:spPr>
            <a:xfrm>
              <a:off x="0" y="0"/>
              <a:ext cx="20638497" cy="2158074"/>
            </a:xfrm>
            <a:custGeom>
              <a:rect b="b" l="l" r="r" t="t"/>
              <a:pathLst>
                <a:path extrusionOk="0" h="2158074" w="20638497">
                  <a:moveTo>
                    <a:pt x="0" y="0"/>
                  </a:moveTo>
                  <a:lnTo>
                    <a:pt x="20638497" y="0"/>
                  </a:lnTo>
                  <a:lnTo>
                    <a:pt x="20638497" y="2158074"/>
                  </a:lnTo>
                  <a:lnTo>
                    <a:pt x="0" y="2158074"/>
                  </a:lnTo>
                  <a:close/>
                </a:path>
              </a:pathLst>
            </a:custGeom>
            <a:blipFill rotWithShape="1">
              <a:blip r:embed="rId3">
                <a:alphaModFix amt="0"/>
              </a:blip>
              <a:stretch>
                <a:fillRect b="-140331" l="0" r="-2142" t="-140331"/>
              </a:stretch>
            </a:blipFill>
            <a:ln>
              <a:noFill/>
            </a:ln>
          </p:spPr>
        </p:sp>
        <p:sp>
          <p:nvSpPr>
            <p:cNvPr id="307" name="Google Shape;307;p13"/>
            <p:cNvSpPr txBox="1"/>
            <p:nvPr/>
          </p:nvSpPr>
          <p:spPr>
            <a:xfrm>
              <a:off x="0" y="0"/>
              <a:ext cx="20638498" cy="2158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Multihilo / Multithreading</a:t>
              </a:r>
              <a:endParaRPr/>
            </a:p>
          </p:txBody>
        </p:sp>
      </p:grpSp>
      <p:sp>
        <p:nvSpPr>
          <p:cNvPr id="308" name="Google Shape;308;p13"/>
          <p:cNvSpPr/>
          <p:nvPr/>
        </p:nvSpPr>
        <p:spPr>
          <a:xfrm>
            <a:off x="9927628" y="3451709"/>
            <a:ext cx="6903172" cy="6103857"/>
          </a:xfrm>
          <a:custGeom>
            <a:rect b="b" l="l" r="r" t="t"/>
            <a:pathLst>
              <a:path extrusionOk="0" h="6103857" w="6903172">
                <a:moveTo>
                  <a:pt x="0" y="0"/>
                </a:moveTo>
                <a:lnTo>
                  <a:pt x="6903172" y="0"/>
                </a:lnTo>
                <a:lnTo>
                  <a:pt x="6903172" y="6103857"/>
                </a:lnTo>
                <a:lnTo>
                  <a:pt x="0" y="6103857"/>
                </a:lnTo>
                <a:lnTo>
                  <a:pt x="0" y="0"/>
                </a:lnTo>
                <a:close/>
              </a:path>
            </a:pathLst>
          </a:custGeom>
          <a:blipFill rotWithShape="1">
            <a:blip r:embed="rId4">
              <a:alphaModFix/>
            </a:blip>
            <a:stretch>
              <a:fillRect b="0" l="0" r="0" t="0"/>
            </a:stretch>
          </a:blipFill>
          <a:ln>
            <a:noFill/>
          </a:ln>
        </p:spPr>
      </p:sp>
      <p:sp>
        <p:nvSpPr>
          <p:cNvPr id="309" name="Google Shape;309;p13"/>
          <p:cNvSpPr txBox="1"/>
          <p:nvPr/>
        </p:nvSpPr>
        <p:spPr>
          <a:xfrm>
            <a:off x="1351927" y="3280259"/>
            <a:ext cx="8227353" cy="5701666"/>
          </a:xfrm>
          <a:prstGeom prst="rect">
            <a:avLst/>
          </a:prstGeom>
          <a:noFill/>
          <a:ln>
            <a:noFill/>
          </a:ln>
        </p:spPr>
        <p:txBody>
          <a:bodyPr anchorCtr="0" anchor="t" bIns="0" lIns="0" spcFirstLastPara="1" rIns="0" wrap="square" tIns="0">
            <a:spAutoFit/>
          </a:bodyPr>
          <a:lstStyle/>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Multithreading es una técnica utilizada en los sistemas operativos para mejorar el rendimiento y la capacidad de respuesta de los sistemas informáticos al permitir que un solo proceso ejecute múltiples tareas al mismo tiempo.</a:t>
            </a:r>
            <a:endParaRPr/>
          </a:p>
          <a:p>
            <a:pPr indent="0" lvl="0" marL="0" marR="0" rtl="0" algn="l">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El multithreading permite que varios hilos comparten los mismos recursos de un único proceso, como la CPU, la memoria y los dispositivos de E/S.</a:t>
            </a:r>
            <a:endParaRPr/>
          </a:p>
          <a:p>
            <a:pPr indent="0" lvl="0" marL="0" marR="0" rtl="0" algn="l">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317" name="Shape 317"/>
        <p:cNvGrpSpPr/>
        <p:nvPr/>
      </p:nvGrpSpPr>
      <p:grpSpPr>
        <a:xfrm>
          <a:off x="0" y="0"/>
          <a:ext cx="0" cy="0"/>
          <a:chOff x="0" y="0"/>
          <a:chExt cx="0" cy="0"/>
        </a:xfrm>
      </p:grpSpPr>
      <p:grpSp>
        <p:nvGrpSpPr>
          <p:cNvPr id="318" name="Google Shape;318;p14"/>
          <p:cNvGrpSpPr/>
          <p:nvPr/>
        </p:nvGrpSpPr>
        <p:grpSpPr>
          <a:xfrm>
            <a:off x="1028700" y="1028700"/>
            <a:ext cx="16708413" cy="1618560"/>
            <a:chOff x="0" y="0"/>
            <a:chExt cx="22277885" cy="2158080"/>
          </a:xfrm>
        </p:grpSpPr>
        <p:sp>
          <p:nvSpPr>
            <p:cNvPr id="319" name="Google Shape;319;p14"/>
            <p:cNvSpPr/>
            <p:nvPr/>
          </p:nvSpPr>
          <p:spPr>
            <a:xfrm>
              <a:off x="0" y="0"/>
              <a:ext cx="22277884" cy="2158074"/>
            </a:xfrm>
            <a:custGeom>
              <a:rect b="b" l="l" r="r" t="t"/>
              <a:pathLst>
                <a:path extrusionOk="0" h="2158074" w="22277884">
                  <a:moveTo>
                    <a:pt x="0" y="0"/>
                  </a:moveTo>
                  <a:lnTo>
                    <a:pt x="22277884" y="0"/>
                  </a:lnTo>
                  <a:lnTo>
                    <a:pt x="22277884" y="2158074"/>
                  </a:lnTo>
                  <a:lnTo>
                    <a:pt x="0" y="2158074"/>
                  </a:lnTo>
                  <a:close/>
                </a:path>
              </a:pathLst>
            </a:custGeom>
            <a:blipFill rotWithShape="1">
              <a:blip r:embed="rId3">
                <a:alphaModFix amt="0"/>
              </a:blip>
              <a:stretch>
                <a:fillRect b="-140331" l="0" r="5374" t="-140331"/>
              </a:stretch>
            </a:blipFill>
            <a:ln>
              <a:noFill/>
            </a:ln>
          </p:spPr>
        </p:sp>
        <p:sp>
          <p:nvSpPr>
            <p:cNvPr id="320" name="Google Shape;320;p14"/>
            <p:cNvSpPr txBox="1"/>
            <p:nvPr/>
          </p:nvSpPr>
          <p:spPr>
            <a:xfrm>
              <a:off x="0" y="0"/>
              <a:ext cx="22277885" cy="2158080"/>
            </a:xfrm>
            <a:prstGeom prst="rect">
              <a:avLst/>
            </a:prstGeom>
            <a:noFill/>
            <a:ln>
              <a:noFill/>
            </a:ln>
          </p:spPr>
          <p:txBody>
            <a:bodyPr anchorCtr="0" anchor="ctr" bIns="0" lIns="0" spcFirstLastPara="1" rIns="0" wrap="square" tIns="0">
              <a:noAutofit/>
            </a:bodyPr>
            <a:lstStyle/>
            <a:p>
              <a:pPr indent="0" lvl="0" marL="0" marR="0" rtl="0" algn="l">
                <a:lnSpc>
                  <a:spcPct val="120003"/>
                </a:lnSpc>
                <a:spcBef>
                  <a:spcPts val="0"/>
                </a:spcBef>
                <a:spcAft>
                  <a:spcPts val="0"/>
                </a:spcAft>
                <a:buNone/>
              </a:pPr>
              <a:r>
                <a:rPr b="0" i="0" lang="en-US" sz="6399" u="none" cap="none" strike="noStrike">
                  <a:solidFill>
                    <a:srgbClr val="92F7FF"/>
                  </a:solidFill>
                  <a:latin typeface="Archivo Black"/>
                  <a:ea typeface="Archivo Black"/>
                  <a:cs typeface="Archivo Black"/>
                  <a:sym typeface="Archivo Black"/>
                </a:rPr>
                <a:t>¿CUANDO USAR MULTITHREADING?</a:t>
              </a:r>
              <a:endParaRPr/>
            </a:p>
          </p:txBody>
        </p:sp>
      </p:grpSp>
      <p:sp>
        <p:nvSpPr>
          <p:cNvPr id="321" name="Google Shape;321;p14"/>
          <p:cNvSpPr/>
          <p:nvPr/>
        </p:nvSpPr>
        <p:spPr>
          <a:xfrm>
            <a:off x="1028700" y="3696086"/>
            <a:ext cx="4188175" cy="5562214"/>
          </a:xfrm>
          <a:custGeom>
            <a:rect b="b" l="l" r="r" t="t"/>
            <a:pathLst>
              <a:path extrusionOk="0" h="5562214" w="4188175">
                <a:moveTo>
                  <a:pt x="0" y="0"/>
                </a:moveTo>
                <a:lnTo>
                  <a:pt x="4188175" y="0"/>
                </a:lnTo>
                <a:lnTo>
                  <a:pt x="4188175" y="5562214"/>
                </a:lnTo>
                <a:lnTo>
                  <a:pt x="0" y="5562214"/>
                </a:lnTo>
                <a:lnTo>
                  <a:pt x="0" y="0"/>
                </a:lnTo>
                <a:close/>
              </a:path>
            </a:pathLst>
          </a:custGeom>
          <a:blipFill rotWithShape="1">
            <a:blip r:embed="rId4">
              <a:alphaModFix/>
            </a:blip>
            <a:stretch>
              <a:fillRect b="0" l="0" r="0" t="0"/>
            </a:stretch>
          </a:blipFill>
          <a:ln>
            <a:noFill/>
          </a:ln>
        </p:spPr>
      </p:sp>
      <p:sp>
        <p:nvSpPr>
          <p:cNvPr id="322" name="Google Shape;322;p14"/>
          <p:cNvSpPr/>
          <p:nvPr/>
        </p:nvSpPr>
        <p:spPr>
          <a:xfrm>
            <a:off x="6668301" y="3696086"/>
            <a:ext cx="4515405" cy="5589269"/>
          </a:xfrm>
          <a:custGeom>
            <a:rect b="b" l="l" r="r" t="t"/>
            <a:pathLst>
              <a:path extrusionOk="0" h="5589269" w="4515405">
                <a:moveTo>
                  <a:pt x="0" y="0"/>
                </a:moveTo>
                <a:lnTo>
                  <a:pt x="4515405" y="0"/>
                </a:lnTo>
                <a:lnTo>
                  <a:pt x="4515405" y="5589269"/>
                </a:lnTo>
                <a:lnTo>
                  <a:pt x="0" y="5589269"/>
                </a:lnTo>
                <a:lnTo>
                  <a:pt x="0" y="0"/>
                </a:lnTo>
                <a:close/>
              </a:path>
            </a:pathLst>
          </a:custGeom>
          <a:blipFill rotWithShape="1">
            <a:blip r:embed="rId5">
              <a:alphaModFix/>
            </a:blip>
            <a:stretch>
              <a:fillRect b="0" l="0" r="0" t="0"/>
            </a:stretch>
          </a:blipFill>
          <a:ln>
            <a:noFill/>
          </a:ln>
        </p:spPr>
      </p:sp>
      <p:sp>
        <p:nvSpPr>
          <p:cNvPr id="323" name="Google Shape;323;p14"/>
          <p:cNvSpPr/>
          <p:nvPr/>
        </p:nvSpPr>
        <p:spPr>
          <a:xfrm>
            <a:off x="12635132" y="3696086"/>
            <a:ext cx="4624168" cy="5562214"/>
          </a:xfrm>
          <a:custGeom>
            <a:rect b="b" l="l" r="r" t="t"/>
            <a:pathLst>
              <a:path extrusionOk="0" h="5562214" w="4624168">
                <a:moveTo>
                  <a:pt x="0" y="0"/>
                </a:moveTo>
                <a:lnTo>
                  <a:pt x="4624168" y="0"/>
                </a:lnTo>
                <a:lnTo>
                  <a:pt x="4624168" y="5562214"/>
                </a:lnTo>
                <a:lnTo>
                  <a:pt x="0" y="5562214"/>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331" name="Shape 331"/>
        <p:cNvGrpSpPr/>
        <p:nvPr/>
      </p:nvGrpSpPr>
      <p:grpSpPr>
        <a:xfrm>
          <a:off x="0" y="0"/>
          <a:ext cx="0" cy="0"/>
          <a:chOff x="0" y="0"/>
          <a:chExt cx="0" cy="0"/>
        </a:xfrm>
      </p:grpSpPr>
      <p:grpSp>
        <p:nvGrpSpPr>
          <p:cNvPr id="332" name="Google Shape;332;p15"/>
          <p:cNvGrpSpPr/>
          <p:nvPr/>
        </p:nvGrpSpPr>
        <p:grpSpPr>
          <a:xfrm>
            <a:off x="1028700" y="1021556"/>
            <a:ext cx="16708413" cy="1625704"/>
            <a:chOff x="0" y="-9525"/>
            <a:chExt cx="22277885" cy="2167605"/>
          </a:xfrm>
        </p:grpSpPr>
        <p:sp>
          <p:nvSpPr>
            <p:cNvPr id="333" name="Google Shape;333;p15"/>
            <p:cNvSpPr/>
            <p:nvPr/>
          </p:nvSpPr>
          <p:spPr>
            <a:xfrm>
              <a:off x="0" y="0"/>
              <a:ext cx="22277884" cy="2158074"/>
            </a:xfrm>
            <a:custGeom>
              <a:rect b="b" l="l" r="r" t="t"/>
              <a:pathLst>
                <a:path extrusionOk="0" h="2158074" w="22277884">
                  <a:moveTo>
                    <a:pt x="0" y="0"/>
                  </a:moveTo>
                  <a:lnTo>
                    <a:pt x="22277884" y="0"/>
                  </a:lnTo>
                  <a:lnTo>
                    <a:pt x="22277884" y="2158074"/>
                  </a:lnTo>
                  <a:lnTo>
                    <a:pt x="0" y="2158074"/>
                  </a:lnTo>
                  <a:close/>
                </a:path>
              </a:pathLst>
            </a:custGeom>
            <a:blipFill rotWithShape="1">
              <a:blip r:embed="rId3">
                <a:alphaModFix amt="0"/>
              </a:blip>
              <a:stretch>
                <a:fillRect b="-140331" l="0" r="5374" t="-140331"/>
              </a:stretch>
            </a:blipFill>
            <a:ln>
              <a:noFill/>
            </a:ln>
          </p:spPr>
        </p:sp>
        <p:sp>
          <p:nvSpPr>
            <p:cNvPr id="334" name="Google Shape;334;p15"/>
            <p:cNvSpPr txBox="1"/>
            <p:nvPr/>
          </p:nvSpPr>
          <p:spPr>
            <a:xfrm>
              <a:off x="0" y="-9525"/>
              <a:ext cx="22277885" cy="216760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5900" u="none" cap="none" strike="noStrike">
                  <a:solidFill>
                    <a:srgbClr val="92F7FF"/>
                  </a:solidFill>
                  <a:latin typeface="Archivo Black"/>
                  <a:ea typeface="Archivo Black"/>
                  <a:cs typeface="Archivo Black"/>
                  <a:sym typeface="Archivo Black"/>
                </a:rPr>
                <a:t>¿CUANDO NO USAR MULTITHREADING?</a:t>
              </a:r>
              <a:endParaRPr/>
            </a:p>
          </p:txBody>
        </p:sp>
      </p:grpSp>
      <p:sp>
        <p:nvSpPr>
          <p:cNvPr id="335" name="Google Shape;335;p15"/>
          <p:cNvSpPr/>
          <p:nvPr/>
        </p:nvSpPr>
        <p:spPr>
          <a:xfrm>
            <a:off x="1028700" y="3696086"/>
            <a:ext cx="4429124" cy="5644962"/>
          </a:xfrm>
          <a:custGeom>
            <a:rect b="b" l="l" r="r" t="t"/>
            <a:pathLst>
              <a:path extrusionOk="0" h="5644962" w="4429124">
                <a:moveTo>
                  <a:pt x="0" y="0"/>
                </a:moveTo>
                <a:lnTo>
                  <a:pt x="4429124" y="0"/>
                </a:lnTo>
                <a:lnTo>
                  <a:pt x="4429124" y="5644962"/>
                </a:lnTo>
                <a:lnTo>
                  <a:pt x="0" y="5644962"/>
                </a:lnTo>
                <a:lnTo>
                  <a:pt x="0" y="0"/>
                </a:lnTo>
                <a:close/>
              </a:path>
            </a:pathLst>
          </a:custGeom>
          <a:blipFill rotWithShape="1">
            <a:blip r:embed="rId4">
              <a:alphaModFix/>
            </a:blip>
            <a:stretch>
              <a:fillRect b="0" l="0" r="0" t="0"/>
            </a:stretch>
          </a:blipFill>
          <a:ln>
            <a:noFill/>
          </a:ln>
        </p:spPr>
      </p:sp>
      <p:sp>
        <p:nvSpPr>
          <p:cNvPr id="336" name="Google Shape;336;p15"/>
          <p:cNvSpPr/>
          <p:nvPr/>
        </p:nvSpPr>
        <p:spPr>
          <a:xfrm>
            <a:off x="6702246" y="3696086"/>
            <a:ext cx="4419409" cy="5659299"/>
          </a:xfrm>
          <a:custGeom>
            <a:rect b="b" l="l" r="r" t="t"/>
            <a:pathLst>
              <a:path extrusionOk="0" h="5659299" w="4419409">
                <a:moveTo>
                  <a:pt x="0" y="0"/>
                </a:moveTo>
                <a:lnTo>
                  <a:pt x="4419409" y="0"/>
                </a:lnTo>
                <a:lnTo>
                  <a:pt x="4419409" y="5659299"/>
                </a:lnTo>
                <a:lnTo>
                  <a:pt x="0" y="5659299"/>
                </a:lnTo>
                <a:lnTo>
                  <a:pt x="0" y="0"/>
                </a:lnTo>
                <a:close/>
              </a:path>
            </a:pathLst>
          </a:custGeom>
          <a:blipFill rotWithShape="1">
            <a:blip r:embed="rId5">
              <a:alphaModFix/>
            </a:blip>
            <a:stretch>
              <a:fillRect b="0" l="0" r="0" t="0"/>
            </a:stretch>
          </a:blipFill>
          <a:ln>
            <a:noFill/>
          </a:ln>
        </p:spPr>
      </p:sp>
      <p:sp>
        <p:nvSpPr>
          <p:cNvPr id="337" name="Google Shape;337;p15"/>
          <p:cNvSpPr/>
          <p:nvPr/>
        </p:nvSpPr>
        <p:spPr>
          <a:xfrm>
            <a:off x="12369430" y="3698470"/>
            <a:ext cx="4427151" cy="5656915"/>
          </a:xfrm>
          <a:custGeom>
            <a:rect b="b" l="l" r="r" t="t"/>
            <a:pathLst>
              <a:path extrusionOk="0" h="5656915" w="4427151">
                <a:moveTo>
                  <a:pt x="0" y="0"/>
                </a:moveTo>
                <a:lnTo>
                  <a:pt x="4427150" y="0"/>
                </a:lnTo>
                <a:lnTo>
                  <a:pt x="4427150" y="5656915"/>
                </a:lnTo>
                <a:lnTo>
                  <a:pt x="0" y="5656915"/>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345" name="Shape 345"/>
        <p:cNvGrpSpPr/>
        <p:nvPr/>
      </p:nvGrpSpPr>
      <p:grpSpPr>
        <a:xfrm>
          <a:off x="0" y="0"/>
          <a:ext cx="0" cy="0"/>
          <a:chOff x="0" y="0"/>
          <a:chExt cx="0" cy="0"/>
        </a:xfrm>
      </p:grpSpPr>
      <p:grpSp>
        <p:nvGrpSpPr>
          <p:cNvPr id="346" name="Google Shape;346;p16"/>
          <p:cNvGrpSpPr/>
          <p:nvPr/>
        </p:nvGrpSpPr>
        <p:grpSpPr>
          <a:xfrm>
            <a:off x="1351927" y="860060"/>
            <a:ext cx="15478873" cy="1618560"/>
            <a:chOff x="0" y="0"/>
            <a:chExt cx="20638498" cy="2158080"/>
          </a:xfrm>
        </p:grpSpPr>
        <p:sp>
          <p:nvSpPr>
            <p:cNvPr id="347" name="Google Shape;347;p16"/>
            <p:cNvSpPr/>
            <p:nvPr/>
          </p:nvSpPr>
          <p:spPr>
            <a:xfrm>
              <a:off x="0" y="0"/>
              <a:ext cx="20638497" cy="2158074"/>
            </a:xfrm>
            <a:custGeom>
              <a:rect b="b" l="l" r="r" t="t"/>
              <a:pathLst>
                <a:path extrusionOk="0" h="2158074" w="20638497">
                  <a:moveTo>
                    <a:pt x="0" y="0"/>
                  </a:moveTo>
                  <a:lnTo>
                    <a:pt x="20638497" y="0"/>
                  </a:lnTo>
                  <a:lnTo>
                    <a:pt x="20638497" y="2158074"/>
                  </a:lnTo>
                  <a:lnTo>
                    <a:pt x="0" y="2158074"/>
                  </a:lnTo>
                  <a:close/>
                </a:path>
              </a:pathLst>
            </a:custGeom>
            <a:blipFill rotWithShape="1">
              <a:blip r:embed="rId3">
                <a:alphaModFix amt="0"/>
              </a:blip>
              <a:stretch>
                <a:fillRect b="-140331" l="0" r="-2142" t="-140331"/>
              </a:stretch>
            </a:blipFill>
            <a:ln>
              <a:noFill/>
            </a:ln>
          </p:spPr>
        </p:sp>
        <p:sp>
          <p:nvSpPr>
            <p:cNvPr id="348" name="Google Shape;348;p16"/>
            <p:cNvSpPr txBox="1"/>
            <p:nvPr/>
          </p:nvSpPr>
          <p:spPr>
            <a:xfrm>
              <a:off x="0" y="0"/>
              <a:ext cx="20638498" cy="2158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Concurrencia</a:t>
              </a:r>
              <a:endParaRPr/>
            </a:p>
          </p:txBody>
        </p:sp>
      </p:grpSp>
      <p:sp>
        <p:nvSpPr>
          <p:cNvPr id="349" name="Google Shape;349;p16"/>
          <p:cNvSpPr/>
          <p:nvPr/>
        </p:nvSpPr>
        <p:spPr>
          <a:xfrm>
            <a:off x="4268925" y="6874024"/>
            <a:ext cx="9750150" cy="2566525"/>
          </a:xfrm>
          <a:custGeom>
            <a:rect b="b" l="l" r="r" t="t"/>
            <a:pathLst>
              <a:path extrusionOk="0" h="2566525" w="9750150">
                <a:moveTo>
                  <a:pt x="0" y="0"/>
                </a:moveTo>
                <a:lnTo>
                  <a:pt x="9750150" y="0"/>
                </a:lnTo>
                <a:lnTo>
                  <a:pt x="9750150" y="2566525"/>
                </a:lnTo>
                <a:lnTo>
                  <a:pt x="0" y="2566525"/>
                </a:lnTo>
                <a:lnTo>
                  <a:pt x="0" y="0"/>
                </a:lnTo>
                <a:close/>
              </a:path>
            </a:pathLst>
          </a:custGeom>
          <a:blipFill rotWithShape="1">
            <a:blip r:embed="rId4">
              <a:alphaModFix/>
            </a:blip>
            <a:stretch>
              <a:fillRect b="0" l="0" r="0" t="0"/>
            </a:stretch>
          </a:blipFill>
          <a:ln>
            <a:noFill/>
          </a:ln>
        </p:spPr>
      </p:sp>
      <p:sp>
        <p:nvSpPr>
          <p:cNvPr id="350" name="Google Shape;350;p16"/>
          <p:cNvSpPr txBox="1"/>
          <p:nvPr/>
        </p:nvSpPr>
        <p:spPr>
          <a:xfrm>
            <a:off x="1404563" y="2307170"/>
            <a:ext cx="15478873" cy="3787141"/>
          </a:xfrm>
          <a:prstGeom prst="rect">
            <a:avLst/>
          </a:prstGeom>
          <a:noFill/>
          <a:ln>
            <a:noFill/>
          </a:ln>
        </p:spPr>
        <p:txBody>
          <a:bodyPr anchorCtr="0" anchor="t" bIns="0" lIns="0" spcFirstLastPara="1" rIns="0" wrap="square" tIns="0">
            <a:spAutoFit/>
          </a:bodyPr>
          <a:lstStyle/>
          <a:p>
            <a:pPr indent="0" lvl="0" marL="0" marR="0" rtl="0" algn="just">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Una Unidad Central de Procesamiento (CPU, o simplemente un procesador) puede trabajar en una sola tarea a la vez. Si se le asignan varias tareas, por ejemplo, reproducir una canción y escribir código, simplemente cambia entre estas tareas. Este cambio es tan rápido y fluido que, para un usuario, se siente como una multitarea.</a:t>
            </a:r>
            <a:endParaRPr/>
          </a:p>
          <a:p>
            <a:pPr indent="0" lvl="0" marL="0" marR="0" rtl="0" algn="just">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a:p>
            <a:pPr indent="0" lvl="0" marL="0" marR="0" rtl="0" algn="just">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Esta capacidad de las CPU modernas para pausar y reanudar tareas tan rápido da la ilusión de que las tareas se ejecutan en paralelo. Sin embargo, esto no es paralelo. Esto es concurrente.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358" name="Shape 358"/>
        <p:cNvGrpSpPr/>
        <p:nvPr/>
      </p:nvGrpSpPr>
      <p:grpSpPr>
        <a:xfrm>
          <a:off x="0" y="0"/>
          <a:ext cx="0" cy="0"/>
          <a:chOff x="0" y="0"/>
          <a:chExt cx="0" cy="0"/>
        </a:xfrm>
      </p:grpSpPr>
      <p:grpSp>
        <p:nvGrpSpPr>
          <p:cNvPr id="359" name="Google Shape;359;p17"/>
          <p:cNvGrpSpPr/>
          <p:nvPr/>
        </p:nvGrpSpPr>
        <p:grpSpPr>
          <a:xfrm>
            <a:off x="1351927" y="860060"/>
            <a:ext cx="15478873" cy="1618560"/>
            <a:chOff x="0" y="0"/>
            <a:chExt cx="20638498" cy="2158080"/>
          </a:xfrm>
        </p:grpSpPr>
        <p:sp>
          <p:nvSpPr>
            <p:cNvPr id="360" name="Google Shape;360;p17"/>
            <p:cNvSpPr/>
            <p:nvPr/>
          </p:nvSpPr>
          <p:spPr>
            <a:xfrm>
              <a:off x="0" y="0"/>
              <a:ext cx="20638497" cy="2158074"/>
            </a:xfrm>
            <a:custGeom>
              <a:rect b="b" l="l" r="r" t="t"/>
              <a:pathLst>
                <a:path extrusionOk="0" h="2158074" w="20638497">
                  <a:moveTo>
                    <a:pt x="0" y="0"/>
                  </a:moveTo>
                  <a:lnTo>
                    <a:pt x="20638497" y="0"/>
                  </a:lnTo>
                  <a:lnTo>
                    <a:pt x="20638497" y="2158074"/>
                  </a:lnTo>
                  <a:lnTo>
                    <a:pt x="0" y="2158074"/>
                  </a:lnTo>
                  <a:close/>
                </a:path>
              </a:pathLst>
            </a:custGeom>
            <a:blipFill rotWithShape="1">
              <a:blip r:embed="rId3">
                <a:alphaModFix amt="0"/>
              </a:blip>
              <a:stretch>
                <a:fillRect b="-140331" l="0" r="-2142" t="-140331"/>
              </a:stretch>
            </a:blipFill>
            <a:ln>
              <a:noFill/>
            </a:ln>
          </p:spPr>
        </p:sp>
        <p:sp>
          <p:nvSpPr>
            <p:cNvPr id="361" name="Google Shape;361;p17"/>
            <p:cNvSpPr txBox="1"/>
            <p:nvPr/>
          </p:nvSpPr>
          <p:spPr>
            <a:xfrm>
              <a:off x="0" y="0"/>
              <a:ext cx="20638498" cy="2158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Ejecución Paralela</a:t>
              </a:r>
              <a:endParaRPr/>
            </a:p>
          </p:txBody>
        </p:sp>
      </p:grpSp>
      <p:sp>
        <p:nvSpPr>
          <p:cNvPr id="362" name="Google Shape;362;p17"/>
          <p:cNvSpPr/>
          <p:nvPr/>
        </p:nvSpPr>
        <p:spPr>
          <a:xfrm>
            <a:off x="4962242" y="5143500"/>
            <a:ext cx="8258242" cy="4317180"/>
          </a:xfrm>
          <a:custGeom>
            <a:rect b="b" l="l" r="r" t="t"/>
            <a:pathLst>
              <a:path extrusionOk="0" h="4317180" w="8258242">
                <a:moveTo>
                  <a:pt x="0" y="0"/>
                </a:moveTo>
                <a:lnTo>
                  <a:pt x="8258242" y="0"/>
                </a:lnTo>
                <a:lnTo>
                  <a:pt x="8258242" y="4317180"/>
                </a:lnTo>
                <a:lnTo>
                  <a:pt x="0" y="4317180"/>
                </a:lnTo>
                <a:lnTo>
                  <a:pt x="0" y="0"/>
                </a:lnTo>
                <a:close/>
              </a:path>
            </a:pathLst>
          </a:custGeom>
          <a:blipFill rotWithShape="1">
            <a:blip r:embed="rId4">
              <a:alphaModFix/>
            </a:blip>
            <a:stretch>
              <a:fillRect b="0" l="0" r="0" t="0"/>
            </a:stretch>
          </a:blipFill>
          <a:ln>
            <a:noFill/>
          </a:ln>
        </p:spPr>
      </p:sp>
      <p:sp>
        <p:nvSpPr>
          <p:cNvPr id="363" name="Google Shape;363;p17"/>
          <p:cNvSpPr txBox="1"/>
          <p:nvPr/>
        </p:nvSpPr>
        <p:spPr>
          <a:xfrm>
            <a:off x="1351927" y="3097005"/>
            <a:ext cx="15478873" cy="1234441"/>
          </a:xfrm>
          <a:prstGeom prst="rect">
            <a:avLst/>
          </a:prstGeom>
          <a:noFill/>
          <a:ln>
            <a:noFill/>
          </a:ln>
        </p:spPr>
        <p:txBody>
          <a:bodyPr anchorCtr="0" anchor="t" bIns="0" lIns="0" spcFirstLastPara="1" rIns="0" wrap="square" tIns="0">
            <a:spAutoFit/>
          </a:bodyPr>
          <a:lstStyle/>
          <a:p>
            <a:pPr indent="0" lvl="0" marL="0" marR="0" rtl="0" algn="just">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La ejecución paralela es cuando una computadora tiene más de una CPU o núcleo de CPU y avanza en más de una tarea simultáneamente. Sin embargo, la ejecución paralela no se refiere al mismo fenómeno que el paralelismo.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371" name="Shape 371"/>
        <p:cNvGrpSpPr/>
        <p:nvPr/>
      </p:nvGrpSpPr>
      <p:grpSpPr>
        <a:xfrm>
          <a:off x="0" y="0"/>
          <a:ext cx="0" cy="0"/>
          <a:chOff x="0" y="0"/>
          <a:chExt cx="0" cy="0"/>
        </a:xfrm>
      </p:grpSpPr>
      <p:grpSp>
        <p:nvGrpSpPr>
          <p:cNvPr id="372" name="Google Shape;372;p18"/>
          <p:cNvGrpSpPr/>
          <p:nvPr/>
        </p:nvGrpSpPr>
        <p:grpSpPr>
          <a:xfrm>
            <a:off x="1351927" y="860060"/>
            <a:ext cx="15478873" cy="1618560"/>
            <a:chOff x="0" y="0"/>
            <a:chExt cx="20638498" cy="2158080"/>
          </a:xfrm>
        </p:grpSpPr>
        <p:sp>
          <p:nvSpPr>
            <p:cNvPr id="373" name="Google Shape;373;p18"/>
            <p:cNvSpPr/>
            <p:nvPr/>
          </p:nvSpPr>
          <p:spPr>
            <a:xfrm>
              <a:off x="0" y="0"/>
              <a:ext cx="20638497" cy="2158074"/>
            </a:xfrm>
            <a:custGeom>
              <a:rect b="b" l="l" r="r" t="t"/>
              <a:pathLst>
                <a:path extrusionOk="0" h="2158074" w="20638497">
                  <a:moveTo>
                    <a:pt x="0" y="0"/>
                  </a:moveTo>
                  <a:lnTo>
                    <a:pt x="20638497" y="0"/>
                  </a:lnTo>
                  <a:lnTo>
                    <a:pt x="20638497" y="2158074"/>
                  </a:lnTo>
                  <a:lnTo>
                    <a:pt x="0" y="2158074"/>
                  </a:lnTo>
                  <a:close/>
                </a:path>
              </a:pathLst>
            </a:custGeom>
            <a:blipFill rotWithShape="1">
              <a:blip r:embed="rId3">
                <a:alphaModFix amt="0"/>
              </a:blip>
              <a:stretch>
                <a:fillRect b="-140331" l="0" r="-2142" t="-140331"/>
              </a:stretch>
            </a:blipFill>
            <a:ln>
              <a:noFill/>
            </a:ln>
          </p:spPr>
        </p:sp>
        <p:sp>
          <p:nvSpPr>
            <p:cNvPr id="374" name="Google Shape;374;p18"/>
            <p:cNvSpPr txBox="1"/>
            <p:nvPr/>
          </p:nvSpPr>
          <p:spPr>
            <a:xfrm>
              <a:off x="0" y="0"/>
              <a:ext cx="20638498" cy="2158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Ejecución Concurrente Paralela</a:t>
              </a:r>
              <a:endParaRPr/>
            </a:p>
          </p:txBody>
        </p:sp>
      </p:grpSp>
      <p:sp>
        <p:nvSpPr>
          <p:cNvPr id="375" name="Google Shape;375;p18"/>
          <p:cNvSpPr/>
          <p:nvPr/>
        </p:nvSpPr>
        <p:spPr>
          <a:xfrm>
            <a:off x="4942014" y="5414495"/>
            <a:ext cx="8403971" cy="4465640"/>
          </a:xfrm>
          <a:custGeom>
            <a:rect b="b" l="l" r="r" t="t"/>
            <a:pathLst>
              <a:path extrusionOk="0" h="4465640" w="8403971">
                <a:moveTo>
                  <a:pt x="0" y="0"/>
                </a:moveTo>
                <a:lnTo>
                  <a:pt x="8403972" y="0"/>
                </a:lnTo>
                <a:lnTo>
                  <a:pt x="8403972" y="4465639"/>
                </a:lnTo>
                <a:lnTo>
                  <a:pt x="0" y="4465639"/>
                </a:lnTo>
                <a:lnTo>
                  <a:pt x="0" y="0"/>
                </a:lnTo>
                <a:close/>
              </a:path>
            </a:pathLst>
          </a:custGeom>
          <a:blipFill rotWithShape="1">
            <a:blip r:embed="rId4">
              <a:alphaModFix/>
            </a:blip>
            <a:stretch>
              <a:fillRect b="0" l="0" r="0" t="0"/>
            </a:stretch>
          </a:blipFill>
          <a:ln>
            <a:noFill/>
          </a:ln>
        </p:spPr>
      </p:sp>
      <p:sp>
        <p:nvSpPr>
          <p:cNvPr id="376" name="Google Shape;376;p18"/>
          <p:cNvSpPr txBox="1"/>
          <p:nvPr/>
        </p:nvSpPr>
        <p:spPr>
          <a:xfrm>
            <a:off x="1351927" y="2506765"/>
            <a:ext cx="15478873" cy="3148966"/>
          </a:xfrm>
          <a:prstGeom prst="rect">
            <a:avLst/>
          </a:prstGeom>
          <a:noFill/>
          <a:ln>
            <a:noFill/>
          </a:ln>
        </p:spPr>
        <p:txBody>
          <a:bodyPr anchorCtr="0" anchor="t" bIns="0" lIns="0" spcFirstLastPara="1" rIns="0" wrap="square" tIns="0">
            <a:spAutoFit/>
          </a:bodyPr>
          <a:lstStyle/>
          <a:p>
            <a:pPr indent="0" lvl="0" marL="0" marR="0" rtl="0" algn="just">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Es posible tener una ejecución concurrente paralela, donde los subprocesos se distribuyen entre varias CPU. </a:t>
            </a:r>
            <a:endParaRPr/>
          </a:p>
          <a:p>
            <a:pPr indent="0" lvl="0" marL="0" marR="0" rtl="0" algn="just">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a:p>
            <a:pPr indent="0" lvl="0" marL="0" marR="0" rtl="0" algn="just">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Por lo tanto, los subprocesos ejecutados en una misma CPU se ejecutan concurrentemente, mientras que los subprocesos ejecutados en diferentes CPU se ejecutan en paralelo.</a:t>
            </a:r>
            <a:endParaRPr/>
          </a:p>
          <a:p>
            <a:pPr indent="0" lvl="0" marL="0" marR="0" rtl="0" algn="just">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384" name="Shape 384"/>
        <p:cNvGrpSpPr/>
        <p:nvPr/>
      </p:nvGrpSpPr>
      <p:grpSpPr>
        <a:xfrm>
          <a:off x="0" y="0"/>
          <a:ext cx="0" cy="0"/>
          <a:chOff x="0" y="0"/>
          <a:chExt cx="0" cy="0"/>
        </a:xfrm>
      </p:grpSpPr>
      <p:grpSp>
        <p:nvGrpSpPr>
          <p:cNvPr id="385" name="Google Shape;385;p19"/>
          <p:cNvGrpSpPr/>
          <p:nvPr/>
        </p:nvGrpSpPr>
        <p:grpSpPr>
          <a:xfrm>
            <a:off x="1351927" y="860060"/>
            <a:ext cx="15478873" cy="1618560"/>
            <a:chOff x="0" y="0"/>
            <a:chExt cx="20638498" cy="2158080"/>
          </a:xfrm>
        </p:grpSpPr>
        <p:sp>
          <p:nvSpPr>
            <p:cNvPr id="386" name="Google Shape;386;p19"/>
            <p:cNvSpPr/>
            <p:nvPr/>
          </p:nvSpPr>
          <p:spPr>
            <a:xfrm>
              <a:off x="0" y="0"/>
              <a:ext cx="20638497" cy="2158074"/>
            </a:xfrm>
            <a:custGeom>
              <a:rect b="b" l="l" r="r" t="t"/>
              <a:pathLst>
                <a:path extrusionOk="0" h="2158074" w="20638497">
                  <a:moveTo>
                    <a:pt x="0" y="0"/>
                  </a:moveTo>
                  <a:lnTo>
                    <a:pt x="20638497" y="0"/>
                  </a:lnTo>
                  <a:lnTo>
                    <a:pt x="20638497" y="2158074"/>
                  </a:lnTo>
                  <a:lnTo>
                    <a:pt x="0" y="2158074"/>
                  </a:lnTo>
                  <a:close/>
                </a:path>
              </a:pathLst>
            </a:custGeom>
            <a:blipFill rotWithShape="1">
              <a:blip r:embed="rId3">
                <a:alphaModFix amt="0"/>
              </a:blip>
              <a:stretch>
                <a:fillRect b="-140331" l="0" r="-2142" t="-140331"/>
              </a:stretch>
            </a:blipFill>
            <a:ln>
              <a:noFill/>
            </a:ln>
          </p:spPr>
        </p:sp>
        <p:sp>
          <p:nvSpPr>
            <p:cNvPr id="387" name="Google Shape;387;p19"/>
            <p:cNvSpPr txBox="1"/>
            <p:nvPr/>
          </p:nvSpPr>
          <p:spPr>
            <a:xfrm>
              <a:off x="0" y="0"/>
              <a:ext cx="20638498" cy="2158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Paralelismo</a:t>
              </a:r>
              <a:endParaRPr/>
            </a:p>
          </p:txBody>
        </p:sp>
      </p:grpSp>
      <p:sp>
        <p:nvSpPr>
          <p:cNvPr id="388" name="Google Shape;388;p19"/>
          <p:cNvSpPr/>
          <p:nvPr/>
        </p:nvSpPr>
        <p:spPr>
          <a:xfrm>
            <a:off x="10510990" y="2874962"/>
            <a:ext cx="6617863" cy="4434373"/>
          </a:xfrm>
          <a:custGeom>
            <a:rect b="b" l="l" r="r" t="t"/>
            <a:pathLst>
              <a:path extrusionOk="0" h="4434373" w="6617863">
                <a:moveTo>
                  <a:pt x="0" y="0"/>
                </a:moveTo>
                <a:lnTo>
                  <a:pt x="6617863" y="0"/>
                </a:lnTo>
                <a:lnTo>
                  <a:pt x="6617863" y="4434373"/>
                </a:lnTo>
                <a:lnTo>
                  <a:pt x="0" y="4434373"/>
                </a:lnTo>
                <a:lnTo>
                  <a:pt x="0" y="0"/>
                </a:lnTo>
                <a:close/>
              </a:path>
            </a:pathLst>
          </a:custGeom>
          <a:blipFill rotWithShape="1">
            <a:blip r:embed="rId4">
              <a:alphaModFix/>
            </a:blip>
            <a:stretch>
              <a:fillRect b="0" l="0" r="0" t="0"/>
            </a:stretch>
          </a:blipFill>
          <a:ln>
            <a:noFill/>
          </a:ln>
        </p:spPr>
      </p:sp>
      <p:sp>
        <p:nvSpPr>
          <p:cNvPr id="389" name="Google Shape;389;p19"/>
          <p:cNvSpPr txBox="1"/>
          <p:nvPr/>
        </p:nvSpPr>
        <p:spPr>
          <a:xfrm>
            <a:off x="1351927" y="2703512"/>
            <a:ext cx="8311673" cy="5063491"/>
          </a:xfrm>
          <a:prstGeom prst="rect">
            <a:avLst/>
          </a:prstGeom>
          <a:noFill/>
          <a:ln>
            <a:noFill/>
          </a:ln>
        </p:spPr>
        <p:txBody>
          <a:bodyPr anchorCtr="0" anchor="t" bIns="0" lIns="0" spcFirstLastPara="1" rIns="0" wrap="square" tIns="0">
            <a:spAutoFit/>
          </a:bodyPr>
          <a:lstStyle/>
          <a:p>
            <a:pPr indent="0" lvl="0" marL="0" marR="0" rtl="0" algn="just">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El paralelismo significa que una aplicación divide sus tareas en subtareas más pequeñas que pueden procesarse en paralelo, por ejemplo, en varias CPU al mismo tiempo.</a:t>
            </a:r>
            <a:endParaRPr/>
          </a:p>
          <a:p>
            <a:pPr indent="0" lvl="0" marL="0" marR="0" rtl="0" algn="just">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a:p>
            <a:pPr indent="0" lvl="0" marL="0" marR="0" rtl="0" algn="just">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El paralelismo no requiere que existan dos tareas, es capaz de ejecutas físicamente partes de tareas o múltiples tareas al mismo tiempo utilizando la infraestructura multinúcleo del CPU, asignando un núcleo a cada tarea o subtarea.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397" name="Shape 397"/>
        <p:cNvGrpSpPr/>
        <p:nvPr/>
      </p:nvGrpSpPr>
      <p:grpSpPr>
        <a:xfrm>
          <a:off x="0" y="0"/>
          <a:ext cx="0" cy="0"/>
          <a:chOff x="0" y="0"/>
          <a:chExt cx="0" cy="0"/>
        </a:xfrm>
      </p:grpSpPr>
      <p:grpSp>
        <p:nvGrpSpPr>
          <p:cNvPr id="398" name="Google Shape;398;p20"/>
          <p:cNvGrpSpPr/>
          <p:nvPr/>
        </p:nvGrpSpPr>
        <p:grpSpPr>
          <a:xfrm>
            <a:off x="1351927" y="860060"/>
            <a:ext cx="15478873" cy="1618560"/>
            <a:chOff x="0" y="0"/>
            <a:chExt cx="20638498" cy="2158080"/>
          </a:xfrm>
        </p:grpSpPr>
        <p:sp>
          <p:nvSpPr>
            <p:cNvPr id="399" name="Google Shape;399;p20"/>
            <p:cNvSpPr/>
            <p:nvPr/>
          </p:nvSpPr>
          <p:spPr>
            <a:xfrm>
              <a:off x="0" y="0"/>
              <a:ext cx="20638497" cy="2158074"/>
            </a:xfrm>
            <a:custGeom>
              <a:rect b="b" l="l" r="r" t="t"/>
              <a:pathLst>
                <a:path extrusionOk="0" h="2158074" w="20638497">
                  <a:moveTo>
                    <a:pt x="0" y="0"/>
                  </a:moveTo>
                  <a:lnTo>
                    <a:pt x="20638497" y="0"/>
                  </a:lnTo>
                  <a:lnTo>
                    <a:pt x="20638497" y="2158074"/>
                  </a:lnTo>
                  <a:lnTo>
                    <a:pt x="0" y="2158074"/>
                  </a:lnTo>
                  <a:close/>
                </a:path>
              </a:pathLst>
            </a:custGeom>
            <a:blipFill rotWithShape="1">
              <a:blip r:embed="rId3">
                <a:alphaModFix amt="0"/>
              </a:blip>
              <a:stretch>
                <a:fillRect b="-140331" l="0" r="-2142" t="-140331"/>
              </a:stretch>
            </a:blipFill>
            <a:ln>
              <a:noFill/>
            </a:ln>
          </p:spPr>
        </p:sp>
        <p:sp>
          <p:nvSpPr>
            <p:cNvPr id="400" name="Google Shape;400;p20"/>
            <p:cNvSpPr txBox="1"/>
            <p:nvPr/>
          </p:nvSpPr>
          <p:spPr>
            <a:xfrm>
              <a:off x="0" y="0"/>
              <a:ext cx="20638498" cy="2158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Concurrencia vrs Paralelismo</a:t>
              </a:r>
              <a:endParaRPr/>
            </a:p>
          </p:txBody>
        </p:sp>
      </p:grpSp>
      <p:sp>
        <p:nvSpPr>
          <p:cNvPr id="401" name="Google Shape;401;p20"/>
          <p:cNvSpPr/>
          <p:nvPr/>
        </p:nvSpPr>
        <p:spPr>
          <a:xfrm>
            <a:off x="3864148" y="3696309"/>
            <a:ext cx="10454432" cy="5058596"/>
          </a:xfrm>
          <a:custGeom>
            <a:rect b="b" l="l" r="r" t="t"/>
            <a:pathLst>
              <a:path extrusionOk="0" h="5058596" w="10454432">
                <a:moveTo>
                  <a:pt x="0" y="0"/>
                </a:moveTo>
                <a:lnTo>
                  <a:pt x="10454431" y="0"/>
                </a:lnTo>
                <a:lnTo>
                  <a:pt x="10454431" y="5058596"/>
                </a:lnTo>
                <a:lnTo>
                  <a:pt x="0" y="5058596"/>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409" name="Shape 409"/>
        <p:cNvGrpSpPr/>
        <p:nvPr/>
      </p:nvGrpSpPr>
      <p:grpSpPr>
        <a:xfrm>
          <a:off x="0" y="0"/>
          <a:ext cx="0" cy="0"/>
          <a:chOff x="0" y="0"/>
          <a:chExt cx="0" cy="0"/>
        </a:xfrm>
      </p:grpSpPr>
      <p:pic>
        <p:nvPicPr>
          <p:cNvPr id="410" name="Google Shape;410;p21"/>
          <p:cNvPicPr preferRelativeResize="0"/>
          <p:nvPr/>
        </p:nvPicPr>
        <p:blipFill rotWithShape="1">
          <a:blip r:embed="rId3">
            <a:alphaModFix/>
          </a:blip>
          <a:srcRect b="0" l="0" r="0" t="0"/>
          <a:stretch/>
        </p:blipFill>
        <p:spPr>
          <a:xfrm>
            <a:off x="2149675" y="1212263"/>
            <a:ext cx="14315240" cy="804603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418" name="Shape 418"/>
        <p:cNvGrpSpPr/>
        <p:nvPr/>
      </p:nvGrpSpPr>
      <p:grpSpPr>
        <a:xfrm>
          <a:off x="0" y="0"/>
          <a:ext cx="0" cy="0"/>
          <a:chOff x="0" y="0"/>
          <a:chExt cx="0" cy="0"/>
        </a:xfrm>
      </p:grpSpPr>
      <p:grpSp>
        <p:nvGrpSpPr>
          <p:cNvPr id="419" name="Google Shape;419;p22"/>
          <p:cNvGrpSpPr/>
          <p:nvPr/>
        </p:nvGrpSpPr>
        <p:grpSpPr>
          <a:xfrm>
            <a:off x="9861970" y="831786"/>
            <a:ext cx="7186914" cy="3196692"/>
            <a:chOff x="0" y="0"/>
            <a:chExt cx="9582551" cy="4262255"/>
          </a:xfrm>
        </p:grpSpPr>
        <p:sp>
          <p:nvSpPr>
            <p:cNvPr id="420" name="Google Shape;420;p22"/>
            <p:cNvSpPr/>
            <p:nvPr/>
          </p:nvSpPr>
          <p:spPr>
            <a:xfrm>
              <a:off x="0" y="0"/>
              <a:ext cx="9582551" cy="4262244"/>
            </a:xfrm>
            <a:custGeom>
              <a:rect b="b" l="l" r="r" t="t"/>
              <a:pathLst>
                <a:path extrusionOk="0" h="4262244" w="9582551">
                  <a:moveTo>
                    <a:pt x="0" y="0"/>
                  </a:moveTo>
                  <a:lnTo>
                    <a:pt x="9582551" y="0"/>
                  </a:lnTo>
                  <a:lnTo>
                    <a:pt x="9582551" y="4262244"/>
                  </a:lnTo>
                  <a:lnTo>
                    <a:pt x="0" y="4262244"/>
                  </a:lnTo>
                  <a:close/>
                </a:path>
              </a:pathLst>
            </a:custGeom>
            <a:blipFill rotWithShape="1">
              <a:blip r:embed="rId3">
                <a:alphaModFix amt="0"/>
              </a:blip>
              <a:stretch>
                <a:fillRect b="-21687" l="0" r="-119988" t="-71054"/>
              </a:stretch>
            </a:blipFill>
            <a:ln>
              <a:noFill/>
            </a:ln>
          </p:spPr>
        </p:sp>
        <p:sp>
          <p:nvSpPr>
            <p:cNvPr id="421" name="Google Shape;421;p22"/>
            <p:cNvSpPr txBox="1"/>
            <p:nvPr/>
          </p:nvSpPr>
          <p:spPr>
            <a:xfrm>
              <a:off x="0" y="0"/>
              <a:ext cx="9582551" cy="42622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Implementación y Gestión de Hilos</a:t>
              </a:r>
              <a:endParaRPr/>
            </a:p>
          </p:txBody>
        </p:sp>
      </p:grpSp>
      <p:sp>
        <p:nvSpPr>
          <p:cNvPr id="422" name="Google Shape;422;p22"/>
          <p:cNvSpPr/>
          <p:nvPr/>
        </p:nvSpPr>
        <p:spPr>
          <a:xfrm>
            <a:off x="0" y="0"/>
            <a:ext cx="8464648" cy="10287000"/>
          </a:xfrm>
          <a:custGeom>
            <a:rect b="b" l="l" r="r" t="t"/>
            <a:pathLst>
              <a:path extrusionOk="0" h="10287000" w="8464648">
                <a:moveTo>
                  <a:pt x="0" y="0"/>
                </a:moveTo>
                <a:lnTo>
                  <a:pt x="8464648" y="0"/>
                </a:lnTo>
                <a:lnTo>
                  <a:pt x="8464648" y="10287000"/>
                </a:lnTo>
                <a:lnTo>
                  <a:pt x="0" y="10287000"/>
                </a:lnTo>
                <a:lnTo>
                  <a:pt x="0" y="0"/>
                </a:lnTo>
                <a:close/>
              </a:path>
            </a:pathLst>
          </a:custGeom>
          <a:blipFill rotWithShape="1">
            <a:blip r:embed="rId4">
              <a:alphaModFix/>
            </a:blip>
            <a:stretch>
              <a:fillRect b="0" l="-57742" r="-58310" t="0"/>
            </a:stretch>
          </a:blipFill>
          <a:ln>
            <a:noFill/>
          </a:ln>
        </p:spPr>
      </p:sp>
      <p:sp>
        <p:nvSpPr>
          <p:cNvPr id="423" name="Google Shape;423;p22"/>
          <p:cNvSpPr txBox="1"/>
          <p:nvPr/>
        </p:nvSpPr>
        <p:spPr>
          <a:xfrm>
            <a:off x="9861970" y="4620093"/>
            <a:ext cx="7095483" cy="3324226"/>
          </a:xfrm>
          <a:prstGeom prst="rect">
            <a:avLst/>
          </a:prstGeom>
          <a:noFill/>
          <a:ln>
            <a:noFill/>
          </a:ln>
        </p:spPr>
        <p:txBody>
          <a:bodyPr anchorCtr="0" anchor="t" bIns="0" lIns="0" spcFirstLastPara="1" rIns="0" wrap="square" tIns="0">
            <a:spAutoFit/>
          </a:bodyPr>
          <a:lstStyle/>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Creación, gestión y terminación de subprocesos</a:t>
            </a:r>
            <a:endParaRPr/>
          </a:p>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Uso de la biblioteca estándar PThreads.</a:t>
            </a:r>
            <a:endParaRPr/>
          </a:p>
          <a:p>
            <a:pPr indent="-323848" lvl="1" marL="647697" marR="0" rtl="0" algn="l">
              <a:lnSpc>
                <a:spcPct val="180026"/>
              </a:lnSpc>
              <a:spcBef>
                <a:spcPts val="0"/>
              </a:spcBef>
              <a:spcAft>
                <a:spcPts val="0"/>
              </a:spcAft>
              <a:buClr>
                <a:srgbClr val="FFFFFF"/>
              </a:buClr>
              <a:buSzPts val="2999"/>
              <a:buFont typeface="Arial"/>
              <a:buChar char="•"/>
            </a:pPr>
            <a:r>
              <a:rPr b="0" i="0" lang="en-US" sz="2999" u="none" cap="none" strike="noStrike">
                <a:solidFill>
                  <a:srgbClr val="FFFFFF"/>
                </a:solidFill>
                <a:latin typeface="Archivo Narrow"/>
                <a:ea typeface="Archivo Narrow"/>
                <a:cs typeface="Archivo Narrow"/>
                <a:sym typeface="Archivo Narrow"/>
              </a:rPr>
              <a:t>Tipos de hilos: Nivel de Usuario vs. Nivel de Kernel</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431" name="Shape 431"/>
        <p:cNvGrpSpPr/>
        <p:nvPr/>
      </p:nvGrpSpPr>
      <p:grpSpPr>
        <a:xfrm>
          <a:off x="0" y="0"/>
          <a:ext cx="0" cy="0"/>
          <a:chOff x="0" y="0"/>
          <a:chExt cx="0" cy="0"/>
        </a:xfrm>
      </p:grpSpPr>
      <p:grpSp>
        <p:nvGrpSpPr>
          <p:cNvPr id="432" name="Google Shape;432;p23"/>
          <p:cNvGrpSpPr/>
          <p:nvPr/>
        </p:nvGrpSpPr>
        <p:grpSpPr>
          <a:xfrm>
            <a:off x="1351927" y="860060"/>
            <a:ext cx="15478873" cy="2225142"/>
            <a:chOff x="0" y="0"/>
            <a:chExt cx="20638498" cy="2966855"/>
          </a:xfrm>
        </p:grpSpPr>
        <p:sp>
          <p:nvSpPr>
            <p:cNvPr id="433" name="Google Shape;433;p23"/>
            <p:cNvSpPr/>
            <p:nvPr/>
          </p:nvSpPr>
          <p:spPr>
            <a:xfrm>
              <a:off x="0" y="0"/>
              <a:ext cx="20638497" cy="2966848"/>
            </a:xfrm>
            <a:custGeom>
              <a:rect b="b" l="l" r="r" t="t"/>
              <a:pathLst>
                <a:path extrusionOk="0" h="2966848" w="20638497">
                  <a:moveTo>
                    <a:pt x="0" y="0"/>
                  </a:moveTo>
                  <a:lnTo>
                    <a:pt x="20638497" y="0"/>
                  </a:lnTo>
                  <a:lnTo>
                    <a:pt x="20638497" y="2966848"/>
                  </a:lnTo>
                  <a:lnTo>
                    <a:pt x="0" y="2966848"/>
                  </a:lnTo>
                  <a:close/>
                </a:path>
              </a:pathLst>
            </a:custGeom>
            <a:blipFill rotWithShape="1">
              <a:blip r:embed="rId3">
                <a:alphaModFix amt="0"/>
              </a:blip>
              <a:stretch>
                <a:fillRect b="-74817" l="0" r="-2142" t="-102077"/>
              </a:stretch>
            </a:blipFill>
            <a:ln>
              <a:noFill/>
            </a:ln>
          </p:spPr>
        </p:sp>
        <p:sp>
          <p:nvSpPr>
            <p:cNvPr id="434" name="Google Shape;434;p23"/>
            <p:cNvSpPr txBox="1"/>
            <p:nvPr/>
          </p:nvSpPr>
          <p:spPr>
            <a:xfrm>
              <a:off x="0" y="0"/>
              <a:ext cx="20638498" cy="2966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Creación, gestión y terminación de subprocesos</a:t>
              </a:r>
              <a:endParaRPr/>
            </a:p>
          </p:txBody>
        </p:sp>
      </p:grpSp>
      <p:sp>
        <p:nvSpPr>
          <p:cNvPr id="435" name="Google Shape;435;p23"/>
          <p:cNvSpPr/>
          <p:nvPr/>
        </p:nvSpPr>
        <p:spPr>
          <a:xfrm>
            <a:off x="11234997" y="3175439"/>
            <a:ext cx="6150783" cy="4782062"/>
          </a:xfrm>
          <a:custGeom>
            <a:rect b="b" l="l" r="r" t="t"/>
            <a:pathLst>
              <a:path extrusionOk="0" h="4782062" w="6150783">
                <a:moveTo>
                  <a:pt x="0" y="0"/>
                </a:moveTo>
                <a:lnTo>
                  <a:pt x="6150783" y="0"/>
                </a:lnTo>
                <a:lnTo>
                  <a:pt x="6150783" y="4782061"/>
                </a:lnTo>
                <a:lnTo>
                  <a:pt x="0" y="4782061"/>
                </a:lnTo>
                <a:lnTo>
                  <a:pt x="0" y="0"/>
                </a:lnTo>
                <a:close/>
              </a:path>
            </a:pathLst>
          </a:custGeom>
          <a:blipFill rotWithShape="1">
            <a:blip r:embed="rId4">
              <a:alphaModFix/>
            </a:blip>
            <a:stretch>
              <a:fillRect b="0" l="-29390" r="-26102" t="0"/>
            </a:stretch>
          </a:blipFill>
          <a:ln>
            <a:noFill/>
          </a:ln>
        </p:spPr>
      </p:sp>
      <p:sp>
        <p:nvSpPr>
          <p:cNvPr id="436" name="Google Shape;436;p23"/>
          <p:cNvSpPr txBox="1"/>
          <p:nvPr/>
        </p:nvSpPr>
        <p:spPr>
          <a:xfrm>
            <a:off x="1028700" y="3013514"/>
            <a:ext cx="9955913" cy="6707505"/>
          </a:xfrm>
          <a:prstGeom prst="rect">
            <a:avLst/>
          </a:prstGeom>
          <a:noFill/>
          <a:ln>
            <a:noFill/>
          </a:ln>
        </p:spPr>
        <p:txBody>
          <a:bodyPr anchorCtr="0" anchor="t" bIns="0" lIns="0" spcFirstLastPara="1" rIns="0" wrap="square" tIns="0">
            <a:spAutoFit/>
          </a:bodyPr>
          <a:lstStyle/>
          <a:p>
            <a:pPr indent="0" lvl="0" marL="0" marR="0" rtl="0" algn="l">
              <a:lnSpc>
                <a:spcPct val="180000"/>
              </a:lnSpc>
              <a:spcBef>
                <a:spcPts val="0"/>
              </a:spcBef>
              <a:spcAft>
                <a:spcPts val="0"/>
              </a:spcAft>
              <a:buNone/>
            </a:pPr>
            <a:r>
              <a:rPr b="0" i="0" lang="en-US" sz="2600" u="none" cap="none" strike="noStrike">
                <a:solidFill>
                  <a:srgbClr val="FFFFFF"/>
                </a:solidFill>
                <a:latin typeface="Archivo Narrow"/>
                <a:ea typeface="Archivo Narrow"/>
                <a:cs typeface="Archivo Narrow"/>
                <a:sym typeface="Archivo Narrow"/>
              </a:rPr>
              <a:t>La creación de procesos en muchos sistemas operativos se realiza utilizando el llamada al sistema fork(). Cuando un proceso en ejecución llama fork(), el sistema operativo crea un nuevo proceso. El proceso original se convierte en el padre, y el recién creado es el niño.</a:t>
            </a:r>
            <a:endParaRPr/>
          </a:p>
          <a:p>
            <a:pPr indent="0" lvl="0" marL="0" marR="0" rtl="0" algn="l">
              <a:lnSpc>
                <a:spcPct val="76153"/>
              </a:lnSpc>
              <a:spcBef>
                <a:spcPts val="0"/>
              </a:spcBef>
              <a:spcAft>
                <a:spcPts val="0"/>
              </a:spcAft>
              <a:buNone/>
            </a:pPr>
            <a:r>
              <a:t/>
            </a:r>
            <a:endParaRPr b="0" i="0" sz="2600" u="none" cap="none" strike="noStrike">
              <a:solidFill>
                <a:srgbClr val="FFFFFF"/>
              </a:solidFill>
              <a:latin typeface="Archivo Narrow"/>
              <a:ea typeface="Archivo Narrow"/>
              <a:cs typeface="Archivo Narrow"/>
              <a:sym typeface="Archivo Narrow"/>
            </a:endParaRPr>
          </a:p>
          <a:p>
            <a:pPr indent="-280670" lvl="1" marL="561341" marR="0" rtl="0" algn="l">
              <a:lnSpc>
                <a:spcPct val="180000"/>
              </a:lnSpc>
              <a:spcBef>
                <a:spcPts val="0"/>
              </a:spcBef>
              <a:spcAft>
                <a:spcPts val="0"/>
              </a:spcAft>
              <a:buClr>
                <a:srgbClr val="FFFFFF"/>
              </a:buClr>
              <a:buSzPts val="2600"/>
              <a:buFont typeface="Arial"/>
              <a:buChar char="•"/>
            </a:pPr>
            <a:r>
              <a:rPr b="1" i="0" lang="en-US" sz="2600" u="none" cap="none" strike="noStrike">
                <a:solidFill>
                  <a:srgbClr val="FFFFFF"/>
                </a:solidFill>
                <a:latin typeface="Archivo Narrow"/>
                <a:ea typeface="Archivo Narrow"/>
                <a:cs typeface="Archivo Narrow"/>
                <a:sym typeface="Archivo Narrow"/>
              </a:rPr>
              <a:t>fork()</a:t>
            </a:r>
            <a:r>
              <a:rPr b="0" i="0" lang="en-US" sz="2600" u="none" cap="none" strike="noStrike">
                <a:solidFill>
                  <a:srgbClr val="FFFFFF"/>
                </a:solidFill>
                <a:latin typeface="Archivo Narrow"/>
                <a:ea typeface="Archivo Narrow"/>
                <a:cs typeface="Archivo Narrow"/>
                <a:sym typeface="Archivo Narrow"/>
              </a:rPr>
              <a:t> La llamada al sistema crea una copia del proceso actual, incluidos todos sus recursos, pero con un solo hilo.</a:t>
            </a:r>
            <a:endParaRPr/>
          </a:p>
          <a:p>
            <a:pPr indent="-280670" lvl="1" marL="561341" marR="0" rtl="0" algn="l">
              <a:lnSpc>
                <a:spcPct val="180000"/>
              </a:lnSpc>
              <a:spcBef>
                <a:spcPts val="0"/>
              </a:spcBef>
              <a:spcAft>
                <a:spcPts val="0"/>
              </a:spcAft>
              <a:buClr>
                <a:srgbClr val="FFFFFF"/>
              </a:buClr>
              <a:buSzPts val="2600"/>
              <a:buFont typeface="Arial"/>
              <a:buChar char="•"/>
            </a:pPr>
            <a:r>
              <a:rPr b="1" i="0" lang="en-US" sz="2600" u="none" cap="none" strike="noStrike">
                <a:solidFill>
                  <a:srgbClr val="FFFFFF"/>
                </a:solidFill>
                <a:latin typeface="Archivo Narrow"/>
                <a:ea typeface="Archivo Narrow"/>
                <a:cs typeface="Archivo Narrow"/>
                <a:sym typeface="Archivo Narrow"/>
              </a:rPr>
              <a:t>exec()</a:t>
            </a:r>
            <a:r>
              <a:rPr b="0" i="0" lang="en-US" sz="2600" u="none" cap="none" strike="noStrike">
                <a:solidFill>
                  <a:srgbClr val="FFFFFF"/>
                </a:solidFill>
                <a:latin typeface="Archivo Narrow"/>
                <a:ea typeface="Archivo Narrow"/>
                <a:cs typeface="Archivo Narrow"/>
                <a:sym typeface="Archivo Narrow"/>
              </a:rPr>
              <a:t> La llamada al sistema reemplaza la memoria del proceso actual con el código y los datos de un archivo ejecutable específico. No regresa; en cambio, "transfiere" el proceso al nuevo programa.</a:t>
            </a:r>
            <a:endParaRPr/>
          </a:p>
          <a:p>
            <a:pPr indent="-280670" lvl="1" marL="561341" marR="0" rtl="0" algn="l">
              <a:lnSpc>
                <a:spcPct val="180000"/>
              </a:lnSpc>
              <a:spcBef>
                <a:spcPts val="0"/>
              </a:spcBef>
              <a:spcAft>
                <a:spcPts val="0"/>
              </a:spcAft>
              <a:buClr>
                <a:srgbClr val="FFFFFF"/>
              </a:buClr>
              <a:buSzPts val="2600"/>
              <a:buFont typeface="Arial"/>
              <a:buChar char="•"/>
            </a:pPr>
            <a:r>
              <a:rPr b="1" i="0" lang="en-US" sz="2600" u="none" cap="none" strike="noStrike">
                <a:solidFill>
                  <a:srgbClr val="FFFFFF"/>
                </a:solidFill>
                <a:latin typeface="Archivo Narrow"/>
                <a:ea typeface="Archivo Narrow"/>
                <a:cs typeface="Archivo Narrow"/>
                <a:sym typeface="Archivo Narrow"/>
              </a:rPr>
              <a:t>waitpid() </a:t>
            </a:r>
            <a:r>
              <a:rPr b="0" i="0" lang="en-US" sz="2600" u="none" cap="none" strike="noStrike">
                <a:solidFill>
                  <a:srgbClr val="FFFFFF"/>
                </a:solidFill>
                <a:latin typeface="Archivo Narrow"/>
                <a:ea typeface="Archivo Narrow"/>
                <a:cs typeface="Archivo Narrow"/>
                <a:sym typeface="Archivo Narrow"/>
              </a:rPr>
              <a:t>La función hace que el proceso principal espere hasta que un proceso secundario específico termine de ejecutarse.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444" name="Shape 444"/>
        <p:cNvGrpSpPr/>
        <p:nvPr/>
      </p:nvGrpSpPr>
      <p:grpSpPr>
        <a:xfrm>
          <a:off x="0" y="0"/>
          <a:ext cx="0" cy="0"/>
          <a:chOff x="0" y="0"/>
          <a:chExt cx="0" cy="0"/>
        </a:xfrm>
      </p:grpSpPr>
      <p:grpSp>
        <p:nvGrpSpPr>
          <p:cNvPr id="445" name="Google Shape;445;p24"/>
          <p:cNvGrpSpPr/>
          <p:nvPr/>
        </p:nvGrpSpPr>
        <p:grpSpPr>
          <a:xfrm>
            <a:off x="1351927" y="860060"/>
            <a:ext cx="15478873" cy="2225142"/>
            <a:chOff x="0" y="0"/>
            <a:chExt cx="20638498" cy="2966855"/>
          </a:xfrm>
        </p:grpSpPr>
        <p:sp>
          <p:nvSpPr>
            <p:cNvPr id="446" name="Google Shape;446;p24"/>
            <p:cNvSpPr/>
            <p:nvPr/>
          </p:nvSpPr>
          <p:spPr>
            <a:xfrm>
              <a:off x="0" y="0"/>
              <a:ext cx="20638497" cy="2966848"/>
            </a:xfrm>
            <a:custGeom>
              <a:rect b="b" l="l" r="r" t="t"/>
              <a:pathLst>
                <a:path extrusionOk="0" h="2966848" w="20638497">
                  <a:moveTo>
                    <a:pt x="0" y="0"/>
                  </a:moveTo>
                  <a:lnTo>
                    <a:pt x="20638497" y="0"/>
                  </a:lnTo>
                  <a:lnTo>
                    <a:pt x="20638497" y="2966848"/>
                  </a:lnTo>
                  <a:lnTo>
                    <a:pt x="0" y="2966848"/>
                  </a:lnTo>
                  <a:close/>
                </a:path>
              </a:pathLst>
            </a:custGeom>
            <a:blipFill rotWithShape="1">
              <a:blip r:embed="rId3">
                <a:alphaModFix amt="0"/>
              </a:blip>
              <a:stretch>
                <a:fillRect b="-74817" l="0" r="-2142" t="-102077"/>
              </a:stretch>
            </a:blipFill>
            <a:ln>
              <a:noFill/>
            </a:ln>
          </p:spPr>
        </p:sp>
        <p:sp>
          <p:nvSpPr>
            <p:cNvPr id="447" name="Google Shape;447;p24"/>
            <p:cNvSpPr txBox="1"/>
            <p:nvPr/>
          </p:nvSpPr>
          <p:spPr>
            <a:xfrm>
              <a:off x="0" y="0"/>
              <a:ext cx="20638498" cy="2966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Uso de la biblioteca estándar PThreads</a:t>
              </a:r>
              <a:endParaRPr/>
            </a:p>
          </p:txBody>
        </p:sp>
      </p:grpSp>
      <p:sp>
        <p:nvSpPr>
          <p:cNvPr id="448" name="Google Shape;448;p24"/>
          <p:cNvSpPr txBox="1"/>
          <p:nvPr/>
        </p:nvSpPr>
        <p:spPr>
          <a:xfrm>
            <a:off x="1351927" y="3280259"/>
            <a:ext cx="15478873" cy="5701666"/>
          </a:xfrm>
          <a:prstGeom prst="rect">
            <a:avLst/>
          </a:prstGeom>
          <a:noFill/>
          <a:ln>
            <a:noFill/>
          </a:ln>
        </p:spPr>
        <p:txBody>
          <a:bodyPr anchorCtr="0" anchor="t" bIns="0" lIns="0" spcFirstLastPara="1" rIns="0" wrap="square" tIns="0">
            <a:spAutoFit/>
          </a:bodyPr>
          <a:lstStyle/>
          <a:p>
            <a:pPr indent="0" lvl="0" marL="0" marR="0" rtl="0" algn="l">
              <a:lnSpc>
                <a:spcPct val="180028"/>
              </a:lnSpc>
              <a:spcBef>
                <a:spcPts val="0"/>
              </a:spcBef>
              <a:spcAft>
                <a:spcPts val="0"/>
              </a:spcAft>
              <a:buNone/>
            </a:pPr>
            <a:r>
              <a:rPr b="0" i="0" lang="en-US" sz="2799" u="none" cap="none" strike="noStrike">
                <a:solidFill>
                  <a:srgbClr val="FFFFFF"/>
                </a:solidFill>
                <a:latin typeface="Archivo Narrow"/>
                <a:ea typeface="Archivo Narrow"/>
                <a:cs typeface="Archivo Narrow"/>
                <a:sym typeface="Archivo Narrow"/>
              </a:rPr>
              <a:t>La biblioteca pthread.h es el estándar en sistemas Unix/Linux para la gestión de hilos. Existen alrededor de 100 procedimientos, todos con el prefijo pthread_.</a:t>
            </a:r>
            <a:endParaRPr/>
          </a:p>
          <a:p>
            <a:pPr indent="0" lvl="0" marL="0" marR="0" rtl="0" algn="l">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a:p>
            <a:pPr indent="0" lvl="0" marL="0" marR="0" rtl="0" algn="l">
              <a:lnSpc>
                <a:spcPct val="180028"/>
              </a:lnSpc>
              <a:spcBef>
                <a:spcPts val="0"/>
              </a:spcBef>
              <a:spcAft>
                <a:spcPts val="0"/>
              </a:spcAft>
              <a:buNone/>
            </a:pPr>
            <a:r>
              <a:rPr b="1" i="0" lang="en-US" sz="2799" u="none" cap="none" strike="noStrike">
                <a:solidFill>
                  <a:srgbClr val="FFFFFF"/>
                </a:solidFill>
                <a:latin typeface="Archivo Narrow"/>
                <a:ea typeface="Archivo Narrow"/>
                <a:cs typeface="Archivo Narrow"/>
                <a:sym typeface="Archivo Narrow"/>
              </a:rPr>
              <a:t>Creación: </a:t>
            </a:r>
            <a:r>
              <a:rPr b="0" i="0" lang="en-US" sz="2799" u="none" cap="none" strike="noStrike">
                <a:solidFill>
                  <a:srgbClr val="FFFFFF"/>
                </a:solidFill>
                <a:latin typeface="Archivo Narrow"/>
                <a:ea typeface="Archivo Narrow"/>
                <a:cs typeface="Archivo Narrow"/>
                <a:sym typeface="Archivo Narrow"/>
              </a:rPr>
              <a:t>Se utiliza pthread_create() para spawnear un nuevo hilo pasando la función a ejecutar.</a:t>
            </a:r>
            <a:endParaRPr/>
          </a:p>
          <a:p>
            <a:pPr indent="0" lvl="0" marL="0" marR="0" rtl="0" algn="l">
              <a:lnSpc>
                <a:spcPct val="180028"/>
              </a:lnSpc>
              <a:spcBef>
                <a:spcPts val="0"/>
              </a:spcBef>
              <a:spcAft>
                <a:spcPts val="0"/>
              </a:spcAft>
              <a:buNone/>
            </a:pPr>
            <a:r>
              <a:rPr b="1" i="0" lang="en-US" sz="2799" u="none" cap="none" strike="noStrike">
                <a:solidFill>
                  <a:srgbClr val="FFFFFF"/>
                </a:solidFill>
                <a:latin typeface="Archivo Narrow"/>
                <a:ea typeface="Archivo Narrow"/>
                <a:cs typeface="Archivo Narrow"/>
                <a:sym typeface="Archivo Narrow"/>
              </a:rPr>
              <a:t>Sincronización: </a:t>
            </a:r>
            <a:r>
              <a:rPr b="0" i="0" lang="en-US" sz="2799" u="none" cap="none" strike="noStrike">
                <a:solidFill>
                  <a:srgbClr val="FFFFFF"/>
                </a:solidFill>
                <a:latin typeface="Archivo Narrow"/>
                <a:ea typeface="Archivo Narrow"/>
                <a:cs typeface="Archivo Narrow"/>
                <a:sym typeface="Archivo Narrow"/>
              </a:rPr>
              <a:t>pthread_join() permite que un hilo espere a que otro termine, recuperando su estado.</a:t>
            </a:r>
            <a:endParaRPr/>
          </a:p>
          <a:p>
            <a:pPr indent="0" lvl="0" marL="0" marR="0" rtl="0" algn="l">
              <a:lnSpc>
                <a:spcPct val="180028"/>
              </a:lnSpc>
              <a:spcBef>
                <a:spcPts val="0"/>
              </a:spcBef>
              <a:spcAft>
                <a:spcPts val="0"/>
              </a:spcAft>
              <a:buNone/>
            </a:pPr>
            <a:r>
              <a:rPr b="1" i="0" lang="en-US" sz="2799" u="none" cap="none" strike="noStrike">
                <a:solidFill>
                  <a:srgbClr val="FFFFFF"/>
                </a:solidFill>
                <a:latin typeface="Archivo Narrow"/>
                <a:ea typeface="Archivo Narrow"/>
                <a:cs typeface="Archivo Narrow"/>
                <a:sym typeface="Archivo Narrow"/>
              </a:rPr>
              <a:t>Terminación:</a:t>
            </a:r>
            <a:r>
              <a:rPr b="0" i="0" lang="en-US" sz="2799" u="none" cap="none" strike="noStrike">
                <a:solidFill>
                  <a:srgbClr val="FFFFFF"/>
                </a:solidFill>
                <a:latin typeface="Archivo Narrow"/>
                <a:ea typeface="Archivo Narrow"/>
                <a:cs typeface="Archivo Narrow"/>
                <a:sym typeface="Archivo Narrow"/>
              </a:rPr>
              <a:t> pthread_exit() finaliza el hilo actual y libera sus recursos locales.</a:t>
            </a:r>
            <a:endParaRPr/>
          </a:p>
          <a:p>
            <a:pPr indent="0" lvl="0" marL="0" marR="0" rtl="0" algn="l">
              <a:lnSpc>
                <a:spcPct val="180028"/>
              </a:lnSpc>
              <a:spcBef>
                <a:spcPts val="0"/>
              </a:spcBef>
              <a:spcAft>
                <a:spcPts val="0"/>
              </a:spcAft>
              <a:buNone/>
            </a:pPr>
            <a:r>
              <a:rPr b="1" i="0" lang="en-US" sz="2799" u="none" cap="none" strike="noStrike">
                <a:solidFill>
                  <a:srgbClr val="FFFFFF"/>
                </a:solidFill>
                <a:latin typeface="Archivo Narrow"/>
                <a:ea typeface="Archivo Narrow"/>
                <a:cs typeface="Archivo Narrow"/>
                <a:sym typeface="Archivo Narrow"/>
              </a:rPr>
              <a:t>Exclusion: </a:t>
            </a:r>
            <a:r>
              <a:rPr b="0" i="0" lang="en-US" sz="2799" u="none" cap="none" strike="noStrike">
                <a:solidFill>
                  <a:srgbClr val="FFFFFF"/>
                </a:solidFill>
                <a:latin typeface="Archivo Narrow"/>
                <a:ea typeface="Archivo Narrow"/>
                <a:cs typeface="Archivo Narrow"/>
                <a:sym typeface="Archivo Narrow"/>
              </a:rPr>
              <a:t>pthread_mutex_*() funciones para exclusión mutua y sincronización</a:t>
            </a:r>
            <a:endParaRPr/>
          </a:p>
          <a:p>
            <a:pPr indent="0" lvl="0" marL="0" marR="0" rtl="0" algn="l">
              <a:lnSpc>
                <a:spcPct val="180028"/>
              </a:lnSpc>
              <a:spcBef>
                <a:spcPts val="0"/>
              </a:spcBef>
              <a:spcAft>
                <a:spcPts val="0"/>
              </a:spcAft>
              <a:buNone/>
            </a:pPr>
            <a:r>
              <a:t/>
            </a:r>
            <a:endParaRPr b="0" i="0" sz="2799" u="none" cap="none" strike="noStrike">
              <a:solidFill>
                <a:srgbClr val="FFFFFF"/>
              </a:solidFill>
              <a:latin typeface="Archivo Narrow"/>
              <a:ea typeface="Archivo Narrow"/>
              <a:cs typeface="Archivo Narrow"/>
              <a:sym typeface="Archivo Narrow"/>
            </a:endParaRPr>
          </a:p>
          <a:p>
            <a:pPr indent="0" lvl="0" marL="0" marR="0" rtl="0" algn="l">
              <a:lnSpc>
                <a:spcPct val="180028"/>
              </a:lnSpc>
              <a:spcBef>
                <a:spcPts val="0"/>
              </a:spcBef>
              <a:spcAft>
                <a:spcPts val="0"/>
              </a:spcAft>
              <a:buNone/>
            </a:pPr>
            <a:r>
              <a:rPr b="0" i="0" lang="en-US" sz="2799" u="sng" cap="none" strike="noStrike">
                <a:solidFill>
                  <a:srgbClr val="FFFFFF"/>
                </a:solidFill>
                <a:latin typeface="Archivo Narrow"/>
                <a:ea typeface="Archivo Narrow"/>
                <a:cs typeface="Archivo Narrow"/>
                <a:sym typeface="Archivo Narrow"/>
                <a:hlinkClick r:id="rId4">
                  <a:extLst>
                    <a:ext uri="{A12FA001-AC4F-418D-AE19-62706E023703}">
                      <ahyp:hlinkClr val="tx"/>
                    </a:ext>
                  </a:extLst>
                </a:hlinkClick>
              </a:rPr>
              <a:t>pthread.h.html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456" name="Shape 456"/>
        <p:cNvGrpSpPr/>
        <p:nvPr/>
      </p:nvGrpSpPr>
      <p:grpSpPr>
        <a:xfrm>
          <a:off x="0" y="0"/>
          <a:ext cx="0" cy="0"/>
          <a:chOff x="0" y="0"/>
          <a:chExt cx="0" cy="0"/>
        </a:xfrm>
      </p:grpSpPr>
      <p:grpSp>
        <p:nvGrpSpPr>
          <p:cNvPr id="457" name="Google Shape;457;p25"/>
          <p:cNvGrpSpPr/>
          <p:nvPr/>
        </p:nvGrpSpPr>
        <p:grpSpPr>
          <a:xfrm>
            <a:off x="1351927" y="860060"/>
            <a:ext cx="15478873" cy="1618560"/>
            <a:chOff x="0" y="0"/>
            <a:chExt cx="20638498" cy="2158080"/>
          </a:xfrm>
        </p:grpSpPr>
        <p:sp>
          <p:nvSpPr>
            <p:cNvPr id="458" name="Google Shape;458;p25"/>
            <p:cNvSpPr/>
            <p:nvPr/>
          </p:nvSpPr>
          <p:spPr>
            <a:xfrm>
              <a:off x="0" y="0"/>
              <a:ext cx="20638497" cy="2158074"/>
            </a:xfrm>
            <a:custGeom>
              <a:rect b="b" l="l" r="r" t="t"/>
              <a:pathLst>
                <a:path extrusionOk="0" h="2158074" w="20638497">
                  <a:moveTo>
                    <a:pt x="0" y="0"/>
                  </a:moveTo>
                  <a:lnTo>
                    <a:pt x="20638497" y="0"/>
                  </a:lnTo>
                  <a:lnTo>
                    <a:pt x="20638497" y="2158074"/>
                  </a:lnTo>
                  <a:lnTo>
                    <a:pt x="0" y="2158074"/>
                  </a:lnTo>
                  <a:close/>
                </a:path>
              </a:pathLst>
            </a:custGeom>
            <a:blipFill rotWithShape="1">
              <a:blip r:embed="rId3">
                <a:alphaModFix amt="0"/>
              </a:blip>
              <a:stretch>
                <a:fillRect b="-140331" l="0" r="-2142" t="-140331"/>
              </a:stretch>
            </a:blipFill>
            <a:ln>
              <a:noFill/>
            </a:ln>
          </p:spPr>
        </p:sp>
        <p:sp>
          <p:nvSpPr>
            <p:cNvPr id="459" name="Google Shape;459;p25"/>
            <p:cNvSpPr txBox="1"/>
            <p:nvPr/>
          </p:nvSpPr>
          <p:spPr>
            <a:xfrm>
              <a:off x="0" y="0"/>
              <a:ext cx="20638498" cy="2158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Hilos Nivel de Usuario</a:t>
              </a:r>
              <a:endParaRPr/>
            </a:p>
          </p:txBody>
        </p:sp>
      </p:grpSp>
      <p:sp>
        <p:nvSpPr>
          <p:cNvPr id="460" name="Google Shape;460;p25"/>
          <p:cNvSpPr txBox="1"/>
          <p:nvPr/>
        </p:nvSpPr>
        <p:spPr>
          <a:xfrm>
            <a:off x="1351927" y="2316695"/>
            <a:ext cx="9211086" cy="7050405"/>
          </a:xfrm>
          <a:prstGeom prst="rect">
            <a:avLst/>
          </a:prstGeom>
          <a:noFill/>
          <a:ln>
            <a:noFill/>
          </a:ln>
        </p:spPr>
        <p:txBody>
          <a:bodyPr anchorCtr="0" anchor="t" bIns="0" lIns="0" spcFirstLastPara="1" rIns="0" wrap="square" tIns="0">
            <a:spAutoFit/>
          </a:bodyPr>
          <a:lstStyle/>
          <a:p>
            <a:pPr indent="0" lvl="0" marL="0" marR="0" rtl="0" algn="just">
              <a:lnSpc>
                <a:spcPct val="180030"/>
              </a:lnSpc>
              <a:spcBef>
                <a:spcPts val="0"/>
              </a:spcBef>
              <a:spcAft>
                <a:spcPts val="0"/>
              </a:spcAft>
              <a:buNone/>
            </a:pPr>
            <a:r>
              <a:rPr b="0" i="0" lang="en-US" sz="2599" u="none" cap="none" strike="noStrike">
                <a:solidFill>
                  <a:srgbClr val="FFFFFF"/>
                </a:solidFill>
                <a:latin typeface="Archivo Narrow"/>
                <a:ea typeface="Archivo Narrow"/>
                <a:cs typeface="Archivo Narrow"/>
                <a:sym typeface="Archivo Narrow"/>
              </a:rPr>
              <a:t>El hilo de nivel de usuario es un tipo de hilo que no se crea mediante llamadas al sistema. El kernel no interviene en la creacion ni gestión de estos hilos, si no que es el usuario quien se encarga de gestionarlos.</a:t>
            </a:r>
            <a:endParaRPr/>
          </a:p>
          <a:p>
            <a:pPr indent="0" lvl="0" marL="0" marR="0" rtl="0" algn="just">
              <a:lnSpc>
                <a:spcPct val="180030"/>
              </a:lnSpc>
              <a:spcBef>
                <a:spcPts val="0"/>
              </a:spcBef>
              <a:spcAft>
                <a:spcPts val="0"/>
              </a:spcAft>
              <a:buNone/>
            </a:pPr>
            <a:r>
              <a:t/>
            </a:r>
            <a:endParaRPr b="0" i="0" sz="2599" u="none" cap="none" strike="noStrike">
              <a:solidFill>
                <a:srgbClr val="FFFFFF"/>
              </a:solidFill>
              <a:latin typeface="Archivo Narrow"/>
              <a:ea typeface="Archivo Narrow"/>
              <a:cs typeface="Archivo Narrow"/>
              <a:sym typeface="Archivo Narrow"/>
            </a:endParaRPr>
          </a:p>
          <a:p>
            <a:pPr indent="0" lvl="0" marL="0" marR="0" rtl="0" algn="just">
              <a:lnSpc>
                <a:spcPct val="180030"/>
              </a:lnSpc>
              <a:spcBef>
                <a:spcPts val="0"/>
              </a:spcBef>
              <a:spcAft>
                <a:spcPts val="0"/>
              </a:spcAft>
              <a:buNone/>
            </a:pPr>
            <a:r>
              <a:rPr b="0" i="0" lang="en-US" sz="2599" u="none" cap="none" strike="noStrike">
                <a:solidFill>
                  <a:srgbClr val="FFFFFF"/>
                </a:solidFill>
                <a:latin typeface="Archivo Narrow"/>
                <a:ea typeface="Archivo Narrow"/>
                <a:cs typeface="Archivo Narrow"/>
                <a:sym typeface="Archivo Narrow"/>
              </a:rPr>
              <a:t>Estos suelen ser livianos porque se administran completamente en el espacio del usuario, sin involucrar al kernel. Esto significa que las operaciones de creación de hilos, cambio de contexto y sincronización pueden ser más rápidas en comparación con los subprocesos a nivel de kernel.</a:t>
            </a:r>
            <a:endParaRPr/>
          </a:p>
          <a:p>
            <a:pPr indent="0" lvl="0" marL="0" marR="0" rtl="0" algn="just">
              <a:lnSpc>
                <a:spcPct val="180030"/>
              </a:lnSpc>
              <a:spcBef>
                <a:spcPts val="0"/>
              </a:spcBef>
              <a:spcAft>
                <a:spcPts val="0"/>
              </a:spcAft>
              <a:buNone/>
            </a:pPr>
            <a:r>
              <a:t/>
            </a:r>
            <a:endParaRPr b="0" i="0" sz="2599" u="none" cap="none" strike="noStrike">
              <a:solidFill>
                <a:srgbClr val="FFFFFF"/>
              </a:solidFill>
              <a:latin typeface="Archivo Narrow"/>
              <a:ea typeface="Archivo Narrow"/>
              <a:cs typeface="Archivo Narrow"/>
              <a:sym typeface="Archivo Narrow"/>
            </a:endParaRPr>
          </a:p>
          <a:p>
            <a:pPr indent="0" lvl="0" marL="0" marR="0" rtl="0" algn="just">
              <a:lnSpc>
                <a:spcPct val="180030"/>
              </a:lnSpc>
              <a:spcBef>
                <a:spcPts val="0"/>
              </a:spcBef>
              <a:spcAft>
                <a:spcPts val="0"/>
              </a:spcAft>
              <a:buNone/>
            </a:pPr>
            <a:r>
              <a:rPr b="0" i="0" lang="en-US" sz="2599" u="none" cap="none" strike="noStrike">
                <a:solidFill>
                  <a:srgbClr val="FFFFFF"/>
                </a:solidFill>
                <a:latin typeface="Archivo Narrow"/>
                <a:ea typeface="Archivo Narrow"/>
                <a:cs typeface="Archivo Narrow"/>
                <a:sym typeface="Archivo Narrow"/>
              </a:rPr>
              <a:t>Al no estan vinculados con el kernel, estos hilos funcionan de manera consistente en diferentes sistemas operativos y plataformas.</a:t>
            </a:r>
            <a:endParaRPr/>
          </a:p>
        </p:txBody>
      </p:sp>
      <p:sp>
        <p:nvSpPr>
          <p:cNvPr id="461" name="Google Shape;461;p25"/>
          <p:cNvSpPr/>
          <p:nvPr/>
        </p:nvSpPr>
        <p:spPr>
          <a:xfrm>
            <a:off x="11486832" y="2478620"/>
            <a:ext cx="4818661" cy="5582013"/>
          </a:xfrm>
          <a:custGeom>
            <a:rect b="b" l="l" r="r" t="t"/>
            <a:pathLst>
              <a:path extrusionOk="0" h="5582013" w="4818661">
                <a:moveTo>
                  <a:pt x="0" y="0"/>
                </a:moveTo>
                <a:lnTo>
                  <a:pt x="4818661" y="0"/>
                </a:lnTo>
                <a:lnTo>
                  <a:pt x="4818661" y="5582013"/>
                </a:lnTo>
                <a:lnTo>
                  <a:pt x="0" y="5582013"/>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469" name="Shape 469"/>
        <p:cNvGrpSpPr/>
        <p:nvPr/>
      </p:nvGrpSpPr>
      <p:grpSpPr>
        <a:xfrm>
          <a:off x="0" y="0"/>
          <a:ext cx="0" cy="0"/>
          <a:chOff x="0" y="0"/>
          <a:chExt cx="0" cy="0"/>
        </a:xfrm>
      </p:grpSpPr>
      <p:grpSp>
        <p:nvGrpSpPr>
          <p:cNvPr id="470" name="Google Shape;470;p26"/>
          <p:cNvGrpSpPr/>
          <p:nvPr/>
        </p:nvGrpSpPr>
        <p:grpSpPr>
          <a:xfrm>
            <a:off x="1351927" y="860060"/>
            <a:ext cx="15478873" cy="1618560"/>
            <a:chOff x="0" y="0"/>
            <a:chExt cx="20638498" cy="2158080"/>
          </a:xfrm>
        </p:grpSpPr>
        <p:sp>
          <p:nvSpPr>
            <p:cNvPr id="471" name="Google Shape;471;p26"/>
            <p:cNvSpPr/>
            <p:nvPr/>
          </p:nvSpPr>
          <p:spPr>
            <a:xfrm>
              <a:off x="0" y="0"/>
              <a:ext cx="20638497" cy="2158074"/>
            </a:xfrm>
            <a:custGeom>
              <a:rect b="b" l="l" r="r" t="t"/>
              <a:pathLst>
                <a:path extrusionOk="0" h="2158074" w="20638497">
                  <a:moveTo>
                    <a:pt x="0" y="0"/>
                  </a:moveTo>
                  <a:lnTo>
                    <a:pt x="20638497" y="0"/>
                  </a:lnTo>
                  <a:lnTo>
                    <a:pt x="20638497" y="2158074"/>
                  </a:lnTo>
                  <a:lnTo>
                    <a:pt x="0" y="2158074"/>
                  </a:lnTo>
                  <a:close/>
                </a:path>
              </a:pathLst>
            </a:custGeom>
            <a:blipFill rotWithShape="1">
              <a:blip r:embed="rId3">
                <a:alphaModFix amt="0"/>
              </a:blip>
              <a:stretch>
                <a:fillRect b="-140331" l="0" r="-2142" t="-140331"/>
              </a:stretch>
            </a:blipFill>
            <a:ln>
              <a:noFill/>
            </a:ln>
          </p:spPr>
        </p:sp>
        <p:sp>
          <p:nvSpPr>
            <p:cNvPr id="472" name="Google Shape;472;p26"/>
            <p:cNvSpPr txBox="1"/>
            <p:nvPr/>
          </p:nvSpPr>
          <p:spPr>
            <a:xfrm>
              <a:off x="0" y="0"/>
              <a:ext cx="20638498" cy="21580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6400" u="none" cap="none" strike="noStrike">
                  <a:solidFill>
                    <a:srgbClr val="92F7FF"/>
                  </a:solidFill>
                  <a:latin typeface="Archivo Black"/>
                  <a:ea typeface="Archivo Black"/>
                  <a:cs typeface="Archivo Black"/>
                  <a:sym typeface="Archivo Black"/>
                </a:rPr>
                <a:t>Hilos Nivel Kernel</a:t>
              </a:r>
              <a:endParaRPr/>
            </a:p>
          </p:txBody>
        </p:sp>
      </p:grpSp>
      <p:sp>
        <p:nvSpPr>
          <p:cNvPr id="473" name="Google Shape;473;p26"/>
          <p:cNvSpPr txBox="1"/>
          <p:nvPr/>
        </p:nvSpPr>
        <p:spPr>
          <a:xfrm>
            <a:off x="1351927" y="2316695"/>
            <a:ext cx="9211086" cy="7640955"/>
          </a:xfrm>
          <a:prstGeom prst="rect">
            <a:avLst/>
          </a:prstGeom>
          <a:noFill/>
          <a:ln>
            <a:noFill/>
          </a:ln>
        </p:spPr>
        <p:txBody>
          <a:bodyPr anchorCtr="0" anchor="t" bIns="0" lIns="0" spcFirstLastPara="1" rIns="0" wrap="square" tIns="0">
            <a:spAutoFit/>
          </a:bodyPr>
          <a:lstStyle/>
          <a:p>
            <a:pPr indent="0" lvl="0" marL="0" marR="0" rtl="0" algn="just">
              <a:lnSpc>
                <a:spcPct val="180030"/>
              </a:lnSpc>
              <a:spcBef>
                <a:spcPts val="0"/>
              </a:spcBef>
              <a:spcAft>
                <a:spcPts val="0"/>
              </a:spcAft>
              <a:buNone/>
            </a:pPr>
            <a:r>
              <a:rPr b="0" i="0" lang="en-US" sz="2599" u="none" cap="none" strike="noStrike">
                <a:solidFill>
                  <a:srgbClr val="FFFFFF"/>
                </a:solidFill>
                <a:latin typeface="Archivo Narrow"/>
                <a:ea typeface="Archivo Narrow"/>
                <a:cs typeface="Archivo Narrow"/>
                <a:sym typeface="Archivo Narrow"/>
              </a:rPr>
              <a:t>A diferencia de los hilos a nivel de usuario que se administran completamente en el espacio del usuario mediante una biblioteca de hilos o un entorno de ejecución, los hilos a nivel de kernel son visibles y administrados por el propio kernel.</a:t>
            </a:r>
            <a:endParaRPr/>
          </a:p>
          <a:p>
            <a:pPr indent="0" lvl="0" marL="0" marR="0" rtl="0" algn="just">
              <a:lnSpc>
                <a:spcPct val="180030"/>
              </a:lnSpc>
              <a:spcBef>
                <a:spcPts val="0"/>
              </a:spcBef>
              <a:spcAft>
                <a:spcPts val="0"/>
              </a:spcAft>
              <a:buNone/>
            </a:pPr>
            <a:r>
              <a:t/>
            </a:r>
            <a:endParaRPr b="0" i="0" sz="2599" u="none" cap="none" strike="noStrike">
              <a:solidFill>
                <a:srgbClr val="FFFFFF"/>
              </a:solidFill>
              <a:latin typeface="Archivo Narrow"/>
              <a:ea typeface="Archivo Narrow"/>
              <a:cs typeface="Archivo Narrow"/>
              <a:sym typeface="Archivo Narrow"/>
            </a:endParaRPr>
          </a:p>
          <a:p>
            <a:pPr indent="0" lvl="0" marL="0" marR="0" rtl="0" algn="just">
              <a:lnSpc>
                <a:spcPct val="180030"/>
              </a:lnSpc>
              <a:spcBef>
                <a:spcPts val="0"/>
              </a:spcBef>
              <a:spcAft>
                <a:spcPts val="0"/>
              </a:spcAft>
              <a:buNone/>
            </a:pPr>
            <a:r>
              <a:rPr b="0" i="0" lang="en-US" sz="2599" u="none" cap="none" strike="noStrike">
                <a:solidFill>
                  <a:srgbClr val="FFFFFF"/>
                </a:solidFill>
                <a:latin typeface="Archivo Narrow"/>
                <a:ea typeface="Archivo Narrow"/>
                <a:cs typeface="Archivo Narrow"/>
                <a:sym typeface="Archivo Narrow"/>
              </a:rPr>
              <a:t>Los hilos a nivel de kernel son compatibles directamente con el kernel del sistema operativo, que proporciona scheduling, cambio de contexto y otras funcionalidades de gestión de subprocesos por medio de llamadas de sistema.</a:t>
            </a:r>
            <a:endParaRPr/>
          </a:p>
          <a:p>
            <a:pPr indent="0" lvl="0" marL="0" marR="0" rtl="0" algn="just">
              <a:lnSpc>
                <a:spcPct val="180030"/>
              </a:lnSpc>
              <a:spcBef>
                <a:spcPts val="0"/>
              </a:spcBef>
              <a:spcAft>
                <a:spcPts val="0"/>
              </a:spcAft>
              <a:buNone/>
            </a:pPr>
            <a:r>
              <a:t/>
            </a:r>
            <a:endParaRPr b="0" i="0" sz="2599" u="none" cap="none" strike="noStrike">
              <a:solidFill>
                <a:srgbClr val="FFFFFF"/>
              </a:solidFill>
              <a:latin typeface="Archivo Narrow"/>
              <a:ea typeface="Archivo Narrow"/>
              <a:cs typeface="Archivo Narrow"/>
              <a:sym typeface="Archivo Narrow"/>
            </a:endParaRPr>
          </a:p>
          <a:p>
            <a:pPr indent="0" lvl="0" marL="0" marR="0" rtl="0" algn="just">
              <a:lnSpc>
                <a:spcPct val="180030"/>
              </a:lnSpc>
              <a:spcBef>
                <a:spcPts val="0"/>
              </a:spcBef>
              <a:spcAft>
                <a:spcPts val="0"/>
              </a:spcAft>
              <a:buNone/>
            </a:pPr>
            <a:r>
              <a:rPr b="0" i="0" lang="en-US" sz="2599" u="none" cap="none" strike="noStrike">
                <a:solidFill>
                  <a:srgbClr val="FFFFFF"/>
                </a:solidFill>
                <a:latin typeface="Archivo Narrow"/>
                <a:ea typeface="Archivo Narrow"/>
                <a:cs typeface="Archivo Narrow"/>
                <a:sym typeface="Archivo Narrow"/>
              </a:rPr>
              <a:t>Sin embargo, pueden generar una mayor sobrecarga en comparación con los hilos a nivel de usuario y requieren consideraciones específicas de la plataforma con respecto a la portabilidad y la compatibilidad.</a:t>
            </a:r>
            <a:endParaRPr/>
          </a:p>
        </p:txBody>
      </p:sp>
      <p:sp>
        <p:nvSpPr>
          <p:cNvPr id="474" name="Google Shape;474;p26"/>
          <p:cNvSpPr/>
          <p:nvPr/>
        </p:nvSpPr>
        <p:spPr>
          <a:xfrm>
            <a:off x="11488094" y="2478620"/>
            <a:ext cx="5197826" cy="5582013"/>
          </a:xfrm>
          <a:custGeom>
            <a:rect b="b" l="l" r="r" t="t"/>
            <a:pathLst>
              <a:path extrusionOk="0" h="5582013" w="5197826">
                <a:moveTo>
                  <a:pt x="0" y="0"/>
                </a:moveTo>
                <a:lnTo>
                  <a:pt x="5197826" y="0"/>
                </a:lnTo>
                <a:lnTo>
                  <a:pt x="5197826" y="5582013"/>
                </a:lnTo>
                <a:lnTo>
                  <a:pt x="0" y="5582013"/>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482" name="Shape 482"/>
        <p:cNvGrpSpPr/>
        <p:nvPr/>
      </p:nvGrpSpPr>
      <p:grpSpPr>
        <a:xfrm>
          <a:off x="0" y="0"/>
          <a:ext cx="0" cy="0"/>
          <a:chOff x="0" y="0"/>
          <a:chExt cx="0" cy="0"/>
        </a:xfrm>
      </p:grpSpPr>
      <p:sp>
        <p:nvSpPr>
          <p:cNvPr id="483" name="Google Shape;483;p27"/>
          <p:cNvSpPr/>
          <p:nvPr/>
        </p:nvSpPr>
        <p:spPr>
          <a:xfrm>
            <a:off x="-365508" y="6520747"/>
            <a:ext cx="18836165" cy="15637058"/>
          </a:xfrm>
          <a:custGeom>
            <a:rect b="b" l="l" r="r" t="t"/>
            <a:pathLst>
              <a:path extrusionOk="0" h="21747150" w="26196289">
                <a:moveTo>
                  <a:pt x="0" y="0"/>
                </a:moveTo>
                <a:lnTo>
                  <a:pt x="26196289" y="0"/>
                </a:lnTo>
                <a:lnTo>
                  <a:pt x="26196289" y="21747150"/>
                </a:lnTo>
                <a:lnTo>
                  <a:pt x="0" y="21747150"/>
                </a:lnTo>
                <a:lnTo>
                  <a:pt x="0" y="0"/>
                </a:lnTo>
                <a:close/>
              </a:path>
            </a:pathLst>
          </a:custGeom>
          <a:blipFill rotWithShape="1">
            <a:blip r:embed="rId3">
              <a:alphaModFix/>
            </a:blip>
            <a:stretch>
              <a:fillRect b="0" l="-344" r="-344" t="0"/>
            </a:stretch>
          </a:blipFill>
          <a:ln>
            <a:noFill/>
          </a:ln>
        </p:spPr>
      </p:sp>
      <p:grpSp>
        <p:nvGrpSpPr>
          <p:cNvPr id="484" name="Google Shape;484;p27"/>
          <p:cNvGrpSpPr/>
          <p:nvPr/>
        </p:nvGrpSpPr>
        <p:grpSpPr>
          <a:xfrm>
            <a:off x="1203092" y="1217627"/>
            <a:ext cx="8460883" cy="5638561"/>
            <a:chOff x="0" y="-38100"/>
            <a:chExt cx="11281176" cy="7518082"/>
          </a:xfrm>
        </p:grpSpPr>
        <p:sp>
          <p:nvSpPr>
            <p:cNvPr id="485" name="Google Shape;485;p27"/>
            <p:cNvSpPr/>
            <p:nvPr/>
          </p:nvSpPr>
          <p:spPr>
            <a:xfrm>
              <a:off x="0" y="0"/>
              <a:ext cx="11281176" cy="7479966"/>
            </a:xfrm>
            <a:custGeom>
              <a:rect b="b" l="l" r="r" t="t"/>
              <a:pathLst>
                <a:path extrusionOk="0" h="7479966" w="11281176">
                  <a:moveTo>
                    <a:pt x="0" y="0"/>
                  </a:moveTo>
                  <a:lnTo>
                    <a:pt x="11281176" y="0"/>
                  </a:lnTo>
                  <a:lnTo>
                    <a:pt x="11281176" y="7479966"/>
                  </a:lnTo>
                  <a:lnTo>
                    <a:pt x="0" y="7479966"/>
                  </a:lnTo>
                  <a:close/>
                </a:path>
              </a:pathLst>
            </a:custGeom>
            <a:blipFill rotWithShape="1">
              <a:blip r:embed="rId4">
                <a:alphaModFix amt="0"/>
              </a:blip>
              <a:stretch>
                <a:fillRect b="32652" l="0" r="-65684" t="-30032"/>
              </a:stretch>
            </a:blipFill>
            <a:ln>
              <a:noFill/>
            </a:ln>
          </p:spPr>
        </p:sp>
        <p:sp>
          <p:nvSpPr>
            <p:cNvPr id="486" name="Google Shape;486;p27"/>
            <p:cNvSpPr txBox="1"/>
            <p:nvPr/>
          </p:nvSpPr>
          <p:spPr>
            <a:xfrm>
              <a:off x="0" y="-38100"/>
              <a:ext cx="11281175" cy="7518082"/>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9000" u="none" cap="none" strike="noStrike">
                  <a:solidFill>
                    <a:srgbClr val="92F7FF"/>
                  </a:solidFill>
                  <a:latin typeface="Arimo"/>
                  <a:ea typeface="Arimo"/>
                  <a:cs typeface="Arimo"/>
                  <a:sym typeface="Arimo"/>
                </a:rPr>
                <a:t>Ejemplo Guiado:</a:t>
              </a:r>
              <a:endParaRPr/>
            </a:p>
            <a:p>
              <a:pPr indent="0" lvl="0" marL="0" marR="0" rtl="0" algn="ctr">
                <a:lnSpc>
                  <a:spcPct val="120000"/>
                </a:lnSpc>
                <a:spcBef>
                  <a:spcPts val="0"/>
                </a:spcBef>
                <a:spcAft>
                  <a:spcPts val="0"/>
                </a:spcAft>
                <a:buNone/>
              </a:pPr>
              <a:r>
                <a:t/>
              </a:r>
              <a:endParaRPr b="1" i="0" sz="9000" u="none" cap="none" strike="noStrike">
                <a:solidFill>
                  <a:srgbClr val="92F7FF"/>
                </a:solidFill>
                <a:latin typeface="Arimo"/>
                <a:ea typeface="Arimo"/>
                <a:cs typeface="Arimo"/>
                <a:sym typeface="Arimo"/>
              </a:endParaRPr>
            </a:p>
            <a:p>
              <a:pPr indent="0" lvl="0" marL="0" marR="0" rtl="0" algn="ctr">
                <a:lnSpc>
                  <a:spcPct val="120014"/>
                </a:lnSpc>
                <a:spcBef>
                  <a:spcPts val="0"/>
                </a:spcBef>
                <a:spcAft>
                  <a:spcPts val="0"/>
                </a:spcAft>
                <a:buNone/>
              </a:pPr>
              <a:r>
                <a:rPr b="1" i="0" lang="en-US" sz="7100" u="none" cap="none" strike="noStrike">
                  <a:solidFill>
                    <a:srgbClr val="92F7FF"/>
                  </a:solidFill>
                  <a:latin typeface="Arimo"/>
                  <a:ea typeface="Arimo"/>
                  <a:cs typeface="Arimo"/>
                  <a:sym typeface="Arimo"/>
                </a:rPr>
                <a:t>Manejo Multihilos</a:t>
              </a:r>
              <a:endParaRPr/>
            </a:p>
          </p:txBody>
        </p:sp>
      </p:grpSp>
      <p:sp>
        <p:nvSpPr>
          <p:cNvPr id="487" name="Google Shape;487;p27"/>
          <p:cNvSpPr/>
          <p:nvPr/>
        </p:nvSpPr>
        <p:spPr>
          <a:xfrm>
            <a:off x="9902880" y="2158991"/>
            <a:ext cx="6801959" cy="4361756"/>
          </a:xfrm>
          <a:custGeom>
            <a:rect b="b" l="l" r="r" t="t"/>
            <a:pathLst>
              <a:path extrusionOk="0" h="4361756" w="6801959">
                <a:moveTo>
                  <a:pt x="0" y="0"/>
                </a:moveTo>
                <a:lnTo>
                  <a:pt x="6801959" y="0"/>
                </a:lnTo>
                <a:lnTo>
                  <a:pt x="6801959" y="4361756"/>
                </a:lnTo>
                <a:lnTo>
                  <a:pt x="0" y="436175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495" name="Shape 495"/>
        <p:cNvGrpSpPr/>
        <p:nvPr/>
      </p:nvGrpSpPr>
      <p:grpSpPr>
        <a:xfrm>
          <a:off x="0" y="0"/>
          <a:ext cx="0" cy="0"/>
          <a:chOff x="0" y="0"/>
          <a:chExt cx="0" cy="0"/>
        </a:xfrm>
      </p:grpSpPr>
      <p:sp>
        <p:nvSpPr>
          <p:cNvPr id="496" name="Google Shape;496;p28"/>
          <p:cNvSpPr/>
          <p:nvPr/>
        </p:nvSpPr>
        <p:spPr>
          <a:xfrm>
            <a:off x="-811054" y="-735597"/>
            <a:ext cx="19647217" cy="11482102"/>
          </a:xfrm>
          <a:custGeom>
            <a:rect b="b" l="l" r="r" t="t"/>
            <a:pathLst>
              <a:path extrusionOk="0" h="15309469" w="26196289">
                <a:moveTo>
                  <a:pt x="0" y="0"/>
                </a:moveTo>
                <a:lnTo>
                  <a:pt x="26196289" y="0"/>
                </a:lnTo>
                <a:lnTo>
                  <a:pt x="26196289" y="15309469"/>
                </a:lnTo>
                <a:lnTo>
                  <a:pt x="0" y="15309469"/>
                </a:lnTo>
                <a:lnTo>
                  <a:pt x="0" y="0"/>
                </a:lnTo>
                <a:close/>
              </a:path>
            </a:pathLst>
          </a:custGeom>
          <a:blipFill rotWithShape="1">
            <a:blip r:embed="rId3">
              <a:alphaModFix/>
            </a:blip>
            <a:stretch>
              <a:fillRect b="-20540" l="0" r="0" t="-20540"/>
            </a:stretch>
          </a:blipFill>
          <a:ln>
            <a:noFill/>
          </a:ln>
        </p:spPr>
      </p:sp>
      <p:grpSp>
        <p:nvGrpSpPr>
          <p:cNvPr id="497" name="Google Shape;497;p28"/>
          <p:cNvGrpSpPr/>
          <p:nvPr/>
        </p:nvGrpSpPr>
        <p:grpSpPr>
          <a:xfrm>
            <a:off x="2003393" y="6301930"/>
            <a:ext cx="14018400" cy="2129123"/>
            <a:chOff x="0" y="-47625"/>
            <a:chExt cx="18691200" cy="2838831"/>
          </a:xfrm>
        </p:grpSpPr>
        <p:sp>
          <p:nvSpPr>
            <p:cNvPr id="498" name="Google Shape;498;p28"/>
            <p:cNvSpPr/>
            <p:nvPr/>
          </p:nvSpPr>
          <p:spPr>
            <a:xfrm>
              <a:off x="0" y="0"/>
              <a:ext cx="18691200" cy="2791200"/>
            </a:xfrm>
            <a:custGeom>
              <a:rect b="b" l="l" r="r" t="t"/>
              <a:pathLst>
                <a:path extrusionOk="0" h="2791200" w="18691200">
                  <a:moveTo>
                    <a:pt x="0" y="0"/>
                  </a:moveTo>
                  <a:lnTo>
                    <a:pt x="18691200" y="0"/>
                  </a:lnTo>
                  <a:lnTo>
                    <a:pt x="18691200" y="2791200"/>
                  </a:lnTo>
                  <a:lnTo>
                    <a:pt x="0" y="2791200"/>
                  </a:lnTo>
                  <a:close/>
                </a:path>
              </a:pathLst>
            </a:custGeom>
            <a:blipFill rotWithShape="1">
              <a:blip r:embed="rId4">
                <a:alphaModFix amt="0"/>
              </a:blip>
              <a:stretch>
                <a:fillRect b="-80480" l="0" r="0" t="-80480"/>
              </a:stretch>
            </a:blipFill>
            <a:ln>
              <a:noFill/>
            </a:ln>
          </p:spPr>
        </p:sp>
        <p:sp>
          <p:nvSpPr>
            <p:cNvPr id="499" name="Google Shape;499;p28"/>
            <p:cNvSpPr txBox="1"/>
            <p:nvPr/>
          </p:nvSpPr>
          <p:spPr>
            <a:xfrm>
              <a:off x="0" y="-47625"/>
              <a:ext cx="18691200" cy="2838831"/>
            </a:xfrm>
            <a:prstGeom prst="rect">
              <a:avLst/>
            </a:prstGeom>
            <a:noFill/>
            <a:ln>
              <a:noFill/>
            </a:ln>
          </p:spPr>
          <p:txBody>
            <a:bodyPr anchorCtr="0" anchor="ctr" bIns="0" lIns="0" spcFirstLastPara="1" rIns="0" wrap="square" tIns="0">
              <a:noAutofit/>
            </a:bodyPr>
            <a:lstStyle/>
            <a:p>
              <a:pPr indent="0" lvl="0" marL="0" marR="0" rtl="0" algn="ctr">
                <a:lnSpc>
                  <a:spcPct val="120001"/>
                </a:lnSpc>
                <a:spcBef>
                  <a:spcPts val="0"/>
                </a:spcBef>
                <a:spcAft>
                  <a:spcPts val="0"/>
                </a:spcAft>
                <a:buNone/>
              </a:pPr>
              <a:r>
                <a:rPr b="1" i="0" lang="en-US" sz="11199" u="none" cap="none" strike="noStrike">
                  <a:solidFill>
                    <a:srgbClr val="92F7FF"/>
                  </a:solidFill>
                  <a:latin typeface="Arimo"/>
                  <a:ea typeface="Arimo"/>
                  <a:cs typeface="Arimo"/>
                  <a:sym typeface="Arimo"/>
                </a:rPr>
                <a:t>¿DUDAS?</a:t>
              </a:r>
              <a:endParaRPr/>
            </a:p>
          </p:txBody>
        </p:sp>
      </p:grpSp>
      <p:sp>
        <p:nvSpPr>
          <p:cNvPr id="500" name="Google Shape;500;p28"/>
          <p:cNvSpPr/>
          <p:nvPr/>
        </p:nvSpPr>
        <p:spPr>
          <a:xfrm>
            <a:off x="6705600" y="1220695"/>
            <a:ext cx="4876800" cy="4876800"/>
          </a:xfrm>
          <a:custGeom>
            <a:rect b="b" l="l" r="r" t="t"/>
            <a:pathLst>
              <a:path extrusionOk="0" h="6502400" w="6502400">
                <a:moveTo>
                  <a:pt x="0" y="0"/>
                </a:moveTo>
                <a:lnTo>
                  <a:pt x="6502400" y="0"/>
                </a:lnTo>
                <a:lnTo>
                  <a:pt x="6502400" y="6502400"/>
                </a:lnTo>
                <a:lnTo>
                  <a:pt x="0" y="6502400"/>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97B2"/>
        </a:solidFill>
      </p:bgPr>
    </p:bg>
    <p:spTree>
      <p:nvGrpSpPr>
        <p:cNvPr id="508" name="Shape 508"/>
        <p:cNvGrpSpPr/>
        <p:nvPr/>
      </p:nvGrpSpPr>
      <p:grpSpPr>
        <a:xfrm>
          <a:off x="0" y="0"/>
          <a:ext cx="0" cy="0"/>
          <a:chOff x="0" y="0"/>
          <a:chExt cx="0" cy="0"/>
        </a:xfrm>
      </p:grpSpPr>
      <p:sp>
        <p:nvSpPr>
          <p:cNvPr id="509" name="Google Shape;509;p29"/>
          <p:cNvSpPr/>
          <p:nvPr/>
        </p:nvSpPr>
        <p:spPr>
          <a:xfrm>
            <a:off x="-811054" y="-735597"/>
            <a:ext cx="19647217" cy="11482102"/>
          </a:xfrm>
          <a:custGeom>
            <a:rect b="b" l="l" r="r" t="t"/>
            <a:pathLst>
              <a:path extrusionOk="0" h="15309469" w="26196289">
                <a:moveTo>
                  <a:pt x="0" y="0"/>
                </a:moveTo>
                <a:lnTo>
                  <a:pt x="26196289" y="0"/>
                </a:lnTo>
                <a:lnTo>
                  <a:pt x="26196289" y="15309469"/>
                </a:lnTo>
                <a:lnTo>
                  <a:pt x="0" y="15309469"/>
                </a:lnTo>
                <a:lnTo>
                  <a:pt x="0" y="0"/>
                </a:lnTo>
                <a:close/>
              </a:path>
            </a:pathLst>
          </a:custGeom>
          <a:blipFill rotWithShape="1">
            <a:blip r:embed="rId3">
              <a:alphaModFix/>
            </a:blip>
            <a:stretch>
              <a:fillRect b="-20540" l="0" r="0" t="-20540"/>
            </a:stretch>
          </a:blipFill>
          <a:ln>
            <a:noFill/>
          </a:ln>
        </p:spPr>
      </p:sp>
      <p:grpSp>
        <p:nvGrpSpPr>
          <p:cNvPr id="510" name="Google Shape;510;p29"/>
          <p:cNvGrpSpPr/>
          <p:nvPr/>
        </p:nvGrpSpPr>
        <p:grpSpPr>
          <a:xfrm>
            <a:off x="1957140" y="2699432"/>
            <a:ext cx="14018400" cy="3852920"/>
            <a:chOff x="0" y="-47625"/>
            <a:chExt cx="18691200" cy="5137226"/>
          </a:xfrm>
        </p:grpSpPr>
        <p:sp>
          <p:nvSpPr>
            <p:cNvPr id="511" name="Google Shape;511;p29"/>
            <p:cNvSpPr/>
            <p:nvPr/>
          </p:nvSpPr>
          <p:spPr>
            <a:xfrm>
              <a:off x="0" y="0"/>
              <a:ext cx="18691200" cy="5089600"/>
            </a:xfrm>
            <a:custGeom>
              <a:rect b="b" l="l" r="r" t="t"/>
              <a:pathLst>
                <a:path extrusionOk="0" h="5089600" w="18691200">
                  <a:moveTo>
                    <a:pt x="0" y="0"/>
                  </a:moveTo>
                  <a:lnTo>
                    <a:pt x="18691200" y="0"/>
                  </a:lnTo>
                  <a:lnTo>
                    <a:pt x="18691200" y="5089600"/>
                  </a:lnTo>
                  <a:lnTo>
                    <a:pt x="0" y="5089600"/>
                  </a:lnTo>
                  <a:close/>
                </a:path>
              </a:pathLst>
            </a:custGeom>
            <a:blipFill rotWithShape="1">
              <a:blip r:embed="rId4">
                <a:alphaModFix amt="0"/>
              </a:blip>
              <a:stretch>
                <a:fillRect b="-21557" l="0" r="0" t="-21557"/>
              </a:stretch>
            </a:blipFill>
            <a:ln>
              <a:noFill/>
            </a:ln>
          </p:spPr>
        </p:sp>
        <p:sp>
          <p:nvSpPr>
            <p:cNvPr id="512" name="Google Shape;512;p29"/>
            <p:cNvSpPr txBox="1"/>
            <p:nvPr/>
          </p:nvSpPr>
          <p:spPr>
            <a:xfrm>
              <a:off x="0" y="-47625"/>
              <a:ext cx="18691200" cy="5137226"/>
            </a:xfrm>
            <a:prstGeom prst="rect">
              <a:avLst/>
            </a:prstGeom>
            <a:noFill/>
            <a:ln>
              <a:noFill/>
            </a:ln>
          </p:spPr>
          <p:txBody>
            <a:bodyPr anchorCtr="0" anchor="ctr" bIns="0" lIns="0" spcFirstLastPara="1" rIns="0" wrap="square" tIns="0">
              <a:noAutofit/>
            </a:bodyPr>
            <a:lstStyle/>
            <a:p>
              <a:pPr indent="0" lvl="0" marL="0" marR="0" rtl="0" algn="ctr">
                <a:lnSpc>
                  <a:spcPct val="120001"/>
                </a:lnSpc>
                <a:spcBef>
                  <a:spcPts val="0"/>
                </a:spcBef>
                <a:spcAft>
                  <a:spcPts val="0"/>
                </a:spcAft>
                <a:buNone/>
              </a:pPr>
              <a:r>
                <a:rPr b="1" i="0" lang="en-US" sz="11199" u="none" cap="none" strike="noStrike">
                  <a:solidFill>
                    <a:srgbClr val="92F7FF"/>
                  </a:solidFill>
                  <a:latin typeface="Arimo"/>
                  <a:ea typeface="Arimo"/>
                  <a:cs typeface="Arimo"/>
                  <a:sym typeface="Arimo"/>
                </a:rPr>
                <a:t>Gracias por la atención</a:t>
              </a:r>
              <a:endParaRPr/>
            </a:p>
          </p:txBody>
        </p:sp>
      </p:grpSp>
      <p:sp>
        <p:nvSpPr>
          <p:cNvPr id="513" name="Google Shape;513;p29"/>
          <p:cNvSpPr txBox="1"/>
          <p:nvPr/>
        </p:nvSpPr>
        <p:spPr>
          <a:xfrm>
            <a:off x="2675430" y="7612723"/>
            <a:ext cx="13114353" cy="1091251"/>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None/>
            </a:pPr>
            <a:r>
              <a:rPr b="1" i="0" lang="en-US" sz="3600" u="none" cap="none" strike="noStrike">
                <a:solidFill>
                  <a:srgbClr val="FFFFFF"/>
                </a:solidFill>
                <a:latin typeface="Archivo Narrow"/>
                <a:ea typeface="Archivo Narrow"/>
                <a:cs typeface="Archivo Narrow"/>
                <a:sym typeface="Archivo Narrow"/>
              </a:rPr>
              <a:t>RECUERDA QUE TENEMOS NUESTRO FORO SEMANAL DONDE PUEDES CONSULTAR CUALQUIER DUDA QUE TE SURJA EN LA SEMANA</a:t>
            </a:r>
            <a:endParaRPr/>
          </a:p>
          <a:p>
            <a:pPr indent="0" lvl="0" marL="0" marR="0" rtl="0" algn="ctr">
              <a:lnSpc>
                <a:spcPct val="108000"/>
              </a:lnSpc>
              <a:spcBef>
                <a:spcPts val="0"/>
              </a:spcBef>
              <a:spcAft>
                <a:spcPts val="0"/>
              </a:spcAft>
              <a:buNone/>
            </a:pPr>
            <a:r>
              <a:t/>
            </a:r>
            <a:endParaRPr b="1" i="0" sz="3600" u="none" cap="none" strike="noStrike">
              <a:solidFill>
                <a:srgbClr val="FFFFFF"/>
              </a:solidFill>
              <a:latin typeface="Archivo Narrow"/>
              <a:ea typeface="Archivo Narrow"/>
              <a:cs typeface="Archivo Narrow"/>
              <a:sym typeface="Archivo Narrow"/>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